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1"/>
  </p:notesMasterIdLst>
  <p:sldIdLst>
    <p:sldId id="769" r:id="rId2"/>
    <p:sldId id="768" r:id="rId3"/>
    <p:sldId id="573" r:id="rId4"/>
    <p:sldId id="263" r:id="rId5"/>
    <p:sldId id="265" r:id="rId6"/>
    <p:sldId id="264" r:id="rId7"/>
    <p:sldId id="266" r:id="rId8"/>
    <p:sldId id="268" r:id="rId9"/>
    <p:sldId id="583" r:id="rId10"/>
    <p:sldId id="258" r:id="rId11"/>
    <p:sldId id="574" r:id="rId12"/>
    <p:sldId id="634" r:id="rId13"/>
    <p:sldId id="614" r:id="rId14"/>
    <p:sldId id="334" r:id="rId15"/>
    <p:sldId id="635" r:id="rId16"/>
    <p:sldId id="636" r:id="rId17"/>
    <p:sldId id="637" r:id="rId18"/>
    <p:sldId id="638" r:id="rId19"/>
    <p:sldId id="639" r:id="rId20"/>
    <p:sldId id="640" r:id="rId21"/>
    <p:sldId id="641" r:id="rId22"/>
    <p:sldId id="642" r:id="rId23"/>
    <p:sldId id="643" r:id="rId24"/>
    <p:sldId id="644" r:id="rId25"/>
    <p:sldId id="645" r:id="rId26"/>
    <p:sldId id="984" r:id="rId27"/>
    <p:sldId id="985" r:id="rId28"/>
    <p:sldId id="986" r:id="rId29"/>
    <p:sldId id="987" r:id="rId30"/>
    <p:sldId id="988" r:id="rId31"/>
    <p:sldId id="989" r:id="rId32"/>
    <p:sldId id="990" r:id="rId33"/>
    <p:sldId id="991" r:id="rId34"/>
    <p:sldId id="992" r:id="rId35"/>
    <p:sldId id="993" r:id="rId36"/>
    <p:sldId id="994" r:id="rId37"/>
    <p:sldId id="995" r:id="rId38"/>
    <p:sldId id="996" r:id="rId39"/>
    <p:sldId id="997" r:id="rId40"/>
    <p:sldId id="1023" r:id="rId41"/>
    <p:sldId id="998" r:id="rId42"/>
    <p:sldId id="1071" r:id="rId43"/>
    <p:sldId id="999" r:id="rId44"/>
    <p:sldId id="1000" r:id="rId45"/>
    <p:sldId id="1074" r:id="rId46"/>
    <p:sldId id="1073" r:id="rId47"/>
    <p:sldId id="1001" r:id="rId48"/>
    <p:sldId id="1003" r:id="rId49"/>
    <p:sldId id="1002" r:id="rId50"/>
    <p:sldId id="1004" r:id="rId51"/>
    <p:sldId id="1005" r:id="rId52"/>
    <p:sldId id="1006" r:id="rId53"/>
    <p:sldId id="1007" r:id="rId54"/>
    <p:sldId id="1008" r:id="rId55"/>
    <p:sldId id="1072" r:id="rId56"/>
    <p:sldId id="1009" r:id="rId57"/>
    <p:sldId id="1010" r:id="rId58"/>
    <p:sldId id="1011" r:id="rId59"/>
    <p:sldId id="1012" r:id="rId60"/>
    <p:sldId id="1014" r:id="rId61"/>
    <p:sldId id="1015" r:id="rId62"/>
    <p:sldId id="1016" r:id="rId63"/>
    <p:sldId id="1019" r:id="rId64"/>
    <p:sldId id="1020" r:id="rId65"/>
    <p:sldId id="1021" r:id="rId66"/>
    <p:sldId id="1017" r:id="rId67"/>
    <p:sldId id="1022" r:id="rId68"/>
    <p:sldId id="1024" r:id="rId69"/>
    <p:sldId id="1025" r:id="rId70"/>
    <p:sldId id="1026" r:id="rId71"/>
    <p:sldId id="1027" r:id="rId72"/>
    <p:sldId id="1028" r:id="rId73"/>
    <p:sldId id="1029" r:id="rId74"/>
    <p:sldId id="1030" r:id="rId75"/>
    <p:sldId id="1031" r:id="rId76"/>
    <p:sldId id="1036" r:id="rId77"/>
    <p:sldId id="1037" r:id="rId78"/>
    <p:sldId id="1039" r:id="rId79"/>
    <p:sldId id="1040" r:id="rId80"/>
    <p:sldId id="1041" r:id="rId81"/>
    <p:sldId id="1042" r:id="rId82"/>
    <p:sldId id="1043" r:id="rId83"/>
    <p:sldId id="1044" r:id="rId84"/>
    <p:sldId id="1045" r:id="rId85"/>
    <p:sldId id="1046" r:id="rId86"/>
    <p:sldId id="1047" r:id="rId87"/>
    <p:sldId id="1048" r:id="rId88"/>
    <p:sldId id="1049" r:id="rId89"/>
    <p:sldId id="1050" r:id="rId90"/>
    <p:sldId id="1051" r:id="rId91"/>
    <p:sldId id="1052" r:id="rId92"/>
    <p:sldId id="1053" r:id="rId93"/>
    <p:sldId id="1054" r:id="rId94"/>
    <p:sldId id="1059" r:id="rId95"/>
    <p:sldId id="1055" r:id="rId96"/>
    <p:sldId id="1056" r:id="rId97"/>
    <p:sldId id="1060" r:id="rId98"/>
    <p:sldId id="1061" r:id="rId99"/>
    <p:sldId id="1057" r:id="rId100"/>
    <p:sldId id="1058" r:id="rId101"/>
    <p:sldId id="1062" r:id="rId102"/>
    <p:sldId id="1063" r:id="rId103"/>
    <p:sldId id="1064" r:id="rId104"/>
    <p:sldId id="1065" r:id="rId105"/>
    <p:sldId id="1066" r:id="rId106"/>
    <p:sldId id="1067" r:id="rId107"/>
    <p:sldId id="1068" r:id="rId108"/>
    <p:sldId id="1069" r:id="rId109"/>
    <p:sldId id="1070" r:id="rId1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747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7" autoAdjust="0"/>
    <p:restoredTop sz="85082" autoAdjust="0"/>
  </p:normalViewPr>
  <p:slideViewPr>
    <p:cSldViewPr snapToGrid="0">
      <p:cViewPr varScale="1">
        <p:scale>
          <a:sx n="72" d="100"/>
          <a:sy n="72" d="100"/>
        </p:scale>
        <p:origin x="202" y="67"/>
      </p:cViewPr>
      <p:guideLst/>
    </p:cSldViewPr>
  </p:slideViewPr>
  <p:outlineViewPr>
    <p:cViewPr>
      <p:scale>
        <a:sx n="33" d="100"/>
        <a:sy n="33" d="100"/>
      </p:scale>
      <p:origin x="0" y="-11899"/>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1395E90-50D7-454B-B58A-E3B810123512}" type="doc">
      <dgm:prSet loTypeId="urn:microsoft.com/office/officeart/2008/layout/VerticalCurvedList" loCatId="list" qsTypeId="urn:microsoft.com/office/officeart/2005/8/quickstyle/simple5" qsCatId="simple" csTypeId="urn:microsoft.com/office/officeart/2005/8/colors/accent2_1" csCatId="accent2" phldr="1"/>
      <dgm:spPr/>
      <dgm:t>
        <a:bodyPr/>
        <a:lstStyle/>
        <a:p>
          <a:endParaRPr lang="en-IN"/>
        </a:p>
      </dgm:t>
    </dgm:pt>
    <dgm:pt modelId="{BF8F5E42-3AAD-4EDB-B821-60B4D6DAEFC5}">
      <dgm:prSet custT="1"/>
      <dgm:spPr/>
      <dgm:t>
        <a:bodyPr/>
        <a:lstStyle/>
        <a:p>
          <a:r>
            <a:rPr lang="en-US" sz="2000" dirty="0">
              <a:latin typeface="Times New Roman" panose="02020603050405020304" pitchFamily="18" charset="0"/>
              <a:cs typeface="Times New Roman" panose="02020603050405020304" pitchFamily="18" charset="0"/>
            </a:rPr>
            <a:t>Describing Design Patterns</a:t>
          </a:r>
          <a:endParaRPr lang="en-IN" sz="2000" dirty="0">
            <a:latin typeface="Times New Roman" panose="02020603050405020304" pitchFamily="18" charset="0"/>
            <a:cs typeface="Times New Roman" panose="02020603050405020304" pitchFamily="18" charset="0"/>
          </a:endParaRPr>
        </a:p>
      </dgm:t>
    </dgm:pt>
    <dgm:pt modelId="{62A2E0B8-B52A-45BE-8CE3-FFC32C0C1334}" type="parTrans" cxnId="{F933E816-D3B1-47A5-9774-DEFBBBB91BF5}">
      <dgm:prSet/>
      <dgm:spPr/>
      <dgm:t>
        <a:bodyPr/>
        <a:lstStyle/>
        <a:p>
          <a:endParaRPr lang="en-IN"/>
        </a:p>
      </dgm:t>
    </dgm:pt>
    <dgm:pt modelId="{533DC2CF-B200-4402-9CC7-DCFFD0A4B01F}" type="sibTrans" cxnId="{F933E816-D3B1-47A5-9774-DEFBBBB91BF5}">
      <dgm:prSet/>
      <dgm:spPr/>
      <dgm:t>
        <a:bodyPr/>
        <a:lstStyle/>
        <a:p>
          <a:endParaRPr lang="en-IN">
            <a:latin typeface="Times New Roman" panose="02020603050405020304" pitchFamily="18" charset="0"/>
            <a:cs typeface="Times New Roman" panose="02020603050405020304" pitchFamily="18" charset="0"/>
          </a:endParaRPr>
        </a:p>
      </dgm:t>
    </dgm:pt>
    <dgm:pt modelId="{0A484B39-3B25-46FE-93F4-4EA8B6BC4C9B}">
      <dgm:prSet custT="1"/>
      <dgm:spPr/>
      <dgm:t>
        <a:bodyPr/>
        <a:lstStyle/>
        <a:p>
          <a:r>
            <a:rPr lang="en-US" sz="2000" dirty="0">
              <a:latin typeface="Times New Roman" panose="02020603050405020304" pitchFamily="18" charset="0"/>
              <a:cs typeface="Times New Roman" panose="02020603050405020304" pitchFamily="18" charset="0"/>
            </a:rPr>
            <a:t>Design Patterns in Smalltalk MVC</a:t>
          </a:r>
          <a:endParaRPr lang="en-IN" sz="2000" dirty="0">
            <a:latin typeface="Times New Roman" panose="02020603050405020304" pitchFamily="18" charset="0"/>
            <a:cs typeface="Times New Roman" panose="02020603050405020304" pitchFamily="18" charset="0"/>
          </a:endParaRPr>
        </a:p>
      </dgm:t>
    </dgm:pt>
    <dgm:pt modelId="{FB2F997B-AD0D-404C-93B2-5B7A4C016AD2}" type="parTrans" cxnId="{E33B3AC7-50E7-4261-9195-9646B1A0787B}">
      <dgm:prSet/>
      <dgm:spPr/>
      <dgm:t>
        <a:bodyPr/>
        <a:lstStyle/>
        <a:p>
          <a:endParaRPr lang="en-IN"/>
        </a:p>
      </dgm:t>
    </dgm:pt>
    <dgm:pt modelId="{7A3D7633-BD7F-4F72-BFC0-06B041805C2E}" type="sibTrans" cxnId="{E33B3AC7-50E7-4261-9195-9646B1A0787B}">
      <dgm:prSet/>
      <dgm:spPr/>
      <dgm:t>
        <a:bodyPr/>
        <a:lstStyle/>
        <a:p>
          <a:endParaRPr lang="en-IN"/>
        </a:p>
      </dgm:t>
    </dgm:pt>
    <dgm:pt modelId="{EA18E607-0B94-417A-8D8A-397962E40585}">
      <dgm:prSet custT="1"/>
      <dgm:spPr/>
      <dgm:t>
        <a:bodyPr/>
        <a:lstStyle/>
        <a:p>
          <a:r>
            <a:rPr lang="en-US" sz="2000" dirty="0">
              <a:latin typeface="Times New Roman" panose="02020603050405020304" pitchFamily="18" charset="0"/>
              <a:cs typeface="Times New Roman" panose="02020603050405020304" pitchFamily="18" charset="0"/>
            </a:rPr>
            <a:t>The Catalog of Design Patterns</a:t>
          </a:r>
        </a:p>
      </dgm:t>
    </dgm:pt>
    <dgm:pt modelId="{300B00D4-0F1A-45FD-818D-ADACA1164976}" type="parTrans" cxnId="{D5EEEE45-CCF0-440C-B6D7-822A38EFCD07}">
      <dgm:prSet/>
      <dgm:spPr/>
      <dgm:t>
        <a:bodyPr/>
        <a:lstStyle/>
        <a:p>
          <a:endParaRPr lang="en-IN"/>
        </a:p>
      </dgm:t>
    </dgm:pt>
    <dgm:pt modelId="{ACA97BCD-9F3A-4F88-896F-9E8DFE772C34}" type="sibTrans" cxnId="{D5EEEE45-CCF0-440C-B6D7-822A38EFCD07}">
      <dgm:prSet/>
      <dgm:spPr/>
      <dgm:t>
        <a:bodyPr/>
        <a:lstStyle/>
        <a:p>
          <a:endParaRPr lang="en-IN"/>
        </a:p>
      </dgm:t>
    </dgm:pt>
    <dgm:pt modelId="{5EC1FF5A-AB91-4FDE-89DE-3DFBDCF77BEA}">
      <dgm:prSet custT="1"/>
      <dgm:spPr/>
      <dgm:t>
        <a:bodyPr/>
        <a:lstStyle/>
        <a:p>
          <a:r>
            <a:rPr lang="en-US" sz="2000" dirty="0">
              <a:latin typeface="Times New Roman" panose="02020603050405020304" pitchFamily="18" charset="0"/>
              <a:cs typeface="Times New Roman" panose="02020603050405020304" pitchFamily="18" charset="0"/>
            </a:rPr>
            <a:t>Organizing the Catalogue</a:t>
          </a:r>
          <a:endParaRPr lang="en-IN" sz="2000" dirty="0">
            <a:latin typeface="Times New Roman" panose="02020603050405020304" pitchFamily="18" charset="0"/>
            <a:cs typeface="Times New Roman" panose="02020603050405020304" pitchFamily="18" charset="0"/>
          </a:endParaRPr>
        </a:p>
      </dgm:t>
    </dgm:pt>
    <dgm:pt modelId="{C9D40A1F-A0D7-4F44-9991-92DA66369D3D}" type="parTrans" cxnId="{BC2B63AF-6A8C-4A9F-B782-E65E79767774}">
      <dgm:prSet/>
      <dgm:spPr/>
      <dgm:t>
        <a:bodyPr/>
        <a:lstStyle/>
        <a:p>
          <a:endParaRPr lang="en-IN"/>
        </a:p>
      </dgm:t>
    </dgm:pt>
    <dgm:pt modelId="{F6CC55CA-152A-4C07-BC7C-B4C1FF441DBD}" type="sibTrans" cxnId="{BC2B63AF-6A8C-4A9F-B782-E65E79767774}">
      <dgm:prSet/>
      <dgm:spPr/>
      <dgm:t>
        <a:bodyPr/>
        <a:lstStyle/>
        <a:p>
          <a:endParaRPr lang="en-IN"/>
        </a:p>
      </dgm:t>
    </dgm:pt>
    <dgm:pt modelId="{AE554B98-F982-4FD1-A370-A17E0F67E727}">
      <dgm:prSet custT="1"/>
      <dgm:spPr/>
      <dgm:t>
        <a:bodyPr/>
        <a:lstStyle/>
        <a:p>
          <a:r>
            <a:rPr lang="en-US" sz="2000" dirty="0">
              <a:latin typeface="Times New Roman" panose="02020603050405020304" pitchFamily="18" charset="0"/>
              <a:cs typeface="Times New Roman" panose="02020603050405020304" pitchFamily="18" charset="0"/>
            </a:rPr>
            <a:t>Design Patterns for Solving the Real life Problems</a:t>
          </a:r>
          <a:endParaRPr lang="en-IN" sz="2000" dirty="0">
            <a:latin typeface="Times New Roman" panose="02020603050405020304" pitchFamily="18" charset="0"/>
            <a:cs typeface="Times New Roman" panose="02020603050405020304" pitchFamily="18" charset="0"/>
          </a:endParaRPr>
        </a:p>
      </dgm:t>
    </dgm:pt>
    <dgm:pt modelId="{25332E81-A8CF-4904-9546-7F03179AA5F9}" type="parTrans" cxnId="{C8FE3B32-3E09-483A-ACAE-0C5A21947063}">
      <dgm:prSet/>
      <dgm:spPr/>
      <dgm:t>
        <a:bodyPr/>
        <a:lstStyle/>
        <a:p>
          <a:endParaRPr lang="en-IN"/>
        </a:p>
      </dgm:t>
    </dgm:pt>
    <dgm:pt modelId="{FB197809-7F38-4FDA-8470-6A04D732D452}" type="sibTrans" cxnId="{C8FE3B32-3E09-483A-ACAE-0C5A21947063}">
      <dgm:prSet/>
      <dgm:spPr/>
      <dgm:t>
        <a:bodyPr/>
        <a:lstStyle/>
        <a:p>
          <a:endParaRPr lang="en-IN"/>
        </a:p>
      </dgm:t>
    </dgm:pt>
    <dgm:pt modelId="{F7ED108A-B264-489A-99C2-774F307E0F58}">
      <dgm:prSet custT="1"/>
      <dgm:spPr/>
      <dgm:t>
        <a:bodyPr/>
        <a:lstStyle/>
        <a:p>
          <a:r>
            <a:rPr lang="en-US" sz="2000" dirty="0">
              <a:latin typeface="Times New Roman" panose="02020603050405020304" pitchFamily="18" charset="0"/>
              <a:cs typeface="Times New Roman" panose="02020603050405020304" pitchFamily="18" charset="0"/>
            </a:rPr>
            <a:t>Selection and Use of Design patterns</a:t>
          </a:r>
          <a:endParaRPr lang="en-IN" sz="2000" dirty="0">
            <a:latin typeface="Times New Roman" panose="02020603050405020304" pitchFamily="18" charset="0"/>
            <a:cs typeface="Times New Roman" panose="02020603050405020304" pitchFamily="18" charset="0"/>
          </a:endParaRPr>
        </a:p>
      </dgm:t>
    </dgm:pt>
    <dgm:pt modelId="{5856D2CC-331C-427B-9338-F42AE42DC0AB}" type="parTrans" cxnId="{60327C93-B1DC-4B6B-AE06-F5CA982969B1}">
      <dgm:prSet/>
      <dgm:spPr/>
      <dgm:t>
        <a:bodyPr/>
        <a:lstStyle/>
        <a:p>
          <a:endParaRPr lang="en-IN"/>
        </a:p>
      </dgm:t>
    </dgm:pt>
    <dgm:pt modelId="{4159DC4D-9318-4886-89D2-EC3102F99403}" type="sibTrans" cxnId="{60327C93-B1DC-4B6B-AE06-F5CA982969B1}">
      <dgm:prSet/>
      <dgm:spPr/>
      <dgm:t>
        <a:bodyPr/>
        <a:lstStyle/>
        <a:p>
          <a:endParaRPr lang="en-IN"/>
        </a:p>
      </dgm:t>
    </dgm:pt>
    <dgm:pt modelId="{33544025-9752-4393-90B5-736DFB19A370}">
      <dgm:prSet custT="1"/>
      <dgm:spPr/>
      <dgm:t>
        <a:bodyPr/>
        <a:lstStyle/>
        <a:p>
          <a:r>
            <a:rPr lang="en-US" sz="2000" dirty="0">
              <a:latin typeface="Times New Roman" panose="02020603050405020304" pitchFamily="18" charset="0"/>
              <a:cs typeface="Times New Roman" panose="02020603050405020304" pitchFamily="18" charset="0"/>
            </a:rPr>
            <a:t>Principle of least knowledge.</a:t>
          </a:r>
          <a:endParaRPr lang="en-IN" sz="2000" dirty="0">
            <a:latin typeface="Times New Roman" panose="02020603050405020304" pitchFamily="18" charset="0"/>
            <a:cs typeface="Times New Roman" panose="02020603050405020304" pitchFamily="18" charset="0"/>
          </a:endParaRPr>
        </a:p>
      </dgm:t>
    </dgm:pt>
    <dgm:pt modelId="{CF5DD2FF-2ED9-44FC-BC3A-4BBD4312ED68}" type="parTrans" cxnId="{E2086563-015D-446B-A891-399982E60E43}">
      <dgm:prSet/>
      <dgm:spPr/>
      <dgm:t>
        <a:bodyPr/>
        <a:lstStyle/>
        <a:p>
          <a:endParaRPr lang="en-IN"/>
        </a:p>
      </dgm:t>
    </dgm:pt>
    <dgm:pt modelId="{5118A0D0-63B5-4A87-AD5B-5126A699F1F3}" type="sibTrans" cxnId="{E2086563-015D-446B-A891-399982E60E43}">
      <dgm:prSet/>
      <dgm:spPr/>
      <dgm:t>
        <a:bodyPr/>
        <a:lstStyle/>
        <a:p>
          <a:endParaRPr lang="en-IN"/>
        </a:p>
      </dgm:t>
    </dgm:pt>
    <dgm:pt modelId="{1BD086BF-CBBC-43C5-97CE-24EE7B2D1B86}" type="pres">
      <dgm:prSet presAssocID="{81395E90-50D7-454B-B58A-E3B810123512}" presName="Name0" presStyleCnt="0">
        <dgm:presLayoutVars>
          <dgm:chMax val="7"/>
          <dgm:chPref val="7"/>
          <dgm:dir/>
        </dgm:presLayoutVars>
      </dgm:prSet>
      <dgm:spPr/>
    </dgm:pt>
    <dgm:pt modelId="{466EAB5F-6D6A-4812-8982-848B207FFC3A}" type="pres">
      <dgm:prSet presAssocID="{81395E90-50D7-454B-B58A-E3B810123512}" presName="Name1" presStyleCnt="0"/>
      <dgm:spPr/>
    </dgm:pt>
    <dgm:pt modelId="{EDB3980B-7EB0-47C9-AA38-F3CBC294DE1A}" type="pres">
      <dgm:prSet presAssocID="{81395E90-50D7-454B-B58A-E3B810123512}" presName="cycle" presStyleCnt="0"/>
      <dgm:spPr/>
    </dgm:pt>
    <dgm:pt modelId="{7A7B8FBC-2B47-47F7-A3D3-D61D3567D16B}" type="pres">
      <dgm:prSet presAssocID="{81395E90-50D7-454B-B58A-E3B810123512}" presName="srcNode" presStyleLbl="node1" presStyleIdx="0" presStyleCnt="7"/>
      <dgm:spPr/>
    </dgm:pt>
    <dgm:pt modelId="{1680A811-EB0C-4CB5-AAAE-BBB76A802439}" type="pres">
      <dgm:prSet presAssocID="{81395E90-50D7-454B-B58A-E3B810123512}" presName="conn" presStyleLbl="parChTrans1D2" presStyleIdx="0" presStyleCnt="1"/>
      <dgm:spPr/>
    </dgm:pt>
    <dgm:pt modelId="{221F7B5C-EBD6-4D93-86F4-01B07CF39A2C}" type="pres">
      <dgm:prSet presAssocID="{81395E90-50D7-454B-B58A-E3B810123512}" presName="extraNode" presStyleLbl="node1" presStyleIdx="0" presStyleCnt="7"/>
      <dgm:spPr/>
    </dgm:pt>
    <dgm:pt modelId="{373B6E40-4588-4C6D-8935-3B68D1204D3D}" type="pres">
      <dgm:prSet presAssocID="{81395E90-50D7-454B-B58A-E3B810123512}" presName="dstNode" presStyleLbl="node1" presStyleIdx="0" presStyleCnt="7"/>
      <dgm:spPr/>
    </dgm:pt>
    <dgm:pt modelId="{98AA67F9-10D6-40B5-BA0A-16433BA5A349}" type="pres">
      <dgm:prSet presAssocID="{BF8F5E42-3AAD-4EDB-B821-60B4D6DAEFC5}" presName="text_1" presStyleLbl="node1" presStyleIdx="0" presStyleCnt="7">
        <dgm:presLayoutVars>
          <dgm:bulletEnabled val="1"/>
        </dgm:presLayoutVars>
      </dgm:prSet>
      <dgm:spPr/>
    </dgm:pt>
    <dgm:pt modelId="{DDA7EABC-89B4-4C32-8099-2AF1295997F9}" type="pres">
      <dgm:prSet presAssocID="{BF8F5E42-3AAD-4EDB-B821-60B4D6DAEFC5}" presName="accent_1" presStyleCnt="0"/>
      <dgm:spPr/>
    </dgm:pt>
    <dgm:pt modelId="{4B9C0DFE-AD1C-4484-AD0F-3101A95F3401}" type="pres">
      <dgm:prSet presAssocID="{BF8F5E42-3AAD-4EDB-B821-60B4D6DAEFC5}" presName="accentRepeatNode" presStyleLbl="solidFgAcc1" presStyleIdx="0" presStyleCnt="7"/>
      <dgm:spPr/>
    </dgm:pt>
    <dgm:pt modelId="{88BCBFD8-B0F2-4798-9FD3-BF054841B46F}" type="pres">
      <dgm:prSet presAssocID="{0A484B39-3B25-46FE-93F4-4EA8B6BC4C9B}" presName="text_2" presStyleLbl="node1" presStyleIdx="1" presStyleCnt="7">
        <dgm:presLayoutVars>
          <dgm:bulletEnabled val="1"/>
        </dgm:presLayoutVars>
      </dgm:prSet>
      <dgm:spPr/>
    </dgm:pt>
    <dgm:pt modelId="{85A3CFFB-AD60-4EBB-A20D-7B3A1EA83F2D}" type="pres">
      <dgm:prSet presAssocID="{0A484B39-3B25-46FE-93F4-4EA8B6BC4C9B}" presName="accent_2" presStyleCnt="0"/>
      <dgm:spPr/>
    </dgm:pt>
    <dgm:pt modelId="{FE249998-030A-40FD-9BBB-D50EE75C96B6}" type="pres">
      <dgm:prSet presAssocID="{0A484B39-3B25-46FE-93F4-4EA8B6BC4C9B}" presName="accentRepeatNode" presStyleLbl="solidFgAcc1" presStyleIdx="1" presStyleCnt="7"/>
      <dgm:spPr/>
    </dgm:pt>
    <dgm:pt modelId="{3B0EEFB9-B05A-4AF0-A884-FCF31C09FD1F}" type="pres">
      <dgm:prSet presAssocID="{EA18E607-0B94-417A-8D8A-397962E40585}" presName="text_3" presStyleLbl="node1" presStyleIdx="2" presStyleCnt="7">
        <dgm:presLayoutVars>
          <dgm:bulletEnabled val="1"/>
        </dgm:presLayoutVars>
      </dgm:prSet>
      <dgm:spPr/>
    </dgm:pt>
    <dgm:pt modelId="{F9B68722-04C9-458E-8A97-3A22F9737A41}" type="pres">
      <dgm:prSet presAssocID="{EA18E607-0B94-417A-8D8A-397962E40585}" presName="accent_3" presStyleCnt="0"/>
      <dgm:spPr/>
    </dgm:pt>
    <dgm:pt modelId="{7DE47BAA-958B-43D0-B4F8-BB30CB277AC2}" type="pres">
      <dgm:prSet presAssocID="{EA18E607-0B94-417A-8D8A-397962E40585}" presName="accentRepeatNode" presStyleLbl="solidFgAcc1" presStyleIdx="2" presStyleCnt="7"/>
      <dgm:spPr/>
    </dgm:pt>
    <dgm:pt modelId="{35FD1A73-9F06-458E-A0CB-09F03F7FA838}" type="pres">
      <dgm:prSet presAssocID="{5EC1FF5A-AB91-4FDE-89DE-3DFBDCF77BEA}" presName="text_4" presStyleLbl="node1" presStyleIdx="3" presStyleCnt="7">
        <dgm:presLayoutVars>
          <dgm:bulletEnabled val="1"/>
        </dgm:presLayoutVars>
      </dgm:prSet>
      <dgm:spPr/>
    </dgm:pt>
    <dgm:pt modelId="{B85C0775-C8F8-492D-AA11-7E7C486E08A1}" type="pres">
      <dgm:prSet presAssocID="{5EC1FF5A-AB91-4FDE-89DE-3DFBDCF77BEA}" presName="accent_4" presStyleCnt="0"/>
      <dgm:spPr/>
    </dgm:pt>
    <dgm:pt modelId="{9DA9EF0D-263A-4505-826F-8A54B4709BAF}" type="pres">
      <dgm:prSet presAssocID="{5EC1FF5A-AB91-4FDE-89DE-3DFBDCF77BEA}" presName="accentRepeatNode" presStyleLbl="solidFgAcc1" presStyleIdx="3" presStyleCnt="7"/>
      <dgm:spPr/>
    </dgm:pt>
    <dgm:pt modelId="{8682D412-F783-4EF9-8D9B-9390AAF03262}" type="pres">
      <dgm:prSet presAssocID="{AE554B98-F982-4FD1-A370-A17E0F67E727}" presName="text_5" presStyleLbl="node1" presStyleIdx="4" presStyleCnt="7">
        <dgm:presLayoutVars>
          <dgm:bulletEnabled val="1"/>
        </dgm:presLayoutVars>
      </dgm:prSet>
      <dgm:spPr/>
    </dgm:pt>
    <dgm:pt modelId="{D816C722-B7D2-4260-8F09-E52D911932E1}" type="pres">
      <dgm:prSet presAssocID="{AE554B98-F982-4FD1-A370-A17E0F67E727}" presName="accent_5" presStyleCnt="0"/>
      <dgm:spPr/>
    </dgm:pt>
    <dgm:pt modelId="{0229E6A0-DD77-4ABA-B77C-69A9861D36D6}" type="pres">
      <dgm:prSet presAssocID="{AE554B98-F982-4FD1-A370-A17E0F67E727}" presName="accentRepeatNode" presStyleLbl="solidFgAcc1" presStyleIdx="4" presStyleCnt="7"/>
      <dgm:spPr/>
    </dgm:pt>
    <dgm:pt modelId="{6749AA46-EAD6-4364-BE86-B8E90B372E2E}" type="pres">
      <dgm:prSet presAssocID="{F7ED108A-B264-489A-99C2-774F307E0F58}" presName="text_6" presStyleLbl="node1" presStyleIdx="5" presStyleCnt="7">
        <dgm:presLayoutVars>
          <dgm:bulletEnabled val="1"/>
        </dgm:presLayoutVars>
      </dgm:prSet>
      <dgm:spPr/>
    </dgm:pt>
    <dgm:pt modelId="{ECD01494-842B-42E3-97F9-EA522B80E63D}" type="pres">
      <dgm:prSet presAssocID="{F7ED108A-B264-489A-99C2-774F307E0F58}" presName="accent_6" presStyleCnt="0"/>
      <dgm:spPr/>
    </dgm:pt>
    <dgm:pt modelId="{A576902E-2A1C-4AED-AA35-D48C5007CCF3}" type="pres">
      <dgm:prSet presAssocID="{F7ED108A-B264-489A-99C2-774F307E0F58}" presName="accentRepeatNode" presStyleLbl="solidFgAcc1" presStyleIdx="5" presStyleCnt="7"/>
      <dgm:spPr/>
    </dgm:pt>
    <dgm:pt modelId="{723A38AE-201E-4D4B-B7FB-7D43CBD2025A}" type="pres">
      <dgm:prSet presAssocID="{33544025-9752-4393-90B5-736DFB19A370}" presName="text_7" presStyleLbl="node1" presStyleIdx="6" presStyleCnt="7">
        <dgm:presLayoutVars>
          <dgm:bulletEnabled val="1"/>
        </dgm:presLayoutVars>
      </dgm:prSet>
      <dgm:spPr/>
    </dgm:pt>
    <dgm:pt modelId="{AA4419CB-BFFA-4417-94CD-4869B36A5BDE}" type="pres">
      <dgm:prSet presAssocID="{33544025-9752-4393-90B5-736DFB19A370}" presName="accent_7" presStyleCnt="0"/>
      <dgm:spPr/>
    </dgm:pt>
    <dgm:pt modelId="{E98E93EE-4CF0-4874-85FC-39F92097CF84}" type="pres">
      <dgm:prSet presAssocID="{33544025-9752-4393-90B5-736DFB19A370}" presName="accentRepeatNode" presStyleLbl="solidFgAcc1" presStyleIdx="6" presStyleCnt="7"/>
      <dgm:spPr/>
    </dgm:pt>
  </dgm:ptLst>
  <dgm:cxnLst>
    <dgm:cxn modelId="{F933E816-D3B1-47A5-9774-DEFBBBB91BF5}" srcId="{81395E90-50D7-454B-B58A-E3B810123512}" destId="{BF8F5E42-3AAD-4EDB-B821-60B4D6DAEFC5}" srcOrd="0" destOrd="0" parTransId="{62A2E0B8-B52A-45BE-8CE3-FFC32C0C1334}" sibTransId="{533DC2CF-B200-4402-9CC7-DCFFD0A4B01F}"/>
    <dgm:cxn modelId="{C8FE3B32-3E09-483A-ACAE-0C5A21947063}" srcId="{81395E90-50D7-454B-B58A-E3B810123512}" destId="{AE554B98-F982-4FD1-A370-A17E0F67E727}" srcOrd="4" destOrd="0" parTransId="{25332E81-A8CF-4904-9546-7F03179AA5F9}" sibTransId="{FB197809-7F38-4FDA-8470-6A04D732D452}"/>
    <dgm:cxn modelId="{02052538-1631-48FD-AD62-A9F627D66ED5}" type="presOf" srcId="{533DC2CF-B200-4402-9CC7-DCFFD0A4B01F}" destId="{1680A811-EB0C-4CB5-AAAE-BBB76A802439}" srcOrd="0" destOrd="0" presId="urn:microsoft.com/office/officeart/2008/layout/VerticalCurvedList"/>
    <dgm:cxn modelId="{A6D23E3C-93EE-461D-BCDE-17C8D8EF3536}" type="presOf" srcId="{AE554B98-F982-4FD1-A370-A17E0F67E727}" destId="{8682D412-F783-4EF9-8D9B-9390AAF03262}" srcOrd="0" destOrd="0" presId="urn:microsoft.com/office/officeart/2008/layout/VerticalCurvedList"/>
    <dgm:cxn modelId="{E2086563-015D-446B-A891-399982E60E43}" srcId="{81395E90-50D7-454B-B58A-E3B810123512}" destId="{33544025-9752-4393-90B5-736DFB19A370}" srcOrd="6" destOrd="0" parTransId="{CF5DD2FF-2ED9-44FC-BC3A-4BBD4312ED68}" sibTransId="{5118A0D0-63B5-4A87-AD5B-5126A699F1F3}"/>
    <dgm:cxn modelId="{D5EEEE45-CCF0-440C-B6D7-822A38EFCD07}" srcId="{81395E90-50D7-454B-B58A-E3B810123512}" destId="{EA18E607-0B94-417A-8D8A-397962E40585}" srcOrd="2" destOrd="0" parTransId="{300B00D4-0F1A-45FD-818D-ADACA1164976}" sibTransId="{ACA97BCD-9F3A-4F88-896F-9E8DFE772C34}"/>
    <dgm:cxn modelId="{5AF90F4F-FB5F-48BB-A554-13199362A61F}" type="presOf" srcId="{0A484B39-3B25-46FE-93F4-4EA8B6BC4C9B}" destId="{88BCBFD8-B0F2-4798-9FD3-BF054841B46F}" srcOrd="0" destOrd="0" presId="urn:microsoft.com/office/officeart/2008/layout/VerticalCurvedList"/>
    <dgm:cxn modelId="{1F64F556-E465-4988-BBDA-F860C96BF4BA}" type="presOf" srcId="{81395E90-50D7-454B-B58A-E3B810123512}" destId="{1BD086BF-CBBC-43C5-97CE-24EE7B2D1B86}" srcOrd="0" destOrd="0" presId="urn:microsoft.com/office/officeart/2008/layout/VerticalCurvedList"/>
    <dgm:cxn modelId="{94A7C57F-79DD-427C-9ABA-B3BD7B630D66}" type="presOf" srcId="{EA18E607-0B94-417A-8D8A-397962E40585}" destId="{3B0EEFB9-B05A-4AF0-A884-FCF31C09FD1F}" srcOrd="0" destOrd="0" presId="urn:microsoft.com/office/officeart/2008/layout/VerticalCurvedList"/>
    <dgm:cxn modelId="{60327C93-B1DC-4B6B-AE06-F5CA982969B1}" srcId="{81395E90-50D7-454B-B58A-E3B810123512}" destId="{F7ED108A-B264-489A-99C2-774F307E0F58}" srcOrd="5" destOrd="0" parTransId="{5856D2CC-331C-427B-9338-F42AE42DC0AB}" sibTransId="{4159DC4D-9318-4886-89D2-EC3102F99403}"/>
    <dgm:cxn modelId="{BC2B63AF-6A8C-4A9F-B782-E65E79767774}" srcId="{81395E90-50D7-454B-B58A-E3B810123512}" destId="{5EC1FF5A-AB91-4FDE-89DE-3DFBDCF77BEA}" srcOrd="3" destOrd="0" parTransId="{C9D40A1F-A0D7-4F44-9991-92DA66369D3D}" sibTransId="{F6CC55CA-152A-4C07-BC7C-B4C1FF441DBD}"/>
    <dgm:cxn modelId="{28B286BC-48FB-4EB0-B225-A5C7A4B35A3F}" type="presOf" srcId="{BF8F5E42-3AAD-4EDB-B821-60B4D6DAEFC5}" destId="{98AA67F9-10D6-40B5-BA0A-16433BA5A349}" srcOrd="0" destOrd="0" presId="urn:microsoft.com/office/officeart/2008/layout/VerticalCurvedList"/>
    <dgm:cxn modelId="{E33B3AC7-50E7-4261-9195-9646B1A0787B}" srcId="{81395E90-50D7-454B-B58A-E3B810123512}" destId="{0A484B39-3B25-46FE-93F4-4EA8B6BC4C9B}" srcOrd="1" destOrd="0" parTransId="{FB2F997B-AD0D-404C-93B2-5B7A4C016AD2}" sibTransId="{7A3D7633-BD7F-4F72-BFC0-06B041805C2E}"/>
    <dgm:cxn modelId="{CCD7F0DC-BAC5-4106-9A61-B90C7A0C1750}" type="presOf" srcId="{33544025-9752-4393-90B5-736DFB19A370}" destId="{723A38AE-201E-4D4B-B7FB-7D43CBD2025A}" srcOrd="0" destOrd="0" presId="urn:microsoft.com/office/officeart/2008/layout/VerticalCurvedList"/>
    <dgm:cxn modelId="{C6B4D5FA-7C21-41E1-9341-D1156E48D85F}" type="presOf" srcId="{5EC1FF5A-AB91-4FDE-89DE-3DFBDCF77BEA}" destId="{35FD1A73-9F06-458E-A0CB-09F03F7FA838}" srcOrd="0" destOrd="0" presId="urn:microsoft.com/office/officeart/2008/layout/VerticalCurvedList"/>
    <dgm:cxn modelId="{6D1739FD-593D-4F0A-9B2B-6F7726556396}" type="presOf" srcId="{F7ED108A-B264-489A-99C2-774F307E0F58}" destId="{6749AA46-EAD6-4364-BE86-B8E90B372E2E}" srcOrd="0" destOrd="0" presId="urn:microsoft.com/office/officeart/2008/layout/VerticalCurvedList"/>
    <dgm:cxn modelId="{E77B3F08-A138-46D3-9AE6-6657262E50C0}" type="presParOf" srcId="{1BD086BF-CBBC-43C5-97CE-24EE7B2D1B86}" destId="{466EAB5F-6D6A-4812-8982-848B207FFC3A}" srcOrd="0" destOrd="0" presId="urn:microsoft.com/office/officeart/2008/layout/VerticalCurvedList"/>
    <dgm:cxn modelId="{12015470-22A7-4FDE-B64A-DE78983FA4BF}" type="presParOf" srcId="{466EAB5F-6D6A-4812-8982-848B207FFC3A}" destId="{EDB3980B-7EB0-47C9-AA38-F3CBC294DE1A}" srcOrd="0" destOrd="0" presId="urn:microsoft.com/office/officeart/2008/layout/VerticalCurvedList"/>
    <dgm:cxn modelId="{03476BC1-1FB8-4AC0-9B70-4B2B742861BB}" type="presParOf" srcId="{EDB3980B-7EB0-47C9-AA38-F3CBC294DE1A}" destId="{7A7B8FBC-2B47-47F7-A3D3-D61D3567D16B}" srcOrd="0" destOrd="0" presId="urn:microsoft.com/office/officeart/2008/layout/VerticalCurvedList"/>
    <dgm:cxn modelId="{D187E5CC-15BB-4BF9-98B3-B82D0A3F1D74}" type="presParOf" srcId="{EDB3980B-7EB0-47C9-AA38-F3CBC294DE1A}" destId="{1680A811-EB0C-4CB5-AAAE-BBB76A802439}" srcOrd="1" destOrd="0" presId="urn:microsoft.com/office/officeart/2008/layout/VerticalCurvedList"/>
    <dgm:cxn modelId="{1A9B9562-F295-473C-8EB7-C8B22C8BC513}" type="presParOf" srcId="{EDB3980B-7EB0-47C9-AA38-F3CBC294DE1A}" destId="{221F7B5C-EBD6-4D93-86F4-01B07CF39A2C}" srcOrd="2" destOrd="0" presId="urn:microsoft.com/office/officeart/2008/layout/VerticalCurvedList"/>
    <dgm:cxn modelId="{4243F61A-6A2E-414C-AB9F-6DD63DB5B1A1}" type="presParOf" srcId="{EDB3980B-7EB0-47C9-AA38-F3CBC294DE1A}" destId="{373B6E40-4588-4C6D-8935-3B68D1204D3D}" srcOrd="3" destOrd="0" presId="urn:microsoft.com/office/officeart/2008/layout/VerticalCurvedList"/>
    <dgm:cxn modelId="{51962C8A-B53D-472E-9D1E-B0785619B8EE}" type="presParOf" srcId="{466EAB5F-6D6A-4812-8982-848B207FFC3A}" destId="{98AA67F9-10D6-40B5-BA0A-16433BA5A349}" srcOrd="1" destOrd="0" presId="urn:microsoft.com/office/officeart/2008/layout/VerticalCurvedList"/>
    <dgm:cxn modelId="{6AFA4D37-88B3-4162-9CFC-106504482AEF}" type="presParOf" srcId="{466EAB5F-6D6A-4812-8982-848B207FFC3A}" destId="{DDA7EABC-89B4-4C32-8099-2AF1295997F9}" srcOrd="2" destOrd="0" presId="urn:microsoft.com/office/officeart/2008/layout/VerticalCurvedList"/>
    <dgm:cxn modelId="{21B6EDF4-0902-4C25-B162-A5C0775E7325}" type="presParOf" srcId="{DDA7EABC-89B4-4C32-8099-2AF1295997F9}" destId="{4B9C0DFE-AD1C-4484-AD0F-3101A95F3401}" srcOrd="0" destOrd="0" presId="urn:microsoft.com/office/officeart/2008/layout/VerticalCurvedList"/>
    <dgm:cxn modelId="{8D93BA22-DF14-46ED-8BE1-8DF694753943}" type="presParOf" srcId="{466EAB5F-6D6A-4812-8982-848B207FFC3A}" destId="{88BCBFD8-B0F2-4798-9FD3-BF054841B46F}" srcOrd="3" destOrd="0" presId="urn:microsoft.com/office/officeart/2008/layout/VerticalCurvedList"/>
    <dgm:cxn modelId="{1E058EC6-CD40-4E02-A973-8CA572A3BF4E}" type="presParOf" srcId="{466EAB5F-6D6A-4812-8982-848B207FFC3A}" destId="{85A3CFFB-AD60-4EBB-A20D-7B3A1EA83F2D}" srcOrd="4" destOrd="0" presId="urn:microsoft.com/office/officeart/2008/layout/VerticalCurvedList"/>
    <dgm:cxn modelId="{9BA72D2F-B58D-4312-AEC6-471A446BFFDB}" type="presParOf" srcId="{85A3CFFB-AD60-4EBB-A20D-7B3A1EA83F2D}" destId="{FE249998-030A-40FD-9BBB-D50EE75C96B6}" srcOrd="0" destOrd="0" presId="urn:microsoft.com/office/officeart/2008/layout/VerticalCurvedList"/>
    <dgm:cxn modelId="{C82B1359-137C-44AD-85DC-098E7A10E8B4}" type="presParOf" srcId="{466EAB5F-6D6A-4812-8982-848B207FFC3A}" destId="{3B0EEFB9-B05A-4AF0-A884-FCF31C09FD1F}" srcOrd="5" destOrd="0" presId="urn:microsoft.com/office/officeart/2008/layout/VerticalCurvedList"/>
    <dgm:cxn modelId="{CFF83994-4AE0-49DF-9524-69D54974CCE5}" type="presParOf" srcId="{466EAB5F-6D6A-4812-8982-848B207FFC3A}" destId="{F9B68722-04C9-458E-8A97-3A22F9737A41}" srcOrd="6" destOrd="0" presId="urn:microsoft.com/office/officeart/2008/layout/VerticalCurvedList"/>
    <dgm:cxn modelId="{9BB3443C-639F-4BDC-940F-512EAE238C7F}" type="presParOf" srcId="{F9B68722-04C9-458E-8A97-3A22F9737A41}" destId="{7DE47BAA-958B-43D0-B4F8-BB30CB277AC2}" srcOrd="0" destOrd="0" presId="urn:microsoft.com/office/officeart/2008/layout/VerticalCurvedList"/>
    <dgm:cxn modelId="{B1B0F523-6BD5-44F4-9C19-3B541C3D8289}" type="presParOf" srcId="{466EAB5F-6D6A-4812-8982-848B207FFC3A}" destId="{35FD1A73-9F06-458E-A0CB-09F03F7FA838}" srcOrd="7" destOrd="0" presId="urn:microsoft.com/office/officeart/2008/layout/VerticalCurvedList"/>
    <dgm:cxn modelId="{2FD29272-8B9C-473B-9FCB-403641FFC45D}" type="presParOf" srcId="{466EAB5F-6D6A-4812-8982-848B207FFC3A}" destId="{B85C0775-C8F8-492D-AA11-7E7C486E08A1}" srcOrd="8" destOrd="0" presId="urn:microsoft.com/office/officeart/2008/layout/VerticalCurvedList"/>
    <dgm:cxn modelId="{FA6E049B-ACBA-4201-9409-CD47E89B8F5A}" type="presParOf" srcId="{B85C0775-C8F8-492D-AA11-7E7C486E08A1}" destId="{9DA9EF0D-263A-4505-826F-8A54B4709BAF}" srcOrd="0" destOrd="0" presId="urn:microsoft.com/office/officeart/2008/layout/VerticalCurvedList"/>
    <dgm:cxn modelId="{483D6218-48EA-441D-BF9A-8DD3CA6706BA}" type="presParOf" srcId="{466EAB5F-6D6A-4812-8982-848B207FFC3A}" destId="{8682D412-F783-4EF9-8D9B-9390AAF03262}" srcOrd="9" destOrd="0" presId="urn:microsoft.com/office/officeart/2008/layout/VerticalCurvedList"/>
    <dgm:cxn modelId="{68098772-3FCF-46F2-813B-9735746F6A28}" type="presParOf" srcId="{466EAB5F-6D6A-4812-8982-848B207FFC3A}" destId="{D816C722-B7D2-4260-8F09-E52D911932E1}" srcOrd="10" destOrd="0" presId="urn:microsoft.com/office/officeart/2008/layout/VerticalCurvedList"/>
    <dgm:cxn modelId="{6097D709-E747-4E79-B43D-8A987C8C64BE}" type="presParOf" srcId="{D816C722-B7D2-4260-8F09-E52D911932E1}" destId="{0229E6A0-DD77-4ABA-B77C-69A9861D36D6}" srcOrd="0" destOrd="0" presId="urn:microsoft.com/office/officeart/2008/layout/VerticalCurvedList"/>
    <dgm:cxn modelId="{CE1B3AA2-FC99-4069-8161-2BD03E18E590}" type="presParOf" srcId="{466EAB5F-6D6A-4812-8982-848B207FFC3A}" destId="{6749AA46-EAD6-4364-BE86-B8E90B372E2E}" srcOrd="11" destOrd="0" presId="urn:microsoft.com/office/officeart/2008/layout/VerticalCurvedList"/>
    <dgm:cxn modelId="{7D0818B6-5A0B-4A60-988B-935E36BC421D}" type="presParOf" srcId="{466EAB5F-6D6A-4812-8982-848B207FFC3A}" destId="{ECD01494-842B-42E3-97F9-EA522B80E63D}" srcOrd="12" destOrd="0" presId="urn:microsoft.com/office/officeart/2008/layout/VerticalCurvedList"/>
    <dgm:cxn modelId="{3A1B1946-903F-40F4-9209-6E2F2ED6EBC6}" type="presParOf" srcId="{ECD01494-842B-42E3-97F9-EA522B80E63D}" destId="{A576902E-2A1C-4AED-AA35-D48C5007CCF3}" srcOrd="0" destOrd="0" presId="urn:microsoft.com/office/officeart/2008/layout/VerticalCurvedList"/>
    <dgm:cxn modelId="{B25862E7-EEBA-4442-8FB1-CE000A538DD9}" type="presParOf" srcId="{466EAB5F-6D6A-4812-8982-848B207FFC3A}" destId="{723A38AE-201E-4D4B-B7FB-7D43CBD2025A}" srcOrd="13" destOrd="0" presId="urn:microsoft.com/office/officeart/2008/layout/VerticalCurvedList"/>
    <dgm:cxn modelId="{1D3BA63C-8453-477F-B1B0-02215DDA55E3}" type="presParOf" srcId="{466EAB5F-6D6A-4812-8982-848B207FFC3A}" destId="{AA4419CB-BFFA-4417-94CD-4869B36A5BDE}" srcOrd="14" destOrd="0" presId="urn:microsoft.com/office/officeart/2008/layout/VerticalCurvedList"/>
    <dgm:cxn modelId="{879AFFE2-76D1-45BF-9965-AAB35B8DA637}" type="presParOf" srcId="{AA4419CB-BFFA-4417-94CD-4869B36A5BDE}" destId="{E98E93EE-4CF0-4874-85FC-39F92097CF84}"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1395E90-50D7-454B-B58A-E3B810123512}" type="doc">
      <dgm:prSet loTypeId="urn:microsoft.com/office/officeart/2008/layout/VerticalCurvedList" loCatId="list" qsTypeId="urn:microsoft.com/office/officeart/2005/8/quickstyle/simple5" qsCatId="simple" csTypeId="urn:microsoft.com/office/officeart/2005/8/colors/accent2_1" csCatId="accent2" phldr="1"/>
      <dgm:spPr/>
      <dgm:t>
        <a:bodyPr/>
        <a:lstStyle/>
        <a:p>
          <a:endParaRPr lang="en-IN"/>
        </a:p>
      </dgm:t>
    </dgm:pt>
    <dgm:pt modelId="{5782D153-1A11-4B47-B02B-5C5349B337C1}">
      <dgm:prSet custT="1"/>
      <dgm:spPr/>
      <dgm:t>
        <a:bodyPr/>
        <a:lstStyle/>
        <a:p>
          <a:r>
            <a:rPr lang="en-US" sz="2000" dirty="0">
              <a:latin typeface="Times New Roman" panose="02020603050405020304" pitchFamily="18" charset="0"/>
              <a:cs typeface="Times New Roman" panose="02020603050405020304" pitchFamily="18" charset="0"/>
            </a:rPr>
            <a:t>Factory Pattern</a:t>
          </a:r>
          <a:endParaRPr lang="en-IN" sz="2000" dirty="0">
            <a:latin typeface="Times New Roman" panose="02020603050405020304" pitchFamily="18" charset="0"/>
            <a:cs typeface="Times New Roman" panose="02020603050405020304" pitchFamily="18" charset="0"/>
          </a:endParaRPr>
        </a:p>
      </dgm:t>
    </dgm:pt>
    <dgm:pt modelId="{A65FB9BD-BA95-4600-99EF-72F81DFB6F68}" type="parTrans" cxnId="{E85C3938-1ADF-48BA-8FF1-9945B5A7A32D}">
      <dgm:prSet/>
      <dgm:spPr/>
      <dgm:t>
        <a:bodyPr/>
        <a:lstStyle/>
        <a:p>
          <a:endParaRPr lang="en-IN"/>
        </a:p>
      </dgm:t>
    </dgm:pt>
    <dgm:pt modelId="{24411B5D-CB0A-45C0-9AE1-6B7ACF971CF8}" type="sibTrans" cxnId="{E85C3938-1ADF-48BA-8FF1-9945B5A7A32D}">
      <dgm:prSet/>
      <dgm:spPr/>
      <dgm:t>
        <a:bodyPr/>
        <a:lstStyle/>
        <a:p>
          <a:endParaRPr lang="en-IN"/>
        </a:p>
      </dgm:t>
    </dgm:pt>
    <dgm:pt modelId="{60599E53-FD59-49F1-87F5-0D775A6BBA49}">
      <dgm:prSet custT="1"/>
      <dgm:spPr/>
      <dgm:t>
        <a:bodyPr/>
        <a:lstStyle/>
        <a:p>
          <a:r>
            <a:rPr lang="en-US" sz="2000" dirty="0">
              <a:latin typeface="Times New Roman" panose="02020603050405020304" pitchFamily="18" charset="0"/>
              <a:cs typeface="Times New Roman" panose="02020603050405020304" pitchFamily="18" charset="0"/>
            </a:rPr>
            <a:t>Prototype Pattern</a:t>
          </a:r>
          <a:endParaRPr lang="en-IN" sz="2000" dirty="0">
            <a:latin typeface="Times New Roman" panose="02020603050405020304" pitchFamily="18" charset="0"/>
            <a:cs typeface="Times New Roman" panose="02020603050405020304" pitchFamily="18" charset="0"/>
          </a:endParaRPr>
        </a:p>
      </dgm:t>
    </dgm:pt>
    <dgm:pt modelId="{E5C2CD3C-C601-4334-B40C-04BBD04D26D9}" type="parTrans" cxnId="{DE7A2482-3D1A-4872-9614-3F0D1D95832D}">
      <dgm:prSet/>
      <dgm:spPr/>
      <dgm:t>
        <a:bodyPr/>
        <a:lstStyle/>
        <a:p>
          <a:endParaRPr lang="en-IN"/>
        </a:p>
      </dgm:t>
    </dgm:pt>
    <dgm:pt modelId="{FC1C8252-8392-4728-AB2C-CA01E4B5AFBA}" type="sibTrans" cxnId="{DE7A2482-3D1A-4872-9614-3F0D1D95832D}">
      <dgm:prSet/>
      <dgm:spPr/>
      <dgm:t>
        <a:bodyPr/>
        <a:lstStyle/>
        <a:p>
          <a:endParaRPr lang="en-IN"/>
        </a:p>
      </dgm:t>
    </dgm:pt>
    <dgm:pt modelId="{C398760E-B5C6-4883-A064-650B12AC1C4F}">
      <dgm:prSet custT="1"/>
      <dgm:spPr/>
      <dgm:t>
        <a:bodyPr/>
        <a:lstStyle/>
        <a:p>
          <a:r>
            <a:rPr lang="en-US" sz="2000" dirty="0">
              <a:latin typeface="Times New Roman" panose="02020603050405020304" pitchFamily="18" charset="0"/>
              <a:cs typeface="Times New Roman" panose="02020603050405020304" pitchFamily="18" charset="0"/>
            </a:rPr>
            <a:t>Singleton pattern</a:t>
          </a:r>
          <a:endParaRPr lang="en-IN" sz="2000" dirty="0">
            <a:latin typeface="Times New Roman" panose="02020603050405020304" pitchFamily="18" charset="0"/>
            <a:cs typeface="Times New Roman" panose="02020603050405020304" pitchFamily="18" charset="0"/>
          </a:endParaRPr>
        </a:p>
      </dgm:t>
    </dgm:pt>
    <dgm:pt modelId="{4E2167F8-CE91-4969-BE74-16D6ABE10145}" type="parTrans" cxnId="{BD8D3EBE-737F-46B0-AFB6-9CC3D2998BD8}">
      <dgm:prSet/>
      <dgm:spPr/>
      <dgm:t>
        <a:bodyPr/>
        <a:lstStyle/>
        <a:p>
          <a:endParaRPr lang="en-IN"/>
        </a:p>
      </dgm:t>
    </dgm:pt>
    <dgm:pt modelId="{E08C7CAB-4E8A-431E-A08F-E6AF62E09BA3}" type="sibTrans" cxnId="{BD8D3EBE-737F-46B0-AFB6-9CC3D2998BD8}">
      <dgm:prSet/>
      <dgm:spPr/>
      <dgm:t>
        <a:bodyPr/>
        <a:lstStyle/>
        <a:p>
          <a:endParaRPr lang="en-IN"/>
        </a:p>
      </dgm:t>
    </dgm:pt>
    <dgm:pt modelId="{BF8F5E42-3AAD-4EDB-B821-60B4D6DAEFC5}">
      <dgm:prSet custT="1"/>
      <dgm:spPr/>
      <dgm:t>
        <a:bodyPr/>
        <a:lstStyle/>
        <a:p>
          <a:r>
            <a:rPr lang="en-US" sz="2000" dirty="0">
              <a:latin typeface="Times New Roman" panose="02020603050405020304" pitchFamily="18" charset="0"/>
              <a:cs typeface="Times New Roman" panose="02020603050405020304" pitchFamily="18" charset="0"/>
            </a:rPr>
            <a:t>Creational Patterns: Abstract Factory</a:t>
          </a:r>
          <a:endParaRPr lang="en-IN" sz="2000" dirty="0">
            <a:latin typeface="Times New Roman" panose="02020603050405020304" pitchFamily="18" charset="0"/>
            <a:cs typeface="Times New Roman" panose="02020603050405020304" pitchFamily="18" charset="0"/>
          </a:endParaRPr>
        </a:p>
      </dgm:t>
    </dgm:pt>
    <dgm:pt modelId="{62A2E0B8-B52A-45BE-8CE3-FFC32C0C1334}" type="parTrans" cxnId="{F933E816-D3B1-47A5-9774-DEFBBBB91BF5}">
      <dgm:prSet/>
      <dgm:spPr/>
      <dgm:t>
        <a:bodyPr/>
        <a:lstStyle/>
        <a:p>
          <a:endParaRPr lang="en-IN"/>
        </a:p>
      </dgm:t>
    </dgm:pt>
    <dgm:pt modelId="{533DC2CF-B200-4402-9CC7-DCFFD0A4B01F}" type="sibTrans" cxnId="{F933E816-D3B1-47A5-9774-DEFBBBB91BF5}">
      <dgm:prSet/>
      <dgm:spPr/>
      <dgm:t>
        <a:bodyPr/>
        <a:lstStyle/>
        <a:p>
          <a:endParaRPr lang="en-IN">
            <a:latin typeface="Times New Roman" panose="02020603050405020304" pitchFamily="18" charset="0"/>
            <a:cs typeface="Times New Roman" panose="02020603050405020304" pitchFamily="18" charset="0"/>
          </a:endParaRPr>
        </a:p>
      </dgm:t>
    </dgm:pt>
    <dgm:pt modelId="{0A484B39-3B25-46FE-93F4-4EA8B6BC4C9B}">
      <dgm:prSet custT="1"/>
      <dgm:spPr/>
      <dgm:t>
        <a:bodyPr/>
        <a:lstStyle/>
        <a:p>
          <a:r>
            <a:rPr lang="en-US" sz="2000" dirty="0">
              <a:latin typeface="Times New Roman" panose="02020603050405020304" pitchFamily="18" charset="0"/>
              <a:cs typeface="Times New Roman" panose="02020603050405020304" pitchFamily="18" charset="0"/>
            </a:rPr>
            <a:t>Builder</a:t>
          </a:r>
          <a:endParaRPr lang="en-IN" sz="2000" dirty="0">
            <a:latin typeface="Times New Roman" panose="02020603050405020304" pitchFamily="18" charset="0"/>
            <a:cs typeface="Times New Roman" panose="02020603050405020304" pitchFamily="18" charset="0"/>
          </a:endParaRPr>
        </a:p>
      </dgm:t>
    </dgm:pt>
    <dgm:pt modelId="{FB2F997B-AD0D-404C-93B2-5B7A4C016AD2}" type="parTrans" cxnId="{E33B3AC7-50E7-4261-9195-9646B1A0787B}">
      <dgm:prSet/>
      <dgm:spPr/>
      <dgm:t>
        <a:bodyPr/>
        <a:lstStyle/>
        <a:p>
          <a:endParaRPr lang="en-IN"/>
        </a:p>
      </dgm:t>
    </dgm:pt>
    <dgm:pt modelId="{7A3D7633-BD7F-4F72-BFC0-06B041805C2E}" type="sibTrans" cxnId="{E33B3AC7-50E7-4261-9195-9646B1A0787B}">
      <dgm:prSet/>
      <dgm:spPr/>
      <dgm:t>
        <a:bodyPr/>
        <a:lstStyle/>
        <a:p>
          <a:endParaRPr lang="en-IN"/>
        </a:p>
      </dgm:t>
    </dgm:pt>
    <dgm:pt modelId="{1BD086BF-CBBC-43C5-97CE-24EE7B2D1B86}" type="pres">
      <dgm:prSet presAssocID="{81395E90-50D7-454B-B58A-E3B810123512}" presName="Name0" presStyleCnt="0">
        <dgm:presLayoutVars>
          <dgm:chMax val="7"/>
          <dgm:chPref val="7"/>
          <dgm:dir/>
        </dgm:presLayoutVars>
      </dgm:prSet>
      <dgm:spPr/>
    </dgm:pt>
    <dgm:pt modelId="{466EAB5F-6D6A-4812-8982-848B207FFC3A}" type="pres">
      <dgm:prSet presAssocID="{81395E90-50D7-454B-B58A-E3B810123512}" presName="Name1" presStyleCnt="0"/>
      <dgm:spPr/>
    </dgm:pt>
    <dgm:pt modelId="{EDB3980B-7EB0-47C9-AA38-F3CBC294DE1A}" type="pres">
      <dgm:prSet presAssocID="{81395E90-50D7-454B-B58A-E3B810123512}" presName="cycle" presStyleCnt="0"/>
      <dgm:spPr/>
    </dgm:pt>
    <dgm:pt modelId="{7A7B8FBC-2B47-47F7-A3D3-D61D3567D16B}" type="pres">
      <dgm:prSet presAssocID="{81395E90-50D7-454B-B58A-E3B810123512}" presName="srcNode" presStyleLbl="node1" presStyleIdx="0" presStyleCnt="5"/>
      <dgm:spPr/>
    </dgm:pt>
    <dgm:pt modelId="{1680A811-EB0C-4CB5-AAAE-BBB76A802439}" type="pres">
      <dgm:prSet presAssocID="{81395E90-50D7-454B-B58A-E3B810123512}" presName="conn" presStyleLbl="parChTrans1D2" presStyleIdx="0" presStyleCnt="1"/>
      <dgm:spPr/>
    </dgm:pt>
    <dgm:pt modelId="{221F7B5C-EBD6-4D93-86F4-01B07CF39A2C}" type="pres">
      <dgm:prSet presAssocID="{81395E90-50D7-454B-B58A-E3B810123512}" presName="extraNode" presStyleLbl="node1" presStyleIdx="0" presStyleCnt="5"/>
      <dgm:spPr/>
    </dgm:pt>
    <dgm:pt modelId="{373B6E40-4588-4C6D-8935-3B68D1204D3D}" type="pres">
      <dgm:prSet presAssocID="{81395E90-50D7-454B-B58A-E3B810123512}" presName="dstNode" presStyleLbl="node1" presStyleIdx="0" presStyleCnt="5"/>
      <dgm:spPr/>
    </dgm:pt>
    <dgm:pt modelId="{98AA67F9-10D6-40B5-BA0A-16433BA5A349}" type="pres">
      <dgm:prSet presAssocID="{BF8F5E42-3AAD-4EDB-B821-60B4D6DAEFC5}" presName="text_1" presStyleLbl="node1" presStyleIdx="0" presStyleCnt="5">
        <dgm:presLayoutVars>
          <dgm:bulletEnabled val="1"/>
        </dgm:presLayoutVars>
      </dgm:prSet>
      <dgm:spPr/>
    </dgm:pt>
    <dgm:pt modelId="{DDA7EABC-89B4-4C32-8099-2AF1295997F9}" type="pres">
      <dgm:prSet presAssocID="{BF8F5E42-3AAD-4EDB-B821-60B4D6DAEFC5}" presName="accent_1" presStyleCnt="0"/>
      <dgm:spPr/>
    </dgm:pt>
    <dgm:pt modelId="{4B9C0DFE-AD1C-4484-AD0F-3101A95F3401}" type="pres">
      <dgm:prSet presAssocID="{BF8F5E42-3AAD-4EDB-B821-60B4D6DAEFC5}" presName="accentRepeatNode" presStyleLbl="solidFgAcc1" presStyleIdx="0" presStyleCnt="5"/>
      <dgm:spPr/>
    </dgm:pt>
    <dgm:pt modelId="{88BCBFD8-B0F2-4798-9FD3-BF054841B46F}" type="pres">
      <dgm:prSet presAssocID="{0A484B39-3B25-46FE-93F4-4EA8B6BC4C9B}" presName="text_2" presStyleLbl="node1" presStyleIdx="1" presStyleCnt="5">
        <dgm:presLayoutVars>
          <dgm:bulletEnabled val="1"/>
        </dgm:presLayoutVars>
      </dgm:prSet>
      <dgm:spPr/>
    </dgm:pt>
    <dgm:pt modelId="{85A3CFFB-AD60-4EBB-A20D-7B3A1EA83F2D}" type="pres">
      <dgm:prSet presAssocID="{0A484B39-3B25-46FE-93F4-4EA8B6BC4C9B}" presName="accent_2" presStyleCnt="0"/>
      <dgm:spPr/>
    </dgm:pt>
    <dgm:pt modelId="{FE249998-030A-40FD-9BBB-D50EE75C96B6}" type="pres">
      <dgm:prSet presAssocID="{0A484B39-3B25-46FE-93F4-4EA8B6BC4C9B}" presName="accentRepeatNode" presStyleLbl="solidFgAcc1" presStyleIdx="1" presStyleCnt="5"/>
      <dgm:spPr/>
    </dgm:pt>
    <dgm:pt modelId="{DB20267A-69C1-45E6-AD06-F96E24A446F4}" type="pres">
      <dgm:prSet presAssocID="{5782D153-1A11-4B47-B02B-5C5349B337C1}" presName="text_3" presStyleLbl="node1" presStyleIdx="2" presStyleCnt="5">
        <dgm:presLayoutVars>
          <dgm:bulletEnabled val="1"/>
        </dgm:presLayoutVars>
      </dgm:prSet>
      <dgm:spPr/>
    </dgm:pt>
    <dgm:pt modelId="{45D5B653-3140-458F-AF3B-FEC0C75F1548}" type="pres">
      <dgm:prSet presAssocID="{5782D153-1A11-4B47-B02B-5C5349B337C1}" presName="accent_3" presStyleCnt="0"/>
      <dgm:spPr/>
    </dgm:pt>
    <dgm:pt modelId="{4776AC95-2879-45AC-84FA-5CF4AD5A7A66}" type="pres">
      <dgm:prSet presAssocID="{5782D153-1A11-4B47-B02B-5C5349B337C1}" presName="accentRepeatNode" presStyleLbl="solidFgAcc1" presStyleIdx="2" presStyleCnt="5"/>
      <dgm:spPr/>
    </dgm:pt>
    <dgm:pt modelId="{0E5E05C8-C588-484B-8F7E-E2FA6E0ECA1A}" type="pres">
      <dgm:prSet presAssocID="{60599E53-FD59-49F1-87F5-0D775A6BBA49}" presName="text_4" presStyleLbl="node1" presStyleIdx="3" presStyleCnt="5">
        <dgm:presLayoutVars>
          <dgm:bulletEnabled val="1"/>
        </dgm:presLayoutVars>
      </dgm:prSet>
      <dgm:spPr/>
    </dgm:pt>
    <dgm:pt modelId="{5A204858-2B59-40C1-8B41-C4B124F9EE1A}" type="pres">
      <dgm:prSet presAssocID="{60599E53-FD59-49F1-87F5-0D775A6BBA49}" presName="accent_4" presStyleCnt="0"/>
      <dgm:spPr/>
    </dgm:pt>
    <dgm:pt modelId="{6B18EF30-3C9C-4237-8E1F-9EFDD1DD6703}" type="pres">
      <dgm:prSet presAssocID="{60599E53-FD59-49F1-87F5-0D775A6BBA49}" presName="accentRepeatNode" presStyleLbl="solidFgAcc1" presStyleIdx="3" presStyleCnt="5"/>
      <dgm:spPr/>
    </dgm:pt>
    <dgm:pt modelId="{61324F8D-4DED-4319-A996-3DE5AFC6CF74}" type="pres">
      <dgm:prSet presAssocID="{C398760E-B5C6-4883-A064-650B12AC1C4F}" presName="text_5" presStyleLbl="node1" presStyleIdx="4" presStyleCnt="5">
        <dgm:presLayoutVars>
          <dgm:bulletEnabled val="1"/>
        </dgm:presLayoutVars>
      </dgm:prSet>
      <dgm:spPr/>
    </dgm:pt>
    <dgm:pt modelId="{B321AAB8-30B0-435B-8738-08FCC3257315}" type="pres">
      <dgm:prSet presAssocID="{C398760E-B5C6-4883-A064-650B12AC1C4F}" presName="accent_5" presStyleCnt="0"/>
      <dgm:spPr/>
    </dgm:pt>
    <dgm:pt modelId="{DCCAC70F-2C08-4449-A718-6A4A69C1A767}" type="pres">
      <dgm:prSet presAssocID="{C398760E-B5C6-4883-A064-650B12AC1C4F}" presName="accentRepeatNode" presStyleLbl="solidFgAcc1" presStyleIdx="4" presStyleCnt="5"/>
      <dgm:spPr/>
    </dgm:pt>
  </dgm:ptLst>
  <dgm:cxnLst>
    <dgm:cxn modelId="{F933E816-D3B1-47A5-9774-DEFBBBB91BF5}" srcId="{81395E90-50D7-454B-B58A-E3B810123512}" destId="{BF8F5E42-3AAD-4EDB-B821-60B4D6DAEFC5}" srcOrd="0" destOrd="0" parTransId="{62A2E0B8-B52A-45BE-8CE3-FFC32C0C1334}" sibTransId="{533DC2CF-B200-4402-9CC7-DCFFD0A4B01F}"/>
    <dgm:cxn modelId="{02052538-1631-48FD-AD62-A9F627D66ED5}" type="presOf" srcId="{533DC2CF-B200-4402-9CC7-DCFFD0A4B01F}" destId="{1680A811-EB0C-4CB5-AAAE-BBB76A802439}" srcOrd="0" destOrd="0" presId="urn:microsoft.com/office/officeart/2008/layout/VerticalCurvedList"/>
    <dgm:cxn modelId="{E85C3938-1ADF-48BA-8FF1-9945B5A7A32D}" srcId="{81395E90-50D7-454B-B58A-E3B810123512}" destId="{5782D153-1A11-4B47-B02B-5C5349B337C1}" srcOrd="2" destOrd="0" parTransId="{A65FB9BD-BA95-4600-99EF-72F81DFB6F68}" sibTransId="{24411B5D-CB0A-45C0-9AE1-6B7ACF971CF8}"/>
    <dgm:cxn modelId="{5AF90F4F-FB5F-48BB-A554-13199362A61F}" type="presOf" srcId="{0A484B39-3B25-46FE-93F4-4EA8B6BC4C9B}" destId="{88BCBFD8-B0F2-4798-9FD3-BF054841B46F}" srcOrd="0" destOrd="0" presId="urn:microsoft.com/office/officeart/2008/layout/VerticalCurvedList"/>
    <dgm:cxn modelId="{1F64F556-E465-4988-BBDA-F860C96BF4BA}" type="presOf" srcId="{81395E90-50D7-454B-B58A-E3B810123512}" destId="{1BD086BF-CBBC-43C5-97CE-24EE7B2D1B86}" srcOrd="0" destOrd="0" presId="urn:microsoft.com/office/officeart/2008/layout/VerticalCurvedList"/>
    <dgm:cxn modelId="{DE7A2482-3D1A-4872-9614-3F0D1D95832D}" srcId="{81395E90-50D7-454B-B58A-E3B810123512}" destId="{60599E53-FD59-49F1-87F5-0D775A6BBA49}" srcOrd="3" destOrd="0" parTransId="{E5C2CD3C-C601-4334-B40C-04BBD04D26D9}" sibTransId="{FC1C8252-8392-4728-AB2C-CA01E4B5AFBA}"/>
    <dgm:cxn modelId="{6D98919A-8DFD-4277-AAE7-9E2ABC8E61F0}" type="presOf" srcId="{5782D153-1A11-4B47-B02B-5C5349B337C1}" destId="{DB20267A-69C1-45E6-AD06-F96E24A446F4}" srcOrd="0" destOrd="0" presId="urn:microsoft.com/office/officeart/2008/layout/VerticalCurvedList"/>
    <dgm:cxn modelId="{28B286BC-48FB-4EB0-B225-A5C7A4B35A3F}" type="presOf" srcId="{BF8F5E42-3AAD-4EDB-B821-60B4D6DAEFC5}" destId="{98AA67F9-10D6-40B5-BA0A-16433BA5A349}" srcOrd="0" destOrd="0" presId="urn:microsoft.com/office/officeart/2008/layout/VerticalCurvedList"/>
    <dgm:cxn modelId="{BD8D3EBE-737F-46B0-AFB6-9CC3D2998BD8}" srcId="{81395E90-50D7-454B-B58A-E3B810123512}" destId="{C398760E-B5C6-4883-A064-650B12AC1C4F}" srcOrd="4" destOrd="0" parTransId="{4E2167F8-CE91-4969-BE74-16D6ABE10145}" sibTransId="{E08C7CAB-4E8A-431E-A08F-E6AF62E09BA3}"/>
    <dgm:cxn modelId="{E33B3AC7-50E7-4261-9195-9646B1A0787B}" srcId="{81395E90-50D7-454B-B58A-E3B810123512}" destId="{0A484B39-3B25-46FE-93F4-4EA8B6BC4C9B}" srcOrd="1" destOrd="0" parTransId="{FB2F997B-AD0D-404C-93B2-5B7A4C016AD2}" sibTransId="{7A3D7633-BD7F-4F72-BFC0-06B041805C2E}"/>
    <dgm:cxn modelId="{875AA9D5-E72D-434F-B67E-1EC12C858D9D}" type="presOf" srcId="{C398760E-B5C6-4883-A064-650B12AC1C4F}" destId="{61324F8D-4DED-4319-A996-3DE5AFC6CF74}" srcOrd="0" destOrd="0" presId="urn:microsoft.com/office/officeart/2008/layout/VerticalCurvedList"/>
    <dgm:cxn modelId="{FF076DF5-B1E3-4990-B1C6-9434132ABEEA}" type="presOf" srcId="{60599E53-FD59-49F1-87F5-0D775A6BBA49}" destId="{0E5E05C8-C588-484B-8F7E-E2FA6E0ECA1A}" srcOrd="0" destOrd="0" presId="urn:microsoft.com/office/officeart/2008/layout/VerticalCurvedList"/>
    <dgm:cxn modelId="{E77B3F08-A138-46D3-9AE6-6657262E50C0}" type="presParOf" srcId="{1BD086BF-CBBC-43C5-97CE-24EE7B2D1B86}" destId="{466EAB5F-6D6A-4812-8982-848B207FFC3A}" srcOrd="0" destOrd="0" presId="urn:microsoft.com/office/officeart/2008/layout/VerticalCurvedList"/>
    <dgm:cxn modelId="{12015470-22A7-4FDE-B64A-DE78983FA4BF}" type="presParOf" srcId="{466EAB5F-6D6A-4812-8982-848B207FFC3A}" destId="{EDB3980B-7EB0-47C9-AA38-F3CBC294DE1A}" srcOrd="0" destOrd="0" presId="urn:microsoft.com/office/officeart/2008/layout/VerticalCurvedList"/>
    <dgm:cxn modelId="{03476BC1-1FB8-4AC0-9B70-4B2B742861BB}" type="presParOf" srcId="{EDB3980B-7EB0-47C9-AA38-F3CBC294DE1A}" destId="{7A7B8FBC-2B47-47F7-A3D3-D61D3567D16B}" srcOrd="0" destOrd="0" presId="urn:microsoft.com/office/officeart/2008/layout/VerticalCurvedList"/>
    <dgm:cxn modelId="{D187E5CC-15BB-4BF9-98B3-B82D0A3F1D74}" type="presParOf" srcId="{EDB3980B-7EB0-47C9-AA38-F3CBC294DE1A}" destId="{1680A811-EB0C-4CB5-AAAE-BBB76A802439}" srcOrd="1" destOrd="0" presId="urn:microsoft.com/office/officeart/2008/layout/VerticalCurvedList"/>
    <dgm:cxn modelId="{1A9B9562-F295-473C-8EB7-C8B22C8BC513}" type="presParOf" srcId="{EDB3980B-7EB0-47C9-AA38-F3CBC294DE1A}" destId="{221F7B5C-EBD6-4D93-86F4-01B07CF39A2C}" srcOrd="2" destOrd="0" presId="urn:microsoft.com/office/officeart/2008/layout/VerticalCurvedList"/>
    <dgm:cxn modelId="{4243F61A-6A2E-414C-AB9F-6DD63DB5B1A1}" type="presParOf" srcId="{EDB3980B-7EB0-47C9-AA38-F3CBC294DE1A}" destId="{373B6E40-4588-4C6D-8935-3B68D1204D3D}" srcOrd="3" destOrd="0" presId="urn:microsoft.com/office/officeart/2008/layout/VerticalCurvedList"/>
    <dgm:cxn modelId="{51962C8A-B53D-472E-9D1E-B0785619B8EE}" type="presParOf" srcId="{466EAB5F-6D6A-4812-8982-848B207FFC3A}" destId="{98AA67F9-10D6-40B5-BA0A-16433BA5A349}" srcOrd="1" destOrd="0" presId="urn:microsoft.com/office/officeart/2008/layout/VerticalCurvedList"/>
    <dgm:cxn modelId="{6AFA4D37-88B3-4162-9CFC-106504482AEF}" type="presParOf" srcId="{466EAB5F-6D6A-4812-8982-848B207FFC3A}" destId="{DDA7EABC-89B4-4C32-8099-2AF1295997F9}" srcOrd="2" destOrd="0" presId="urn:microsoft.com/office/officeart/2008/layout/VerticalCurvedList"/>
    <dgm:cxn modelId="{21B6EDF4-0902-4C25-B162-A5C0775E7325}" type="presParOf" srcId="{DDA7EABC-89B4-4C32-8099-2AF1295997F9}" destId="{4B9C0DFE-AD1C-4484-AD0F-3101A95F3401}" srcOrd="0" destOrd="0" presId="urn:microsoft.com/office/officeart/2008/layout/VerticalCurvedList"/>
    <dgm:cxn modelId="{8D93BA22-DF14-46ED-8BE1-8DF694753943}" type="presParOf" srcId="{466EAB5F-6D6A-4812-8982-848B207FFC3A}" destId="{88BCBFD8-B0F2-4798-9FD3-BF054841B46F}" srcOrd="3" destOrd="0" presId="urn:microsoft.com/office/officeart/2008/layout/VerticalCurvedList"/>
    <dgm:cxn modelId="{1E058EC6-CD40-4E02-A973-8CA572A3BF4E}" type="presParOf" srcId="{466EAB5F-6D6A-4812-8982-848B207FFC3A}" destId="{85A3CFFB-AD60-4EBB-A20D-7B3A1EA83F2D}" srcOrd="4" destOrd="0" presId="urn:microsoft.com/office/officeart/2008/layout/VerticalCurvedList"/>
    <dgm:cxn modelId="{9BA72D2F-B58D-4312-AEC6-471A446BFFDB}" type="presParOf" srcId="{85A3CFFB-AD60-4EBB-A20D-7B3A1EA83F2D}" destId="{FE249998-030A-40FD-9BBB-D50EE75C96B6}" srcOrd="0" destOrd="0" presId="urn:microsoft.com/office/officeart/2008/layout/VerticalCurvedList"/>
    <dgm:cxn modelId="{76DA0608-EB85-4515-A7D0-20D758BFC459}" type="presParOf" srcId="{466EAB5F-6D6A-4812-8982-848B207FFC3A}" destId="{DB20267A-69C1-45E6-AD06-F96E24A446F4}" srcOrd="5" destOrd="0" presId="urn:microsoft.com/office/officeart/2008/layout/VerticalCurvedList"/>
    <dgm:cxn modelId="{24BABE6E-77D1-458D-B140-8D8B0D2254A1}" type="presParOf" srcId="{466EAB5F-6D6A-4812-8982-848B207FFC3A}" destId="{45D5B653-3140-458F-AF3B-FEC0C75F1548}" srcOrd="6" destOrd="0" presId="urn:microsoft.com/office/officeart/2008/layout/VerticalCurvedList"/>
    <dgm:cxn modelId="{34B346CF-19DE-446E-A5A7-14CB444ADD20}" type="presParOf" srcId="{45D5B653-3140-458F-AF3B-FEC0C75F1548}" destId="{4776AC95-2879-45AC-84FA-5CF4AD5A7A66}" srcOrd="0" destOrd="0" presId="urn:microsoft.com/office/officeart/2008/layout/VerticalCurvedList"/>
    <dgm:cxn modelId="{3C698E37-9176-4D7D-962D-3ABBE164F1C3}" type="presParOf" srcId="{466EAB5F-6D6A-4812-8982-848B207FFC3A}" destId="{0E5E05C8-C588-484B-8F7E-E2FA6E0ECA1A}" srcOrd="7" destOrd="0" presId="urn:microsoft.com/office/officeart/2008/layout/VerticalCurvedList"/>
    <dgm:cxn modelId="{ECB31956-058F-4531-ABDE-65EB5319FE69}" type="presParOf" srcId="{466EAB5F-6D6A-4812-8982-848B207FFC3A}" destId="{5A204858-2B59-40C1-8B41-C4B124F9EE1A}" srcOrd="8" destOrd="0" presId="urn:microsoft.com/office/officeart/2008/layout/VerticalCurvedList"/>
    <dgm:cxn modelId="{2E47DEE3-0C8C-4859-8325-D8D495158EF1}" type="presParOf" srcId="{5A204858-2B59-40C1-8B41-C4B124F9EE1A}" destId="{6B18EF30-3C9C-4237-8E1F-9EFDD1DD6703}" srcOrd="0" destOrd="0" presId="urn:microsoft.com/office/officeart/2008/layout/VerticalCurvedList"/>
    <dgm:cxn modelId="{525B498B-57BA-409B-BF89-4021240AD0A6}" type="presParOf" srcId="{466EAB5F-6D6A-4812-8982-848B207FFC3A}" destId="{61324F8D-4DED-4319-A996-3DE5AFC6CF74}" srcOrd="9" destOrd="0" presId="urn:microsoft.com/office/officeart/2008/layout/VerticalCurvedList"/>
    <dgm:cxn modelId="{D761C92E-86D8-4900-955F-B8B415131E51}" type="presParOf" srcId="{466EAB5F-6D6A-4812-8982-848B207FFC3A}" destId="{B321AAB8-30B0-435B-8738-08FCC3257315}" srcOrd="10" destOrd="0" presId="urn:microsoft.com/office/officeart/2008/layout/VerticalCurvedList"/>
    <dgm:cxn modelId="{20960E2E-3DE3-40E3-822A-5D56A3E0E1B0}" type="presParOf" srcId="{B321AAB8-30B0-435B-8738-08FCC3257315}" destId="{DCCAC70F-2C08-4449-A718-6A4A69C1A767}"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1395E90-50D7-454B-B58A-E3B810123512}" type="doc">
      <dgm:prSet loTypeId="urn:microsoft.com/office/officeart/2008/layout/VerticalCurvedList" loCatId="list" qsTypeId="urn:microsoft.com/office/officeart/2005/8/quickstyle/3d2" qsCatId="3D" csTypeId="urn:microsoft.com/office/officeart/2005/8/colors/accent2_1" csCatId="accent2" phldr="1"/>
      <dgm:spPr/>
      <dgm:t>
        <a:bodyPr/>
        <a:lstStyle/>
        <a:p>
          <a:endParaRPr lang="en-IN"/>
        </a:p>
      </dgm:t>
    </dgm:pt>
    <dgm:pt modelId="{BF8F5E42-3AAD-4EDB-B821-60B4D6DAEFC5}">
      <dgm:prSet custT="1"/>
      <dgm:spPr/>
      <dgm:t>
        <a:bodyPr/>
        <a:lstStyle/>
        <a:p>
          <a:r>
            <a:rPr lang="en-IN" sz="2000" dirty="0">
              <a:latin typeface="Times New Roman" panose="02020603050405020304" pitchFamily="18" charset="0"/>
              <a:cs typeface="Times New Roman" panose="02020603050405020304" pitchFamily="18" charset="0"/>
            </a:rPr>
            <a:t>Structural Pattern Part-I, Adapter</a:t>
          </a:r>
        </a:p>
      </dgm:t>
    </dgm:pt>
    <dgm:pt modelId="{62A2E0B8-B52A-45BE-8CE3-FFC32C0C1334}" type="parTrans" cxnId="{F933E816-D3B1-47A5-9774-DEFBBBB91BF5}">
      <dgm:prSet/>
      <dgm:spPr/>
      <dgm:t>
        <a:bodyPr/>
        <a:lstStyle/>
        <a:p>
          <a:endParaRPr lang="en-IN"/>
        </a:p>
      </dgm:t>
    </dgm:pt>
    <dgm:pt modelId="{533DC2CF-B200-4402-9CC7-DCFFD0A4B01F}" type="sibTrans" cxnId="{F933E816-D3B1-47A5-9774-DEFBBBB91BF5}">
      <dgm:prSet/>
      <dgm:spPr/>
      <dgm:t>
        <a:bodyPr/>
        <a:lstStyle/>
        <a:p>
          <a:endParaRPr lang="en-IN">
            <a:latin typeface="Times New Roman" panose="02020603050405020304" pitchFamily="18" charset="0"/>
            <a:cs typeface="Times New Roman" panose="02020603050405020304" pitchFamily="18" charset="0"/>
          </a:endParaRPr>
        </a:p>
      </dgm:t>
    </dgm:pt>
    <dgm:pt modelId="{ED1F65EC-F10B-4E8C-A6E6-79498DD1B51F}">
      <dgm:prSet custT="1"/>
      <dgm:spPr/>
      <dgm:t>
        <a:bodyPr/>
        <a:lstStyle/>
        <a:p>
          <a:r>
            <a:rPr lang="en-IN" sz="2000" dirty="0">
              <a:latin typeface="Times New Roman" panose="02020603050405020304" pitchFamily="18" charset="0"/>
              <a:cs typeface="Times New Roman" panose="02020603050405020304" pitchFamily="18" charset="0"/>
            </a:rPr>
            <a:t>Bridge</a:t>
          </a:r>
        </a:p>
      </dgm:t>
    </dgm:pt>
    <dgm:pt modelId="{952713BE-76BF-4E65-B1F6-E7BB06C1603F}" type="parTrans" cxnId="{4D3AED53-2D47-428C-A5FF-40A2E50DA3D4}">
      <dgm:prSet/>
      <dgm:spPr/>
      <dgm:t>
        <a:bodyPr/>
        <a:lstStyle/>
        <a:p>
          <a:endParaRPr lang="en-IN"/>
        </a:p>
      </dgm:t>
    </dgm:pt>
    <dgm:pt modelId="{40150AE2-649E-4A62-8424-CF6942227B3D}" type="sibTrans" cxnId="{4D3AED53-2D47-428C-A5FF-40A2E50DA3D4}">
      <dgm:prSet/>
      <dgm:spPr/>
      <dgm:t>
        <a:bodyPr/>
        <a:lstStyle/>
        <a:p>
          <a:endParaRPr lang="en-IN"/>
        </a:p>
      </dgm:t>
    </dgm:pt>
    <dgm:pt modelId="{30077A74-5B6E-4F99-A77E-B8BB6E0C6044}">
      <dgm:prSet custT="1"/>
      <dgm:spPr/>
      <dgm:t>
        <a:bodyPr/>
        <a:lstStyle/>
        <a:p>
          <a:r>
            <a:rPr lang="en-IN" sz="2000" dirty="0">
              <a:latin typeface="Times New Roman" panose="02020603050405020304" pitchFamily="18" charset="0"/>
              <a:cs typeface="Times New Roman" panose="02020603050405020304" pitchFamily="18" charset="0"/>
            </a:rPr>
            <a:t>Composite</a:t>
          </a:r>
        </a:p>
      </dgm:t>
    </dgm:pt>
    <dgm:pt modelId="{F658A587-2B58-4689-ABDC-3BF631CBD574}" type="parTrans" cxnId="{A281D4BB-F224-4D83-BEB2-4C4E11FA52EA}">
      <dgm:prSet/>
      <dgm:spPr/>
      <dgm:t>
        <a:bodyPr/>
        <a:lstStyle/>
        <a:p>
          <a:endParaRPr lang="en-IN"/>
        </a:p>
      </dgm:t>
    </dgm:pt>
    <dgm:pt modelId="{880302D1-F32F-4BA4-8B25-261BD5499719}" type="sibTrans" cxnId="{A281D4BB-F224-4D83-BEB2-4C4E11FA52EA}">
      <dgm:prSet/>
      <dgm:spPr/>
      <dgm:t>
        <a:bodyPr/>
        <a:lstStyle/>
        <a:p>
          <a:endParaRPr lang="en-IN"/>
        </a:p>
      </dgm:t>
    </dgm:pt>
    <dgm:pt modelId="{DD17550D-A05B-4B47-AAB1-BDA88EC28097}">
      <dgm:prSet custT="1"/>
      <dgm:spPr/>
      <dgm:t>
        <a:bodyPr/>
        <a:lstStyle/>
        <a:p>
          <a:r>
            <a:rPr lang="en-IN" sz="2000" dirty="0">
              <a:latin typeface="Times New Roman" panose="02020603050405020304" pitchFamily="18" charset="0"/>
              <a:cs typeface="Times New Roman" panose="02020603050405020304" pitchFamily="18" charset="0"/>
            </a:rPr>
            <a:t>Structural Pattern Part-II, Decorator Pattern</a:t>
          </a:r>
        </a:p>
      </dgm:t>
    </dgm:pt>
    <dgm:pt modelId="{AEE58EEB-E9B6-4EE9-89AF-03077718F0E8}" type="parTrans" cxnId="{1AC827C8-583A-45CA-8A57-631FDD72402F}">
      <dgm:prSet/>
      <dgm:spPr/>
      <dgm:t>
        <a:bodyPr/>
        <a:lstStyle/>
        <a:p>
          <a:endParaRPr lang="en-IN"/>
        </a:p>
      </dgm:t>
    </dgm:pt>
    <dgm:pt modelId="{3261CE4C-1DC3-474F-A413-9EDE7AA6F80D}" type="sibTrans" cxnId="{1AC827C8-583A-45CA-8A57-631FDD72402F}">
      <dgm:prSet/>
      <dgm:spPr/>
      <dgm:t>
        <a:bodyPr/>
        <a:lstStyle/>
        <a:p>
          <a:endParaRPr lang="en-IN"/>
        </a:p>
      </dgm:t>
    </dgm:pt>
    <dgm:pt modelId="{DED1A41D-556A-4C4B-A5D2-097C3CC3E28C}">
      <dgm:prSet custT="1"/>
      <dgm:spPr/>
      <dgm:t>
        <a:bodyPr/>
        <a:lstStyle/>
        <a:p>
          <a:r>
            <a:rPr lang="en-IN" sz="2000" dirty="0">
              <a:latin typeface="Times New Roman" panose="02020603050405020304" pitchFamily="18" charset="0"/>
              <a:cs typeface="Times New Roman" panose="02020603050405020304" pitchFamily="18" charset="0"/>
            </a:rPr>
            <a:t>Façade Pattern</a:t>
          </a:r>
        </a:p>
      </dgm:t>
    </dgm:pt>
    <dgm:pt modelId="{F3F8F872-F7B9-4EB8-B70F-BB8644F99421}" type="parTrans" cxnId="{6110C944-010B-4830-84CF-78A7B3555DBF}">
      <dgm:prSet/>
      <dgm:spPr/>
      <dgm:t>
        <a:bodyPr/>
        <a:lstStyle/>
        <a:p>
          <a:endParaRPr lang="en-IN"/>
        </a:p>
      </dgm:t>
    </dgm:pt>
    <dgm:pt modelId="{0DBC4C3B-8FB0-4CB0-845E-3C1C8E662374}" type="sibTrans" cxnId="{6110C944-010B-4830-84CF-78A7B3555DBF}">
      <dgm:prSet/>
      <dgm:spPr/>
      <dgm:t>
        <a:bodyPr/>
        <a:lstStyle/>
        <a:p>
          <a:endParaRPr lang="en-IN"/>
        </a:p>
      </dgm:t>
    </dgm:pt>
    <dgm:pt modelId="{CAA24A45-CE3E-4D35-B6EE-60DC9B2B2BD1}">
      <dgm:prSet custT="1"/>
      <dgm:spPr/>
      <dgm:t>
        <a:bodyPr/>
        <a:lstStyle/>
        <a:p>
          <a:r>
            <a:rPr lang="en-IN" sz="2000" dirty="0">
              <a:latin typeface="Times New Roman" panose="02020603050405020304" pitchFamily="18" charset="0"/>
              <a:cs typeface="Times New Roman" panose="02020603050405020304" pitchFamily="18" charset="0"/>
            </a:rPr>
            <a:t>Flyweight Pattern</a:t>
          </a:r>
        </a:p>
      </dgm:t>
    </dgm:pt>
    <dgm:pt modelId="{1AFD9E95-1F3E-4D73-BC26-C5962AB969E9}" type="parTrans" cxnId="{1B4319F1-53C9-4480-B30E-A4B292F394ED}">
      <dgm:prSet/>
      <dgm:spPr/>
      <dgm:t>
        <a:bodyPr/>
        <a:lstStyle/>
        <a:p>
          <a:endParaRPr lang="en-IN"/>
        </a:p>
      </dgm:t>
    </dgm:pt>
    <dgm:pt modelId="{24739901-7039-4898-8BB5-DD49032A1B89}" type="sibTrans" cxnId="{1B4319F1-53C9-4480-B30E-A4B292F394ED}">
      <dgm:prSet/>
      <dgm:spPr/>
      <dgm:t>
        <a:bodyPr/>
        <a:lstStyle/>
        <a:p>
          <a:endParaRPr lang="en-IN"/>
        </a:p>
      </dgm:t>
    </dgm:pt>
    <dgm:pt modelId="{ED3EC8DC-347D-467C-9E5B-7235D6F62233}">
      <dgm:prSet custT="1"/>
      <dgm:spPr/>
      <dgm:t>
        <a:bodyPr/>
        <a:lstStyle/>
        <a:p>
          <a:r>
            <a:rPr lang="en-IN" sz="2000" dirty="0">
              <a:latin typeface="Times New Roman" panose="02020603050405020304" pitchFamily="18" charset="0"/>
              <a:cs typeface="Times New Roman" panose="02020603050405020304" pitchFamily="18" charset="0"/>
            </a:rPr>
            <a:t>Proxy Pattern</a:t>
          </a:r>
        </a:p>
      </dgm:t>
    </dgm:pt>
    <dgm:pt modelId="{ED41994E-C77E-4B78-9DD1-26654EB287FA}" type="parTrans" cxnId="{87F399A2-37DB-4EDF-8252-9AC68C2C8E6F}">
      <dgm:prSet/>
      <dgm:spPr/>
      <dgm:t>
        <a:bodyPr/>
        <a:lstStyle/>
        <a:p>
          <a:endParaRPr lang="en-IN"/>
        </a:p>
      </dgm:t>
    </dgm:pt>
    <dgm:pt modelId="{DEB59631-7085-4F85-ACC0-4DE60B7B2A50}" type="sibTrans" cxnId="{87F399A2-37DB-4EDF-8252-9AC68C2C8E6F}">
      <dgm:prSet/>
      <dgm:spPr/>
      <dgm:t>
        <a:bodyPr/>
        <a:lstStyle/>
        <a:p>
          <a:endParaRPr lang="en-IN"/>
        </a:p>
      </dgm:t>
    </dgm:pt>
    <dgm:pt modelId="{3524BEAB-D23C-4E8B-9ACC-FBE647274519}" type="pres">
      <dgm:prSet presAssocID="{81395E90-50D7-454B-B58A-E3B810123512}" presName="Name0" presStyleCnt="0">
        <dgm:presLayoutVars>
          <dgm:chMax val="7"/>
          <dgm:chPref val="7"/>
          <dgm:dir/>
        </dgm:presLayoutVars>
      </dgm:prSet>
      <dgm:spPr/>
    </dgm:pt>
    <dgm:pt modelId="{DC7D5C91-242B-4081-A9B6-C8709C2E56F5}" type="pres">
      <dgm:prSet presAssocID="{81395E90-50D7-454B-B58A-E3B810123512}" presName="Name1" presStyleCnt="0"/>
      <dgm:spPr/>
    </dgm:pt>
    <dgm:pt modelId="{8DC4ECF2-5B50-42DB-B112-8CC87AB4919B}" type="pres">
      <dgm:prSet presAssocID="{81395E90-50D7-454B-B58A-E3B810123512}" presName="cycle" presStyleCnt="0"/>
      <dgm:spPr/>
    </dgm:pt>
    <dgm:pt modelId="{48345521-F883-42F0-B2D4-C59BD0B33A7F}" type="pres">
      <dgm:prSet presAssocID="{81395E90-50D7-454B-B58A-E3B810123512}" presName="srcNode" presStyleLbl="node1" presStyleIdx="0" presStyleCnt="7"/>
      <dgm:spPr/>
    </dgm:pt>
    <dgm:pt modelId="{5271294A-09C9-4D6E-A130-C7FC41E1332C}" type="pres">
      <dgm:prSet presAssocID="{81395E90-50D7-454B-B58A-E3B810123512}" presName="conn" presStyleLbl="parChTrans1D2" presStyleIdx="0" presStyleCnt="1"/>
      <dgm:spPr/>
    </dgm:pt>
    <dgm:pt modelId="{D3F502BD-A2F1-4312-A7DD-47E7E0FA9866}" type="pres">
      <dgm:prSet presAssocID="{81395E90-50D7-454B-B58A-E3B810123512}" presName="extraNode" presStyleLbl="node1" presStyleIdx="0" presStyleCnt="7"/>
      <dgm:spPr/>
    </dgm:pt>
    <dgm:pt modelId="{EFBDE3B1-5977-4E67-91B7-8EEC4BAFBF09}" type="pres">
      <dgm:prSet presAssocID="{81395E90-50D7-454B-B58A-E3B810123512}" presName="dstNode" presStyleLbl="node1" presStyleIdx="0" presStyleCnt="7"/>
      <dgm:spPr/>
    </dgm:pt>
    <dgm:pt modelId="{4041A3B1-6B30-436F-A39A-8B3629193EF9}" type="pres">
      <dgm:prSet presAssocID="{BF8F5E42-3AAD-4EDB-B821-60B4D6DAEFC5}" presName="text_1" presStyleLbl="node1" presStyleIdx="0" presStyleCnt="7">
        <dgm:presLayoutVars>
          <dgm:bulletEnabled val="1"/>
        </dgm:presLayoutVars>
      </dgm:prSet>
      <dgm:spPr/>
    </dgm:pt>
    <dgm:pt modelId="{A28CC3C7-A18B-4FD8-9E31-8724FF3CEE67}" type="pres">
      <dgm:prSet presAssocID="{BF8F5E42-3AAD-4EDB-B821-60B4D6DAEFC5}" presName="accent_1" presStyleCnt="0"/>
      <dgm:spPr/>
    </dgm:pt>
    <dgm:pt modelId="{9FCCB15F-E614-45FB-AAB4-FA0E60A55E2E}" type="pres">
      <dgm:prSet presAssocID="{BF8F5E42-3AAD-4EDB-B821-60B4D6DAEFC5}" presName="accentRepeatNode" presStyleLbl="solidFgAcc1" presStyleIdx="0" presStyleCnt="7"/>
      <dgm:spPr/>
    </dgm:pt>
    <dgm:pt modelId="{D1BCA401-1CFF-459C-A3A8-00F1E9BF78B6}" type="pres">
      <dgm:prSet presAssocID="{ED1F65EC-F10B-4E8C-A6E6-79498DD1B51F}" presName="text_2" presStyleLbl="node1" presStyleIdx="1" presStyleCnt="7">
        <dgm:presLayoutVars>
          <dgm:bulletEnabled val="1"/>
        </dgm:presLayoutVars>
      </dgm:prSet>
      <dgm:spPr/>
    </dgm:pt>
    <dgm:pt modelId="{8A36FFEA-2D25-457C-9324-71378C8D9B0D}" type="pres">
      <dgm:prSet presAssocID="{ED1F65EC-F10B-4E8C-A6E6-79498DD1B51F}" presName="accent_2" presStyleCnt="0"/>
      <dgm:spPr/>
    </dgm:pt>
    <dgm:pt modelId="{E2365BFE-380F-45F9-B74A-1459E5246540}" type="pres">
      <dgm:prSet presAssocID="{ED1F65EC-F10B-4E8C-A6E6-79498DD1B51F}" presName="accentRepeatNode" presStyleLbl="solidFgAcc1" presStyleIdx="1" presStyleCnt="7"/>
      <dgm:spPr/>
    </dgm:pt>
    <dgm:pt modelId="{598B499E-343E-4D26-88BF-8FC30A6E699B}" type="pres">
      <dgm:prSet presAssocID="{30077A74-5B6E-4F99-A77E-B8BB6E0C6044}" presName="text_3" presStyleLbl="node1" presStyleIdx="2" presStyleCnt="7">
        <dgm:presLayoutVars>
          <dgm:bulletEnabled val="1"/>
        </dgm:presLayoutVars>
      </dgm:prSet>
      <dgm:spPr/>
    </dgm:pt>
    <dgm:pt modelId="{537B02D8-808B-4B2A-A7CC-AC4F528872EC}" type="pres">
      <dgm:prSet presAssocID="{30077A74-5B6E-4F99-A77E-B8BB6E0C6044}" presName="accent_3" presStyleCnt="0"/>
      <dgm:spPr/>
    </dgm:pt>
    <dgm:pt modelId="{3E0377AD-0F41-418E-97ED-BCBE8E140FE7}" type="pres">
      <dgm:prSet presAssocID="{30077A74-5B6E-4F99-A77E-B8BB6E0C6044}" presName="accentRepeatNode" presStyleLbl="solidFgAcc1" presStyleIdx="2" presStyleCnt="7"/>
      <dgm:spPr/>
    </dgm:pt>
    <dgm:pt modelId="{55449691-5171-4B78-BD77-1BED07DDFC3D}" type="pres">
      <dgm:prSet presAssocID="{DD17550D-A05B-4B47-AAB1-BDA88EC28097}" presName="text_4" presStyleLbl="node1" presStyleIdx="3" presStyleCnt="7">
        <dgm:presLayoutVars>
          <dgm:bulletEnabled val="1"/>
        </dgm:presLayoutVars>
      </dgm:prSet>
      <dgm:spPr/>
    </dgm:pt>
    <dgm:pt modelId="{B71A5E7A-4F57-4392-B79C-801112E82D9B}" type="pres">
      <dgm:prSet presAssocID="{DD17550D-A05B-4B47-AAB1-BDA88EC28097}" presName="accent_4" presStyleCnt="0"/>
      <dgm:spPr/>
    </dgm:pt>
    <dgm:pt modelId="{5955A7F4-4EA4-4AB9-8824-069032023FA7}" type="pres">
      <dgm:prSet presAssocID="{DD17550D-A05B-4B47-AAB1-BDA88EC28097}" presName="accentRepeatNode" presStyleLbl="solidFgAcc1" presStyleIdx="3" presStyleCnt="7"/>
      <dgm:spPr/>
    </dgm:pt>
    <dgm:pt modelId="{9B083C11-5F2F-47ED-926A-660072DBA370}" type="pres">
      <dgm:prSet presAssocID="{DED1A41D-556A-4C4B-A5D2-097C3CC3E28C}" presName="text_5" presStyleLbl="node1" presStyleIdx="4" presStyleCnt="7">
        <dgm:presLayoutVars>
          <dgm:bulletEnabled val="1"/>
        </dgm:presLayoutVars>
      </dgm:prSet>
      <dgm:spPr/>
    </dgm:pt>
    <dgm:pt modelId="{D4A3113D-FDF8-451D-B667-687C34FEABEA}" type="pres">
      <dgm:prSet presAssocID="{DED1A41D-556A-4C4B-A5D2-097C3CC3E28C}" presName="accent_5" presStyleCnt="0"/>
      <dgm:spPr/>
    </dgm:pt>
    <dgm:pt modelId="{37CE39B8-41FB-4B0A-B2CB-40977E5FF349}" type="pres">
      <dgm:prSet presAssocID="{DED1A41D-556A-4C4B-A5D2-097C3CC3E28C}" presName="accentRepeatNode" presStyleLbl="solidFgAcc1" presStyleIdx="4" presStyleCnt="7"/>
      <dgm:spPr/>
    </dgm:pt>
    <dgm:pt modelId="{03884880-4036-4D36-BA8C-4D0568571FF4}" type="pres">
      <dgm:prSet presAssocID="{CAA24A45-CE3E-4D35-B6EE-60DC9B2B2BD1}" presName="text_6" presStyleLbl="node1" presStyleIdx="5" presStyleCnt="7">
        <dgm:presLayoutVars>
          <dgm:bulletEnabled val="1"/>
        </dgm:presLayoutVars>
      </dgm:prSet>
      <dgm:spPr/>
    </dgm:pt>
    <dgm:pt modelId="{B3A5F4B4-6255-4160-90F2-B1A71F18CBC1}" type="pres">
      <dgm:prSet presAssocID="{CAA24A45-CE3E-4D35-B6EE-60DC9B2B2BD1}" presName="accent_6" presStyleCnt="0"/>
      <dgm:spPr/>
    </dgm:pt>
    <dgm:pt modelId="{99F06D56-238C-4C9F-A447-521819900635}" type="pres">
      <dgm:prSet presAssocID="{CAA24A45-CE3E-4D35-B6EE-60DC9B2B2BD1}" presName="accentRepeatNode" presStyleLbl="solidFgAcc1" presStyleIdx="5" presStyleCnt="7"/>
      <dgm:spPr/>
    </dgm:pt>
    <dgm:pt modelId="{D2C83BCE-9D05-4024-A719-B19FA2B2387B}" type="pres">
      <dgm:prSet presAssocID="{ED3EC8DC-347D-467C-9E5B-7235D6F62233}" presName="text_7" presStyleLbl="node1" presStyleIdx="6" presStyleCnt="7">
        <dgm:presLayoutVars>
          <dgm:bulletEnabled val="1"/>
        </dgm:presLayoutVars>
      </dgm:prSet>
      <dgm:spPr/>
    </dgm:pt>
    <dgm:pt modelId="{36AEF1F8-1053-4FE4-816A-577A99179260}" type="pres">
      <dgm:prSet presAssocID="{ED3EC8DC-347D-467C-9E5B-7235D6F62233}" presName="accent_7" presStyleCnt="0"/>
      <dgm:spPr/>
    </dgm:pt>
    <dgm:pt modelId="{D3E16815-AACD-4E7C-AA29-2878D5330CBF}" type="pres">
      <dgm:prSet presAssocID="{ED3EC8DC-347D-467C-9E5B-7235D6F62233}" presName="accentRepeatNode" presStyleLbl="solidFgAcc1" presStyleIdx="6" presStyleCnt="7"/>
      <dgm:spPr/>
    </dgm:pt>
  </dgm:ptLst>
  <dgm:cxnLst>
    <dgm:cxn modelId="{F933E816-D3B1-47A5-9774-DEFBBBB91BF5}" srcId="{81395E90-50D7-454B-B58A-E3B810123512}" destId="{BF8F5E42-3AAD-4EDB-B821-60B4D6DAEFC5}" srcOrd="0" destOrd="0" parTransId="{62A2E0B8-B52A-45BE-8CE3-FFC32C0C1334}" sibTransId="{533DC2CF-B200-4402-9CC7-DCFFD0A4B01F}"/>
    <dgm:cxn modelId="{D4E46232-D8DE-4026-9C58-F52DFFAF3AA7}" type="presOf" srcId="{81395E90-50D7-454B-B58A-E3B810123512}" destId="{3524BEAB-D23C-4E8B-9ACC-FBE647274519}" srcOrd="0" destOrd="0" presId="urn:microsoft.com/office/officeart/2008/layout/VerticalCurvedList"/>
    <dgm:cxn modelId="{9CC16834-AB31-4FA3-894E-7FA3DCA7BDBD}" type="presOf" srcId="{30077A74-5B6E-4F99-A77E-B8BB6E0C6044}" destId="{598B499E-343E-4D26-88BF-8FC30A6E699B}" srcOrd="0" destOrd="0" presId="urn:microsoft.com/office/officeart/2008/layout/VerticalCurvedList"/>
    <dgm:cxn modelId="{6110C944-010B-4830-84CF-78A7B3555DBF}" srcId="{81395E90-50D7-454B-B58A-E3B810123512}" destId="{DED1A41D-556A-4C4B-A5D2-097C3CC3E28C}" srcOrd="4" destOrd="0" parTransId="{F3F8F872-F7B9-4EB8-B70F-BB8644F99421}" sibTransId="{0DBC4C3B-8FB0-4CB0-845E-3C1C8E662374}"/>
    <dgm:cxn modelId="{30CC2047-322A-49A4-835C-85706863AB01}" type="presOf" srcId="{DED1A41D-556A-4C4B-A5D2-097C3CC3E28C}" destId="{9B083C11-5F2F-47ED-926A-660072DBA370}" srcOrd="0" destOrd="0" presId="urn:microsoft.com/office/officeart/2008/layout/VerticalCurvedList"/>
    <dgm:cxn modelId="{5B855B4A-5985-4586-A4BD-061E044F69AE}" type="presOf" srcId="{CAA24A45-CE3E-4D35-B6EE-60DC9B2B2BD1}" destId="{03884880-4036-4D36-BA8C-4D0568571FF4}" srcOrd="0" destOrd="0" presId="urn:microsoft.com/office/officeart/2008/layout/VerticalCurvedList"/>
    <dgm:cxn modelId="{4D3AED53-2D47-428C-A5FF-40A2E50DA3D4}" srcId="{81395E90-50D7-454B-B58A-E3B810123512}" destId="{ED1F65EC-F10B-4E8C-A6E6-79498DD1B51F}" srcOrd="1" destOrd="0" parTransId="{952713BE-76BF-4E65-B1F6-E7BB06C1603F}" sibTransId="{40150AE2-649E-4A62-8424-CF6942227B3D}"/>
    <dgm:cxn modelId="{B65A408D-3B6F-4960-B2E4-79AF4C0B7BA9}" type="presOf" srcId="{533DC2CF-B200-4402-9CC7-DCFFD0A4B01F}" destId="{5271294A-09C9-4D6E-A130-C7FC41E1332C}" srcOrd="0" destOrd="0" presId="urn:microsoft.com/office/officeart/2008/layout/VerticalCurvedList"/>
    <dgm:cxn modelId="{87F399A2-37DB-4EDF-8252-9AC68C2C8E6F}" srcId="{81395E90-50D7-454B-B58A-E3B810123512}" destId="{ED3EC8DC-347D-467C-9E5B-7235D6F62233}" srcOrd="6" destOrd="0" parTransId="{ED41994E-C77E-4B78-9DD1-26654EB287FA}" sibTransId="{DEB59631-7085-4F85-ACC0-4DE60B7B2A50}"/>
    <dgm:cxn modelId="{A281D4BB-F224-4D83-BEB2-4C4E11FA52EA}" srcId="{81395E90-50D7-454B-B58A-E3B810123512}" destId="{30077A74-5B6E-4F99-A77E-B8BB6E0C6044}" srcOrd="2" destOrd="0" parTransId="{F658A587-2B58-4689-ABDC-3BF631CBD574}" sibTransId="{880302D1-F32F-4BA4-8B25-261BD5499719}"/>
    <dgm:cxn modelId="{1AC827C8-583A-45CA-8A57-631FDD72402F}" srcId="{81395E90-50D7-454B-B58A-E3B810123512}" destId="{DD17550D-A05B-4B47-AAB1-BDA88EC28097}" srcOrd="3" destOrd="0" parTransId="{AEE58EEB-E9B6-4EE9-89AF-03077718F0E8}" sibTransId="{3261CE4C-1DC3-474F-A413-9EDE7AA6F80D}"/>
    <dgm:cxn modelId="{94880DD7-FB78-4BF2-BC79-8A985B05B52F}" type="presOf" srcId="{ED1F65EC-F10B-4E8C-A6E6-79498DD1B51F}" destId="{D1BCA401-1CFF-459C-A3A8-00F1E9BF78B6}" srcOrd="0" destOrd="0" presId="urn:microsoft.com/office/officeart/2008/layout/VerticalCurvedList"/>
    <dgm:cxn modelId="{5E2E88D7-0493-4DA7-8E8B-44765D6E5270}" type="presOf" srcId="{DD17550D-A05B-4B47-AAB1-BDA88EC28097}" destId="{55449691-5171-4B78-BD77-1BED07DDFC3D}" srcOrd="0" destOrd="0" presId="urn:microsoft.com/office/officeart/2008/layout/VerticalCurvedList"/>
    <dgm:cxn modelId="{1B4319F1-53C9-4480-B30E-A4B292F394ED}" srcId="{81395E90-50D7-454B-B58A-E3B810123512}" destId="{CAA24A45-CE3E-4D35-B6EE-60DC9B2B2BD1}" srcOrd="5" destOrd="0" parTransId="{1AFD9E95-1F3E-4D73-BC26-C5962AB969E9}" sibTransId="{24739901-7039-4898-8BB5-DD49032A1B89}"/>
    <dgm:cxn modelId="{D7B067F5-4C6B-4AA0-A83B-06D492DD2F64}" type="presOf" srcId="{BF8F5E42-3AAD-4EDB-B821-60B4D6DAEFC5}" destId="{4041A3B1-6B30-436F-A39A-8B3629193EF9}" srcOrd="0" destOrd="0" presId="urn:microsoft.com/office/officeart/2008/layout/VerticalCurvedList"/>
    <dgm:cxn modelId="{C58CA7F9-4021-4ADC-9EF3-3356E897193B}" type="presOf" srcId="{ED3EC8DC-347D-467C-9E5B-7235D6F62233}" destId="{D2C83BCE-9D05-4024-A719-B19FA2B2387B}" srcOrd="0" destOrd="0" presId="urn:microsoft.com/office/officeart/2008/layout/VerticalCurvedList"/>
    <dgm:cxn modelId="{BD354BBF-BD23-432C-B9F8-43630843FE03}" type="presParOf" srcId="{3524BEAB-D23C-4E8B-9ACC-FBE647274519}" destId="{DC7D5C91-242B-4081-A9B6-C8709C2E56F5}" srcOrd="0" destOrd="0" presId="urn:microsoft.com/office/officeart/2008/layout/VerticalCurvedList"/>
    <dgm:cxn modelId="{536BF452-71E9-402C-AA2B-5F6E77E9B695}" type="presParOf" srcId="{DC7D5C91-242B-4081-A9B6-C8709C2E56F5}" destId="{8DC4ECF2-5B50-42DB-B112-8CC87AB4919B}" srcOrd="0" destOrd="0" presId="urn:microsoft.com/office/officeart/2008/layout/VerticalCurvedList"/>
    <dgm:cxn modelId="{27BB48C1-158A-4E49-8613-9213C615BF3B}" type="presParOf" srcId="{8DC4ECF2-5B50-42DB-B112-8CC87AB4919B}" destId="{48345521-F883-42F0-B2D4-C59BD0B33A7F}" srcOrd="0" destOrd="0" presId="urn:microsoft.com/office/officeart/2008/layout/VerticalCurvedList"/>
    <dgm:cxn modelId="{75F349DE-B3B9-4D87-BFF4-E81628FA524C}" type="presParOf" srcId="{8DC4ECF2-5B50-42DB-B112-8CC87AB4919B}" destId="{5271294A-09C9-4D6E-A130-C7FC41E1332C}" srcOrd="1" destOrd="0" presId="urn:microsoft.com/office/officeart/2008/layout/VerticalCurvedList"/>
    <dgm:cxn modelId="{963D51AE-9839-463D-A373-C5BA174C7CB9}" type="presParOf" srcId="{8DC4ECF2-5B50-42DB-B112-8CC87AB4919B}" destId="{D3F502BD-A2F1-4312-A7DD-47E7E0FA9866}" srcOrd="2" destOrd="0" presId="urn:microsoft.com/office/officeart/2008/layout/VerticalCurvedList"/>
    <dgm:cxn modelId="{A7130B52-ED73-4068-AFA9-B3CC0D12B672}" type="presParOf" srcId="{8DC4ECF2-5B50-42DB-B112-8CC87AB4919B}" destId="{EFBDE3B1-5977-4E67-91B7-8EEC4BAFBF09}" srcOrd="3" destOrd="0" presId="urn:microsoft.com/office/officeart/2008/layout/VerticalCurvedList"/>
    <dgm:cxn modelId="{280CDCB3-AE39-4C52-B6FD-6D822728E039}" type="presParOf" srcId="{DC7D5C91-242B-4081-A9B6-C8709C2E56F5}" destId="{4041A3B1-6B30-436F-A39A-8B3629193EF9}" srcOrd="1" destOrd="0" presId="urn:microsoft.com/office/officeart/2008/layout/VerticalCurvedList"/>
    <dgm:cxn modelId="{C7B7F7C6-1798-4170-AC95-BE22EABCB315}" type="presParOf" srcId="{DC7D5C91-242B-4081-A9B6-C8709C2E56F5}" destId="{A28CC3C7-A18B-4FD8-9E31-8724FF3CEE67}" srcOrd="2" destOrd="0" presId="urn:microsoft.com/office/officeart/2008/layout/VerticalCurvedList"/>
    <dgm:cxn modelId="{32108F18-799F-49DE-BC2A-2650EC76B7C3}" type="presParOf" srcId="{A28CC3C7-A18B-4FD8-9E31-8724FF3CEE67}" destId="{9FCCB15F-E614-45FB-AAB4-FA0E60A55E2E}" srcOrd="0" destOrd="0" presId="urn:microsoft.com/office/officeart/2008/layout/VerticalCurvedList"/>
    <dgm:cxn modelId="{5C649A64-6A7E-4C26-936A-CC02CD6D8380}" type="presParOf" srcId="{DC7D5C91-242B-4081-A9B6-C8709C2E56F5}" destId="{D1BCA401-1CFF-459C-A3A8-00F1E9BF78B6}" srcOrd="3" destOrd="0" presId="urn:microsoft.com/office/officeart/2008/layout/VerticalCurvedList"/>
    <dgm:cxn modelId="{8830CD5F-2EA3-485A-BA83-261B9178AE67}" type="presParOf" srcId="{DC7D5C91-242B-4081-A9B6-C8709C2E56F5}" destId="{8A36FFEA-2D25-457C-9324-71378C8D9B0D}" srcOrd="4" destOrd="0" presId="urn:microsoft.com/office/officeart/2008/layout/VerticalCurvedList"/>
    <dgm:cxn modelId="{A4B9FE50-2291-48DA-AD05-4CB1F19C2C95}" type="presParOf" srcId="{8A36FFEA-2D25-457C-9324-71378C8D9B0D}" destId="{E2365BFE-380F-45F9-B74A-1459E5246540}" srcOrd="0" destOrd="0" presId="urn:microsoft.com/office/officeart/2008/layout/VerticalCurvedList"/>
    <dgm:cxn modelId="{6EF18059-45F1-4C01-8E1E-8D65B3F963F8}" type="presParOf" srcId="{DC7D5C91-242B-4081-A9B6-C8709C2E56F5}" destId="{598B499E-343E-4D26-88BF-8FC30A6E699B}" srcOrd="5" destOrd="0" presId="urn:microsoft.com/office/officeart/2008/layout/VerticalCurvedList"/>
    <dgm:cxn modelId="{2DD4074C-64F1-4480-A993-0CB0234E69FF}" type="presParOf" srcId="{DC7D5C91-242B-4081-A9B6-C8709C2E56F5}" destId="{537B02D8-808B-4B2A-A7CC-AC4F528872EC}" srcOrd="6" destOrd="0" presId="urn:microsoft.com/office/officeart/2008/layout/VerticalCurvedList"/>
    <dgm:cxn modelId="{F6943528-75D3-434D-91E7-386E6CE3450F}" type="presParOf" srcId="{537B02D8-808B-4B2A-A7CC-AC4F528872EC}" destId="{3E0377AD-0F41-418E-97ED-BCBE8E140FE7}" srcOrd="0" destOrd="0" presId="urn:microsoft.com/office/officeart/2008/layout/VerticalCurvedList"/>
    <dgm:cxn modelId="{BFC1E997-5240-4AB3-AEE4-42E0424AD926}" type="presParOf" srcId="{DC7D5C91-242B-4081-A9B6-C8709C2E56F5}" destId="{55449691-5171-4B78-BD77-1BED07DDFC3D}" srcOrd="7" destOrd="0" presId="urn:microsoft.com/office/officeart/2008/layout/VerticalCurvedList"/>
    <dgm:cxn modelId="{10EC5B5E-1008-484E-8467-AA01081E949C}" type="presParOf" srcId="{DC7D5C91-242B-4081-A9B6-C8709C2E56F5}" destId="{B71A5E7A-4F57-4392-B79C-801112E82D9B}" srcOrd="8" destOrd="0" presId="urn:microsoft.com/office/officeart/2008/layout/VerticalCurvedList"/>
    <dgm:cxn modelId="{D889B260-8338-4C79-9FE2-6E4B9F46E7DB}" type="presParOf" srcId="{B71A5E7A-4F57-4392-B79C-801112E82D9B}" destId="{5955A7F4-4EA4-4AB9-8824-069032023FA7}" srcOrd="0" destOrd="0" presId="urn:microsoft.com/office/officeart/2008/layout/VerticalCurvedList"/>
    <dgm:cxn modelId="{1C1D147E-DE65-4FEE-B774-8ACD866DE4C3}" type="presParOf" srcId="{DC7D5C91-242B-4081-A9B6-C8709C2E56F5}" destId="{9B083C11-5F2F-47ED-926A-660072DBA370}" srcOrd="9" destOrd="0" presId="urn:microsoft.com/office/officeart/2008/layout/VerticalCurvedList"/>
    <dgm:cxn modelId="{6D5289F4-BB3B-4979-9619-32E5CE6CDB8A}" type="presParOf" srcId="{DC7D5C91-242B-4081-A9B6-C8709C2E56F5}" destId="{D4A3113D-FDF8-451D-B667-687C34FEABEA}" srcOrd="10" destOrd="0" presId="urn:microsoft.com/office/officeart/2008/layout/VerticalCurvedList"/>
    <dgm:cxn modelId="{07037DF5-5679-4A1B-8658-03DD8C591769}" type="presParOf" srcId="{D4A3113D-FDF8-451D-B667-687C34FEABEA}" destId="{37CE39B8-41FB-4B0A-B2CB-40977E5FF349}" srcOrd="0" destOrd="0" presId="urn:microsoft.com/office/officeart/2008/layout/VerticalCurvedList"/>
    <dgm:cxn modelId="{417561AA-E4C9-480B-830D-7990795A47B6}" type="presParOf" srcId="{DC7D5C91-242B-4081-A9B6-C8709C2E56F5}" destId="{03884880-4036-4D36-BA8C-4D0568571FF4}" srcOrd="11" destOrd="0" presId="urn:microsoft.com/office/officeart/2008/layout/VerticalCurvedList"/>
    <dgm:cxn modelId="{B0D9F1DA-DFF6-461F-95FD-99025DC89A2C}" type="presParOf" srcId="{DC7D5C91-242B-4081-A9B6-C8709C2E56F5}" destId="{B3A5F4B4-6255-4160-90F2-B1A71F18CBC1}" srcOrd="12" destOrd="0" presId="urn:microsoft.com/office/officeart/2008/layout/VerticalCurvedList"/>
    <dgm:cxn modelId="{DD7D2CE6-E2D4-46BD-A835-827E8466A6CF}" type="presParOf" srcId="{B3A5F4B4-6255-4160-90F2-B1A71F18CBC1}" destId="{99F06D56-238C-4C9F-A447-521819900635}" srcOrd="0" destOrd="0" presId="urn:microsoft.com/office/officeart/2008/layout/VerticalCurvedList"/>
    <dgm:cxn modelId="{214C6C9F-86A5-4792-892E-A50FA56B1D0C}" type="presParOf" srcId="{DC7D5C91-242B-4081-A9B6-C8709C2E56F5}" destId="{D2C83BCE-9D05-4024-A719-B19FA2B2387B}" srcOrd="13" destOrd="0" presId="urn:microsoft.com/office/officeart/2008/layout/VerticalCurvedList"/>
    <dgm:cxn modelId="{E24528D9-AC16-47FA-9AF1-8E8455A61B41}" type="presParOf" srcId="{DC7D5C91-242B-4081-A9B6-C8709C2E56F5}" destId="{36AEF1F8-1053-4FE4-816A-577A99179260}" srcOrd="14" destOrd="0" presId="urn:microsoft.com/office/officeart/2008/layout/VerticalCurvedList"/>
    <dgm:cxn modelId="{55B1E2A4-E9E3-4BB3-977F-31DBF36D55E8}" type="presParOf" srcId="{36AEF1F8-1053-4FE4-816A-577A99179260}" destId="{D3E16815-AACD-4E7C-AA29-2878D5330CBF}"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1395E90-50D7-454B-B58A-E3B810123512}" type="doc">
      <dgm:prSet loTypeId="urn:microsoft.com/office/officeart/2008/layout/VerticalCurvedList" loCatId="list" qsTypeId="urn:microsoft.com/office/officeart/2005/8/quickstyle/3d2" qsCatId="3D" csTypeId="urn:microsoft.com/office/officeart/2005/8/colors/accent2_1" csCatId="accent2" phldr="1"/>
      <dgm:spPr/>
      <dgm:t>
        <a:bodyPr/>
        <a:lstStyle/>
        <a:p>
          <a:endParaRPr lang="en-IN"/>
        </a:p>
      </dgm:t>
    </dgm:pt>
    <dgm:pt modelId="{BF8F5E42-3AAD-4EDB-B821-60B4D6DAEFC5}">
      <dgm:prSet custT="1"/>
      <dgm:spPr/>
      <dgm:t>
        <a:bodyPr/>
        <a:lstStyle/>
        <a:p>
          <a:r>
            <a:rPr lang="en-IN" sz="2000" dirty="0">
              <a:latin typeface="Times New Roman" panose="02020603050405020304" pitchFamily="18" charset="0"/>
              <a:cs typeface="Times New Roman" panose="02020603050405020304" pitchFamily="18" charset="0"/>
            </a:rPr>
            <a:t>Behavioural Patterns Part: I - Chain of Responsibility Pattern</a:t>
          </a:r>
        </a:p>
      </dgm:t>
    </dgm:pt>
    <dgm:pt modelId="{62A2E0B8-B52A-45BE-8CE3-FFC32C0C1334}" type="parTrans" cxnId="{F933E816-D3B1-47A5-9774-DEFBBBB91BF5}">
      <dgm:prSet/>
      <dgm:spPr/>
      <dgm:t>
        <a:bodyPr/>
        <a:lstStyle/>
        <a:p>
          <a:endParaRPr lang="en-IN"/>
        </a:p>
      </dgm:t>
    </dgm:pt>
    <dgm:pt modelId="{533DC2CF-B200-4402-9CC7-DCFFD0A4B01F}" type="sibTrans" cxnId="{F933E816-D3B1-47A5-9774-DEFBBBB91BF5}">
      <dgm:prSet/>
      <dgm:spPr/>
      <dgm:t>
        <a:bodyPr/>
        <a:lstStyle/>
        <a:p>
          <a:endParaRPr lang="en-IN">
            <a:latin typeface="Times New Roman" panose="02020603050405020304" pitchFamily="18" charset="0"/>
            <a:cs typeface="Times New Roman" panose="02020603050405020304" pitchFamily="18" charset="0"/>
          </a:endParaRPr>
        </a:p>
      </dgm:t>
    </dgm:pt>
    <dgm:pt modelId="{36338F33-68DE-4098-80CC-77BCEDF79224}">
      <dgm:prSet custT="1"/>
      <dgm:spPr/>
      <dgm:t>
        <a:bodyPr/>
        <a:lstStyle/>
        <a:p>
          <a:r>
            <a:rPr lang="en-IN" sz="2000" dirty="0">
              <a:latin typeface="Times New Roman" panose="02020603050405020304" pitchFamily="18" charset="0"/>
              <a:cs typeface="Times New Roman" panose="02020603050405020304" pitchFamily="18" charset="0"/>
            </a:rPr>
            <a:t>Command Pattern</a:t>
          </a:r>
        </a:p>
      </dgm:t>
    </dgm:pt>
    <dgm:pt modelId="{8DAECF08-BB1C-456F-9522-97EC76896364}" type="parTrans" cxnId="{78029A45-B92E-4E2B-9A91-95162A823418}">
      <dgm:prSet/>
      <dgm:spPr/>
      <dgm:t>
        <a:bodyPr/>
        <a:lstStyle/>
        <a:p>
          <a:endParaRPr lang="en-IN"/>
        </a:p>
      </dgm:t>
    </dgm:pt>
    <dgm:pt modelId="{7CB7F53E-C3AD-443F-ADA0-9E069C7A6AFE}" type="sibTrans" cxnId="{78029A45-B92E-4E2B-9A91-95162A823418}">
      <dgm:prSet/>
      <dgm:spPr/>
      <dgm:t>
        <a:bodyPr/>
        <a:lstStyle/>
        <a:p>
          <a:endParaRPr lang="en-IN"/>
        </a:p>
      </dgm:t>
    </dgm:pt>
    <dgm:pt modelId="{08903A3A-50E6-4C31-B50C-BF2204441A84}">
      <dgm:prSet custT="1"/>
      <dgm:spPr/>
      <dgm:t>
        <a:bodyPr/>
        <a:lstStyle/>
        <a:p>
          <a:r>
            <a:rPr lang="en-IN" sz="2000" dirty="0">
              <a:latin typeface="Times New Roman" panose="02020603050405020304" pitchFamily="18" charset="0"/>
              <a:cs typeface="Times New Roman" panose="02020603050405020304" pitchFamily="18" charset="0"/>
            </a:rPr>
            <a:t>Interpreter Pattern</a:t>
          </a:r>
        </a:p>
      </dgm:t>
    </dgm:pt>
    <dgm:pt modelId="{01F6E1A6-77CC-4A83-A1F9-09E67F03943A}" type="parTrans" cxnId="{7009289C-780C-4DC2-9E1D-5F8F7A226516}">
      <dgm:prSet/>
      <dgm:spPr/>
      <dgm:t>
        <a:bodyPr/>
        <a:lstStyle/>
        <a:p>
          <a:endParaRPr lang="en-IN"/>
        </a:p>
      </dgm:t>
    </dgm:pt>
    <dgm:pt modelId="{F153CD98-BC62-4212-9CC5-22673AD748B9}" type="sibTrans" cxnId="{7009289C-780C-4DC2-9E1D-5F8F7A226516}">
      <dgm:prSet/>
      <dgm:spPr/>
      <dgm:t>
        <a:bodyPr/>
        <a:lstStyle/>
        <a:p>
          <a:endParaRPr lang="en-IN"/>
        </a:p>
      </dgm:t>
    </dgm:pt>
    <dgm:pt modelId="{552A7971-1E15-4EB6-A80B-BA4506FCF278}">
      <dgm:prSet custT="1"/>
      <dgm:spPr/>
      <dgm:t>
        <a:bodyPr/>
        <a:lstStyle/>
        <a:p>
          <a:r>
            <a:rPr lang="en-IN" sz="2000" dirty="0">
              <a:latin typeface="Times New Roman" panose="02020603050405020304" pitchFamily="18" charset="0"/>
              <a:cs typeface="Times New Roman" panose="02020603050405020304" pitchFamily="18" charset="0"/>
            </a:rPr>
            <a:t>Iterator Pattern</a:t>
          </a:r>
        </a:p>
      </dgm:t>
    </dgm:pt>
    <dgm:pt modelId="{29E8F9E2-AE34-46B2-BB98-8237743EF525}" type="parTrans" cxnId="{6F7757A3-1148-42F6-B445-B32CFEF56581}">
      <dgm:prSet/>
      <dgm:spPr/>
      <dgm:t>
        <a:bodyPr/>
        <a:lstStyle/>
        <a:p>
          <a:endParaRPr lang="en-IN"/>
        </a:p>
      </dgm:t>
    </dgm:pt>
    <dgm:pt modelId="{124C0337-A491-4F32-A4EE-EF0D6B9B5CC9}" type="sibTrans" cxnId="{6F7757A3-1148-42F6-B445-B32CFEF56581}">
      <dgm:prSet/>
      <dgm:spPr/>
      <dgm:t>
        <a:bodyPr/>
        <a:lstStyle/>
        <a:p>
          <a:endParaRPr lang="en-IN"/>
        </a:p>
      </dgm:t>
    </dgm:pt>
    <dgm:pt modelId="{A1A216A9-D6AD-4159-A7DC-08552601D9C1}">
      <dgm:prSet custT="1"/>
      <dgm:spPr/>
      <dgm:t>
        <a:bodyPr/>
        <a:lstStyle/>
        <a:p>
          <a:r>
            <a:rPr lang="en-IN" sz="2000" dirty="0">
              <a:latin typeface="Times New Roman" panose="02020603050405020304" pitchFamily="18" charset="0"/>
              <a:cs typeface="Times New Roman" panose="02020603050405020304" pitchFamily="18" charset="0"/>
            </a:rPr>
            <a:t>Behavioural Patterns Part: II - Mediator</a:t>
          </a:r>
        </a:p>
      </dgm:t>
    </dgm:pt>
    <dgm:pt modelId="{82511BE8-305F-4EBB-ABF0-4F78D23D9655}" type="parTrans" cxnId="{F4ECAA48-E71B-4CBA-B7EB-DD0FD54A6A21}">
      <dgm:prSet/>
      <dgm:spPr/>
      <dgm:t>
        <a:bodyPr/>
        <a:lstStyle/>
        <a:p>
          <a:endParaRPr lang="en-IN"/>
        </a:p>
      </dgm:t>
    </dgm:pt>
    <dgm:pt modelId="{C4AE138B-5FDA-4E0C-B40E-45914B4C9A5F}" type="sibTrans" cxnId="{F4ECAA48-E71B-4CBA-B7EB-DD0FD54A6A21}">
      <dgm:prSet/>
      <dgm:spPr/>
      <dgm:t>
        <a:bodyPr/>
        <a:lstStyle/>
        <a:p>
          <a:endParaRPr lang="en-IN"/>
        </a:p>
      </dgm:t>
    </dgm:pt>
    <dgm:pt modelId="{4E19C4D2-A031-49F8-A117-DB52A84D05B0}">
      <dgm:prSet custT="1"/>
      <dgm:spPr/>
      <dgm:t>
        <a:bodyPr/>
        <a:lstStyle/>
        <a:p>
          <a:r>
            <a:rPr lang="en-IN" sz="2000" dirty="0">
              <a:latin typeface="Times New Roman" panose="02020603050405020304" pitchFamily="18" charset="0"/>
              <a:cs typeface="Times New Roman" panose="02020603050405020304" pitchFamily="18" charset="0"/>
            </a:rPr>
            <a:t>Memento</a:t>
          </a:r>
        </a:p>
      </dgm:t>
    </dgm:pt>
    <dgm:pt modelId="{4F1170FB-959E-44D7-B33A-EC241CD4FD59}" type="parTrans" cxnId="{5E605683-3990-41B0-A31B-1EA8EEC76FAD}">
      <dgm:prSet/>
      <dgm:spPr/>
      <dgm:t>
        <a:bodyPr/>
        <a:lstStyle/>
        <a:p>
          <a:endParaRPr lang="en-IN"/>
        </a:p>
      </dgm:t>
    </dgm:pt>
    <dgm:pt modelId="{29FBF5FB-1C37-4E99-A2E2-5F158DDB9921}" type="sibTrans" cxnId="{5E605683-3990-41B0-A31B-1EA8EEC76FAD}">
      <dgm:prSet/>
      <dgm:spPr/>
      <dgm:t>
        <a:bodyPr/>
        <a:lstStyle/>
        <a:p>
          <a:endParaRPr lang="en-IN"/>
        </a:p>
      </dgm:t>
    </dgm:pt>
    <dgm:pt modelId="{185C52EB-0E9C-4AB5-8E1C-FE40BD35BD00}">
      <dgm:prSet custT="1"/>
      <dgm:spPr/>
      <dgm:t>
        <a:bodyPr/>
        <a:lstStyle/>
        <a:p>
          <a:r>
            <a:rPr lang="en-IN" sz="2000" dirty="0">
              <a:latin typeface="Times New Roman" panose="02020603050405020304" pitchFamily="18" charset="0"/>
              <a:cs typeface="Times New Roman" panose="02020603050405020304" pitchFamily="18" charset="0"/>
            </a:rPr>
            <a:t>Observer Pattern</a:t>
          </a:r>
        </a:p>
      </dgm:t>
    </dgm:pt>
    <dgm:pt modelId="{BB54324A-9D32-4BEE-B145-1FD29BB0405E}" type="parTrans" cxnId="{43281856-EC3B-4DF0-8FEC-5376C6ADF5EB}">
      <dgm:prSet/>
      <dgm:spPr/>
      <dgm:t>
        <a:bodyPr/>
        <a:lstStyle/>
        <a:p>
          <a:endParaRPr lang="en-IN"/>
        </a:p>
      </dgm:t>
    </dgm:pt>
    <dgm:pt modelId="{D39BC8F5-F46F-42A0-9476-4E9B891ACDDF}" type="sibTrans" cxnId="{43281856-EC3B-4DF0-8FEC-5376C6ADF5EB}">
      <dgm:prSet/>
      <dgm:spPr/>
      <dgm:t>
        <a:bodyPr/>
        <a:lstStyle/>
        <a:p>
          <a:endParaRPr lang="en-IN"/>
        </a:p>
      </dgm:t>
    </dgm:pt>
    <dgm:pt modelId="{3524BEAB-D23C-4E8B-9ACC-FBE647274519}" type="pres">
      <dgm:prSet presAssocID="{81395E90-50D7-454B-B58A-E3B810123512}" presName="Name0" presStyleCnt="0">
        <dgm:presLayoutVars>
          <dgm:chMax val="7"/>
          <dgm:chPref val="7"/>
          <dgm:dir/>
        </dgm:presLayoutVars>
      </dgm:prSet>
      <dgm:spPr/>
    </dgm:pt>
    <dgm:pt modelId="{DC7D5C91-242B-4081-A9B6-C8709C2E56F5}" type="pres">
      <dgm:prSet presAssocID="{81395E90-50D7-454B-B58A-E3B810123512}" presName="Name1" presStyleCnt="0"/>
      <dgm:spPr/>
    </dgm:pt>
    <dgm:pt modelId="{8DC4ECF2-5B50-42DB-B112-8CC87AB4919B}" type="pres">
      <dgm:prSet presAssocID="{81395E90-50D7-454B-B58A-E3B810123512}" presName="cycle" presStyleCnt="0"/>
      <dgm:spPr/>
    </dgm:pt>
    <dgm:pt modelId="{48345521-F883-42F0-B2D4-C59BD0B33A7F}" type="pres">
      <dgm:prSet presAssocID="{81395E90-50D7-454B-B58A-E3B810123512}" presName="srcNode" presStyleLbl="node1" presStyleIdx="0" presStyleCnt="7"/>
      <dgm:spPr/>
    </dgm:pt>
    <dgm:pt modelId="{5271294A-09C9-4D6E-A130-C7FC41E1332C}" type="pres">
      <dgm:prSet presAssocID="{81395E90-50D7-454B-B58A-E3B810123512}" presName="conn" presStyleLbl="parChTrans1D2" presStyleIdx="0" presStyleCnt="1"/>
      <dgm:spPr/>
    </dgm:pt>
    <dgm:pt modelId="{D3F502BD-A2F1-4312-A7DD-47E7E0FA9866}" type="pres">
      <dgm:prSet presAssocID="{81395E90-50D7-454B-B58A-E3B810123512}" presName="extraNode" presStyleLbl="node1" presStyleIdx="0" presStyleCnt="7"/>
      <dgm:spPr/>
    </dgm:pt>
    <dgm:pt modelId="{EFBDE3B1-5977-4E67-91B7-8EEC4BAFBF09}" type="pres">
      <dgm:prSet presAssocID="{81395E90-50D7-454B-B58A-E3B810123512}" presName="dstNode" presStyleLbl="node1" presStyleIdx="0" presStyleCnt="7"/>
      <dgm:spPr/>
    </dgm:pt>
    <dgm:pt modelId="{4041A3B1-6B30-436F-A39A-8B3629193EF9}" type="pres">
      <dgm:prSet presAssocID="{BF8F5E42-3AAD-4EDB-B821-60B4D6DAEFC5}" presName="text_1" presStyleLbl="node1" presStyleIdx="0" presStyleCnt="7">
        <dgm:presLayoutVars>
          <dgm:bulletEnabled val="1"/>
        </dgm:presLayoutVars>
      </dgm:prSet>
      <dgm:spPr/>
    </dgm:pt>
    <dgm:pt modelId="{A28CC3C7-A18B-4FD8-9E31-8724FF3CEE67}" type="pres">
      <dgm:prSet presAssocID="{BF8F5E42-3AAD-4EDB-B821-60B4D6DAEFC5}" presName="accent_1" presStyleCnt="0"/>
      <dgm:spPr/>
    </dgm:pt>
    <dgm:pt modelId="{9FCCB15F-E614-45FB-AAB4-FA0E60A55E2E}" type="pres">
      <dgm:prSet presAssocID="{BF8F5E42-3AAD-4EDB-B821-60B4D6DAEFC5}" presName="accentRepeatNode" presStyleLbl="solidFgAcc1" presStyleIdx="0" presStyleCnt="7"/>
      <dgm:spPr/>
    </dgm:pt>
    <dgm:pt modelId="{7BE6ED4C-509B-44E4-AA44-EB0711D49DBD}" type="pres">
      <dgm:prSet presAssocID="{36338F33-68DE-4098-80CC-77BCEDF79224}" presName="text_2" presStyleLbl="node1" presStyleIdx="1" presStyleCnt="7">
        <dgm:presLayoutVars>
          <dgm:bulletEnabled val="1"/>
        </dgm:presLayoutVars>
      </dgm:prSet>
      <dgm:spPr/>
    </dgm:pt>
    <dgm:pt modelId="{C1851C52-4B6D-462E-8544-F01EB8350BFC}" type="pres">
      <dgm:prSet presAssocID="{36338F33-68DE-4098-80CC-77BCEDF79224}" presName="accent_2" presStyleCnt="0"/>
      <dgm:spPr/>
    </dgm:pt>
    <dgm:pt modelId="{0EDCD9DF-3883-453F-8112-16F5CCB0D3B4}" type="pres">
      <dgm:prSet presAssocID="{36338F33-68DE-4098-80CC-77BCEDF79224}" presName="accentRepeatNode" presStyleLbl="solidFgAcc1" presStyleIdx="1" presStyleCnt="7"/>
      <dgm:spPr/>
    </dgm:pt>
    <dgm:pt modelId="{5AC9256A-E274-4EC0-AF26-CACB5C5BE9C7}" type="pres">
      <dgm:prSet presAssocID="{08903A3A-50E6-4C31-B50C-BF2204441A84}" presName="text_3" presStyleLbl="node1" presStyleIdx="2" presStyleCnt="7">
        <dgm:presLayoutVars>
          <dgm:bulletEnabled val="1"/>
        </dgm:presLayoutVars>
      </dgm:prSet>
      <dgm:spPr/>
    </dgm:pt>
    <dgm:pt modelId="{8C33F325-8254-4E7E-977D-41C34186EA88}" type="pres">
      <dgm:prSet presAssocID="{08903A3A-50E6-4C31-B50C-BF2204441A84}" presName="accent_3" presStyleCnt="0"/>
      <dgm:spPr/>
    </dgm:pt>
    <dgm:pt modelId="{2544928C-FB9E-453E-84B5-A839AC24E467}" type="pres">
      <dgm:prSet presAssocID="{08903A3A-50E6-4C31-B50C-BF2204441A84}" presName="accentRepeatNode" presStyleLbl="solidFgAcc1" presStyleIdx="2" presStyleCnt="7"/>
      <dgm:spPr/>
    </dgm:pt>
    <dgm:pt modelId="{3077B55F-32B0-471E-94B1-B138ABD58765}" type="pres">
      <dgm:prSet presAssocID="{552A7971-1E15-4EB6-A80B-BA4506FCF278}" presName="text_4" presStyleLbl="node1" presStyleIdx="3" presStyleCnt="7">
        <dgm:presLayoutVars>
          <dgm:bulletEnabled val="1"/>
        </dgm:presLayoutVars>
      </dgm:prSet>
      <dgm:spPr/>
    </dgm:pt>
    <dgm:pt modelId="{4AF5BC45-7127-46B0-855C-2127558DA1A1}" type="pres">
      <dgm:prSet presAssocID="{552A7971-1E15-4EB6-A80B-BA4506FCF278}" presName="accent_4" presStyleCnt="0"/>
      <dgm:spPr/>
    </dgm:pt>
    <dgm:pt modelId="{D9ABCE0C-46B0-4C8E-9885-5334671D1A2F}" type="pres">
      <dgm:prSet presAssocID="{552A7971-1E15-4EB6-A80B-BA4506FCF278}" presName="accentRepeatNode" presStyleLbl="solidFgAcc1" presStyleIdx="3" presStyleCnt="7"/>
      <dgm:spPr/>
    </dgm:pt>
    <dgm:pt modelId="{087F5578-7BB1-4479-A90C-51B9C61EB15B}" type="pres">
      <dgm:prSet presAssocID="{A1A216A9-D6AD-4159-A7DC-08552601D9C1}" presName="text_5" presStyleLbl="node1" presStyleIdx="4" presStyleCnt="7">
        <dgm:presLayoutVars>
          <dgm:bulletEnabled val="1"/>
        </dgm:presLayoutVars>
      </dgm:prSet>
      <dgm:spPr/>
    </dgm:pt>
    <dgm:pt modelId="{F58EE2B1-F1B6-4CB0-A7E9-BA0F70064579}" type="pres">
      <dgm:prSet presAssocID="{A1A216A9-D6AD-4159-A7DC-08552601D9C1}" presName="accent_5" presStyleCnt="0"/>
      <dgm:spPr/>
    </dgm:pt>
    <dgm:pt modelId="{247E252F-0EE5-42CC-BB2C-5C01A411537B}" type="pres">
      <dgm:prSet presAssocID="{A1A216A9-D6AD-4159-A7DC-08552601D9C1}" presName="accentRepeatNode" presStyleLbl="solidFgAcc1" presStyleIdx="4" presStyleCnt="7"/>
      <dgm:spPr/>
    </dgm:pt>
    <dgm:pt modelId="{8037028E-90A1-4917-B182-4153496C1BF5}" type="pres">
      <dgm:prSet presAssocID="{4E19C4D2-A031-49F8-A117-DB52A84D05B0}" presName="text_6" presStyleLbl="node1" presStyleIdx="5" presStyleCnt="7">
        <dgm:presLayoutVars>
          <dgm:bulletEnabled val="1"/>
        </dgm:presLayoutVars>
      </dgm:prSet>
      <dgm:spPr/>
    </dgm:pt>
    <dgm:pt modelId="{0B2C5585-87CE-4078-A3C8-22BF81559A47}" type="pres">
      <dgm:prSet presAssocID="{4E19C4D2-A031-49F8-A117-DB52A84D05B0}" presName="accent_6" presStyleCnt="0"/>
      <dgm:spPr/>
    </dgm:pt>
    <dgm:pt modelId="{3F6B4DD1-D397-4831-BBCC-3F93F5463D42}" type="pres">
      <dgm:prSet presAssocID="{4E19C4D2-A031-49F8-A117-DB52A84D05B0}" presName="accentRepeatNode" presStyleLbl="solidFgAcc1" presStyleIdx="5" presStyleCnt="7"/>
      <dgm:spPr/>
    </dgm:pt>
    <dgm:pt modelId="{5F93AB3A-14DA-436B-9194-C42AF3EA4AB8}" type="pres">
      <dgm:prSet presAssocID="{185C52EB-0E9C-4AB5-8E1C-FE40BD35BD00}" presName="text_7" presStyleLbl="node1" presStyleIdx="6" presStyleCnt="7">
        <dgm:presLayoutVars>
          <dgm:bulletEnabled val="1"/>
        </dgm:presLayoutVars>
      </dgm:prSet>
      <dgm:spPr/>
    </dgm:pt>
    <dgm:pt modelId="{32835841-3905-4011-BC43-57CCC1A102C2}" type="pres">
      <dgm:prSet presAssocID="{185C52EB-0E9C-4AB5-8E1C-FE40BD35BD00}" presName="accent_7" presStyleCnt="0"/>
      <dgm:spPr/>
    </dgm:pt>
    <dgm:pt modelId="{85628810-FA91-46B4-85FF-6303657FDB73}" type="pres">
      <dgm:prSet presAssocID="{185C52EB-0E9C-4AB5-8E1C-FE40BD35BD00}" presName="accentRepeatNode" presStyleLbl="solidFgAcc1" presStyleIdx="6" presStyleCnt="7"/>
      <dgm:spPr/>
    </dgm:pt>
  </dgm:ptLst>
  <dgm:cxnLst>
    <dgm:cxn modelId="{F933E816-D3B1-47A5-9774-DEFBBBB91BF5}" srcId="{81395E90-50D7-454B-B58A-E3B810123512}" destId="{BF8F5E42-3AAD-4EDB-B821-60B4D6DAEFC5}" srcOrd="0" destOrd="0" parTransId="{62A2E0B8-B52A-45BE-8CE3-FFC32C0C1334}" sibTransId="{533DC2CF-B200-4402-9CC7-DCFFD0A4B01F}"/>
    <dgm:cxn modelId="{D4E46232-D8DE-4026-9C58-F52DFFAF3AA7}" type="presOf" srcId="{81395E90-50D7-454B-B58A-E3B810123512}" destId="{3524BEAB-D23C-4E8B-9ACC-FBE647274519}" srcOrd="0" destOrd="0" presId="urn:microsoft.com/office/officeart/2008/layout/VerticalCurvedList"/>
    <dgm:cxn modelId="{C880885F-91E1-4D38-B0DF-0B605B1D547F}" type="presOf" srcId="{4E19C4D2-A031-49F8-A117-DB52A84D05B0}" destId="{8037028E-90A1-4917-B182-4153496C1BF5}" srcOrd="0" destOrd="0" presId="urn:microsoft.com/office/officeart/2008/layout/VerticalCurvedList"/>
    <dgm:cxn modelId="{E8486465-725C-4AD9-83BB-A3F7879EFDED}" type="presOf" srcId="{A1A216A9-D6AD-4159-A7DC-08552601D9C1}" destId="{087F5578-7BB1-4479-A90C-51B9C61EB15B}" srcOrd="0" destOrd="0" presId="urn:microsoft.com/office/officeart/2008/layout/VerticalCurvedList"/>
    <dgm:cxn modelId="{78029A45-B92E-4E2B-9A91-95162A823418}" srcId="{81395E90-50D7-454B-B58A-E3B810123512}" destId="{36338F33-68DE-4098-80CC-77BCEDF79224}" srcOrd="1" destOrd="0" parTransId="{8DAECF08-BB1C-456F-9522-97EC76896364}" sibTransId="{7CB7F53E-C3AD-443F-ADA0-9E069C7A6AFE}"/>
    <dgm:cxn modelId="{F4ECAA48-E71B-4CBA-B7EB-DD0FD54A6A21}" srcId="{81395E90-50D7-454B-B58A-E3B810123512}" destId="{A1A216A9-D6AD-4159-A7DC-08552601D9C1}" srcOrd="4" destOrd="0" parTransId="{82511BE8-305F-4EBB-ABF0-4F78D23D9655}" sibTransId="{C4AE138B-5FDA-4E0C-B40E-45914B4C9A5F}"/>
    <dgm:cxn modelId="{982DE06B-58DE-45DF-B360-440C83BFCAF6}" type="presOf" srcId="{552A7971-1E15-4EB6-A80B-BA4506FCF278}" destId="{3077B55F-32B0-471E-94B1-B138ABD58765}" srcOrd="0" destOrd="0" presId="urn:microsoft.com/office/officeart/2008/layout/VerticalCurvedList"/>
    <dgm:cxn modelId="{43890555-137A-4F39-A7A8-213D2B91B458}" type="presOf" srcId="{185C52EB-0E9C-4AB5-8E1C-FE40BD35BD00}" destId="{5F93AB3A-14DA-436B-9194-C42AF3EA4AB8}" srcOrd="0" destOrd="0" presId="urn:microsoft.com/office/officeart/2008/layout/VerticalCurvedList"/>
    <dgm:cxn modelId="{43281856-EC3B-4DF0-8FEC-5376C6ADF5EB}" srcId="{81395E90-50D7-454B-B58A-E3B810123512}" destId="{185C52EB-0E9C-4AB5-8E1C-FE40BD35BD00}" srcOrd="6" destOrd="0" parTransId="{BB54324A-9D32-4BEE-B145-1FD29BB0405E}" sibTransId="{D39BC8F5-F46F-42A0-9476-4E9B891ACDDF}"/>
    <dgm:cxn modelId="{7FAD4B7F-EE58-4A60-8CBB-EAAEB65CF68D}" type="presOf" srcId="{36338F33-68DE-4098-80CC-77BCEDF79224}" destId="{7BE6ED4C-509B-44E4-AA44-EB0711D49DBD}" srcOrd="0" destOrd="0" presId="urn:microsoft.com/office/officeart/2008/layout/VerticalCurvedList"/>
    <dgm:cxn modelId="{5E605683-3990-41B0-A31B-1EA8EEC76FAD}" srcId="{81395E90-50D7-454B-B58A-E3B810123512}" destId="{4E19C4D2-A031-49F8-A117-DB52A84D05B0}" srcOrd="5" destOrd="0" parTransId="{4F1170FB-959E-44D7-B33A-EC241CD4FD59}" sibTransId="{29FBF5FB-1C37-4E99-A2E2-5F158DDB9921}"/>
    <dgm:cxn modelId="{B65A408D-3B6F-4960-B2E4-79AF4C0B7BA9}" type="presOf" srcId="{533DC2CF-B200-4402-9CC7-DCFFD0A4B01F}" destId="{5271294A-09C9-4D6E-A130-C7FC41E1332C}" srcOrd="0" destOrd="0" presId="urn:microsoft.com/office/officeart/2008/layout/VerticalCurvedList"/>
    <dgm:cxn modelId="{7009289C-780C-4DC2-9E1D-5F8F7A226516}" srcId="{81395E90-50D7-454B-B58A-E3B810123512}" destId="{08903A3A-50E6-4C31-B50C-BF2204441A84}" srcOrd="2" destOrd="0" parTransId="{01F6E1A6-77CC-4A83-A1F9-09E67F03943A}" sibTransId="{F153CD98-BC62-4212-9CC5-22673AD748B9}"/>
    <dgm:cxn modelId="{6F7757A3-1148-42F6-B445-B32CFEF56581}" srcId="{81395E90-50D7-454B-B58A-E3B810123512}" destId="{552A7971-1E15-4EB6-A80B-BA4506FCF278}" srcOrd="3" destOrd="0" parTransId="{29E8F9E2-AE34-46B2-BB98-8237743EF525}" sibTransId="{124C0337-A491-4F32-A4EE-EF0D6B9B5CC9}"/>
    <dgm:cxn modelId="{D25ED5E7-A883-4D9B-B4E0-1666A6862A3D}" type="presOf" srcId="{08903A3A-50E6-4C31-B50C-BF2204441A84}" destId="{5AC9256A-E274-4EC0-AF26-CACB5C5BE9C7}" srcOrd="0" destOrd="0" presId="urn:microsoft.com/office/officeart/2008/layout/VerticalCurvedList"/>
    <dgm:cxn modelId="{D7B067F5-4C6B-4AA0-A83B-06D492DD2F64}" type="presOf" srcId="{BF8F5E42-3AAD-4EDB-B821-60B4D6DAEFC5}" destId="{4041A3B1-6B30-436F-A39A-8B3629193EF9}" srcOrd="0" destOrd="0" presId="urn:microsoft.com/office/officeart/2008/layout/VerticalCurvedList"/>
    <dgm:cxn modelId="{BD354BBF-BD23-432C-B9F8-43630843FE03}" type="presParOf" srcId="{3524BEAB-D23C-4E8B-9ACC-FBE647274519}" destId="{DC7D5C91-242B-4081-A9B6-C8709C2E56F5}" srcOrd="0" destOrd="0" presId="urn:microsoft.com/office/officeart/2008/layout/VerticalCurvedList"/>
    <dgm:cxn modelId="{536BF452-71E9-402C-AA2B-5F6E77E9B695}" type="presParOf" srcId="{DC7D5C91-242B-4081-A9B6-C8709C2E56F5}" destId="{8DC4ECF2-5B50-42DB-B112-8CC87AB4919B}" srcOrd="0" destOrd="0" presId="urn:microsoft.com/office/officeart/2008/layout/VerticalCurvedList"/>
    <dgm:cxn modelId="{27BB48C1-158A-4E49-8613-9213C615BF3B}" type="presParOf" srcId="{8DC4ECF2-5B50-42DB-B112-8CC87AB4919B}" destId="{48345521-F883-42F0-B2D4-C59BD0B33A7F}" srcOrd="0" destOrd="0" presId="urn:microsoft.com/office/officeart/2008/layout/VerticalCurvedList"/>
    <dgm:cxn modelId="{75F349DE-B3B9-4D87-BFF4-E81628FA524C}" type="presParOf" srcId="{8DC4ECF2-5B50-42DB-B112-8CC87AB4919B}" destId="{5271294A-09C9-4D6E-A130-C7FC41E1332C}" srcOrd="1" destOrd="0" presId="urn:microsoft.com/office/officeart/2008/layout/VerticalCurvedList"/>
    <dgm:cxn modelId="{963D51AE-9839-463D-A373-C5BA174C7CB9}" type="presParOf" srcId="{8DC4ECF2-5B50-42DB-B112-8CC87AB4919B}" destId="{D3F502BD-A2F1-4312-A7DD-47E7E0FA9866}" srcOrd="2" destOrd="0" presId="urn:microsoft.com/office/officeart/2008/layout/VerticalCurvedList"/>
    <dgm:cxn modelId="{A7130B52-ED73-4068-AFA9-B3CC0D12B672}" type="presParOf" srcId="{8DC4ECF2-5B50-42DB-B112-8CC87AB4919B}" destId="{EFBDE3B1-5977-4E67-91B7-8EEC4BAFBF09}" srcOrd="3" destOrd="0" presId="urn:microsoft.com/office/officeart/2008/layout/VerticalCurvedList"/>
    <dgm:cxn modelId="{280CDCB3-AE39-4C52-B6FD-6D822728E039}" type="presParOf" srcId="{DC7D5C91-242B-4081-A9B6-C8709C2E56F5}" destId="{4041A3B1-6B30-436F-A39A-8B3629193EF9}" srcOrd="1" destOrd="0" presId="urn:microsoft.com/office/officeart/2008/layout/VerticalCurvedList"/>
    <dgm:cxn modelId="{C7B7F7C6-1798-4170-AC95-BE22EABCB315}" type="presParOf" srcId="{DC7D5C91-242B-4081-A9B6-C8709C2E56F5}" destId="{A28CC3C7-A18B-4FD8-9E31-8724FF3CEE67}" srcOrd="2" destOrd="0" presId="urn:microsoft.com/office/officeart/2008/layout/VerticalCurvedList"/>
    <dgm:cxn modelId="{32108F18-799F-49DE-BC2A-2650EC76B7C3}" type="presParOf" srcId="{A28CC3C7-A18B-4FD8-9E31-8724FF3CEE67}" destId="{9FCCB15F-E614-45FB-AAB4-FA0E60A55E2E}" srcOrd="0" destOrd="0" presId="urn:microsoft.com/office/officeart/2008/layout/VerticalCurvedList"/>
    <dgm:cxn modelId="{E26DF8B1-8851-411C-A6A1-437FC5C24568}" type="presParOf" srcId="{DC7D5C91-242B-4081-A9B6-C8709C2E56F5}" destId="{7BE6ED4C-509B-44E4-AA44-EB0711D49DBD}" srcOrd="3" destOrd="0" presId="urn:microsoft.com/office/officeart/2008/layout/VerticalCurvedList"/>
    <dgm:cxn modelId="{9E7AC880-26A6-4661-B2D2-37909ECF74CC}" type="presParOf" srcId="{DC7D5C91-242B-4081-A9B6-C8709C2E56F5}" destId="{C1851C52-4B6D-462E-8544-F01EB8350BFC}" srcOrd="4" destOrd="0" presId="urn:microsoft.com/office/officeart/2008/layout/VerticalCurvedList"/>
    <dgm:cxn modelId="{C06FA72F-F702-4170-93BC-E57EA214A1B1}" type="presParOf" srcId="{C1851C52-4B6D-462E-8544-F01EB8350BFC}" destId="{0EDCD9DF-3883-453F-8112-16F5CCB0D3B4}" srcOrd="0" destOrd="0" presId="urn:microsoft.com/office/officeart/2008/layout/VerticalCurvedList"/>
    <dgm:cxn modelId="{239710BA-8F9C-4276-B1A9-5B1DF9557768}" type="presParOf" srcId="{DC7D5C91-242B-4081-A9B6-C8709C2E56F5}" destId="{5AC9256A-E274-4EC0-AF26-CACB5C5BE9C7}" srcOrd="5" destOrd="0" presId="urn:microsoft.com/office/officeart/2008/layout/VerticalCurvedList"/>
    <dgm:cxn modelId="{58F5088F-C30D-456C-9DDB-FA11CD88DB7E}" type="presParOf" srcId="{DC7D5C91-242B-4081-A9B6-C8709C2E56F5}" destId="{8C33F325-8254-4E7E-977D-41C34186EA88}" srcOrd="6" destOrd="0" presId="urn:microsoft.com/office/officeart/2008/layout/VerticalCurvedList"/>
    <dgm:cxn modelId="{D862C9ED-1322-4311-BA56-5F9D1E04D3DE}" type="presParOf" srcId="{8C33F325-8254-4E7E-977D-41C34186EA88}" destId="{2544928C-FB9E-453E-84B5-A839AC24E467}" srcOrd="0" destOrd="0" presId="urn:microsoft.com/office/officeart/2008/layout/VerticalCurvedList"/>
    <dgm:cxn modelId="{445F3C74-6C20-4B5E-ACE7-E258A89E3880}" type="presParOf" srcId="{DC7D5C91-242B-4081-A9B6-C8709C2E56F5}" destId="{3077B55F-32B0-471E-94B1-B138ABD58765}" srcOrd="7" destOrd="0" presId="urn:microsoft.com/office/officeart/2008/layout/VerticalCurvedList"/>
    <dgm:cxn modelId="{3B26A5B5-D977-414D-9E04-7B8F67B37DB4}" type="presParOf" srcId="{DC7D5C91-242B-4081-A9B6-C8709C2E56F5}" destId="{4AF5BC45-7127-46B0-855C-2127558DA1A1}" srcOrd="8" destOrd="0" presId="urn:microsoft.com/office/officeart/2008/layout/VerticalCurvedList"/>
    <dgm:cxn modelId="{5F8688DF-A76A-4CCE-9D4A-DEC1DB0CBF28}" type="presParOf" srcId="{4AF5BC45-7127-46B0-855C-2127558DA1A1}" destId="{D9ABCE0C-46B0-4C8E-9885-5334671D1A2F}" srcOrd="0" destOrd="0" presId="urn:microsoft.com/office/officeart/2008/layout/VerticalCurvedList"/>
    <dgm:cxn modelId="{DE2D565A-2C30-4FC9-8E11-EE97B82159E0}" type="presParOf" srcId="{DC7D5C91-242B-4081-A9B6-C8709C2E56F5}" destId="{087F5578-7BB1-4479-A90C-51B9C61EB15B}" srcOrd="9" destOrd="0" presId="urn:microsoft.com/office/officeart/2008/layout/VerticalCurvedList"/>
    <dgm:cxn modelId="{59CBC25E-21A4-4EB3-A306-70E33622E52E}" type="presParOf" srcId="{DC7D5C91-242B-4081-A9B6-C8709C2E56F5}" destId="{F58EE2B1-F1B6-4CB0-A7E9-BA0F70064579}" srcOrd="10" destOrd="0" presId="urn:microsoft.com/office/officeart/2008/layout/VerticalCurvedList"/>
    <dgm:cxn modelId="{6DB81752-FAA6-4ECF-A03E-93261E6FC2A4}" type="presParOf" srcId="{F58EE2B1-F1B6-4CB0-A7E9-BA0F70064579}" destId="{247E252F-0EE5-42CC-BB2C-5C01A411537B}" srcOrd="0" destOrd="0" presId="urn:microsoft.com/office/officeart/2008/layout/VerticalCurvedList"/>
    <dgm:cxn modelId="{693A7A6B-4807-4832-9310-0DC38FD4414A}" type="presParOf" srcId="{DC7D5C91-242B-4081-A9B6-C8709C2E56F5}" destId="{8037028E-90A1-4917-B182-4153496C1BF5}" srcOrd="11" destOrd="0" presId="urn:microsoft.com/office/officeart/2008/layout/VerticalCurvedList"/>
    <dgm:cxn modelId="{AF821329-72FD-4F41-A3CF-CFEF860CFF2F}" type="presParOf" srcId="{DC7D5C91-242B-4081-A9B6-C8709C2E56F5}" destId="{0B2C5585-87CE-4078-A3C8-22BF81559A47}" srcOrd="12" destOrd="0" presId="urn:microsoft.com/office/officeart/2008/layout/VerticalCurvedList"/>
    <dgm:cxn modelId="{F24F17E2-1B52-4F8E-9888-467D81EBB87C}" type="presParOf" srcId="{0B2C5585-87CE-4078-A3C8-22BF81559A47}" destId="{3F6B4DD1-D397-4831-BBCC-3F93F5463D42}" srcOrd="0" destOrd="0" presId="urn:microsoft.com/office/officeart/2008/layout/VerticalCurvedList"/>
    <dgm:cxn modelId="{D455D778-5F4D-4DD3-98A7-9E56D789A1C7}" type="presParOf" srcId="{DC7D5C91-242B-4081-A9B6-C8709C2E56F5}" destId="{5F93AB3A-14DA-436B-9194-C42AF3EA4AB8}" srcOrd="13" destOrd="0" presId="urn:microsoft.com/office/officeart/2008/layout/VerticalCurvedList"/>
    <dgm:cxn modelId="{10F243EA-99B5-4B65-9AA1-706F9DEB8345}" type="presParOf" srcId="{DC7D5C91-242B-4081-A9B6-C8709C2E56F5}" destId="{32835841-3905-4011-BC43-57CCC1A102C2}" srcOrd="14" destOrd="0" presId="urn:microsoft.com/office/officeart/2008/layout/VerticalCurvedList"/>
    <dgm:cxn modelId="{20E65F67-64A3-4431-B86B-30491364BFF3}" type="presParOf" srcId="{32835841-3905-4011-BC43-57CCC1A102C2}" destId="{85628810-FA91-46B4-85FF-6303657FDB73}"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1395E90-50D7-454B-B58A-E3B810123512}" type="doc">
      <dgm:prSet loTypeId="urn:microsoft.com/office/officeart/2008/layout/VerticalCurvedList" loCatId="list" qsTypeId="urn:microsoft.com/office/officeart/2005/8/quickstyle/3d2" qsCatId="3D" csTypeId="urn:microsoft.com/office/officeart/2005/8/colors/accent2_1" csCatId="accent2" phldr="1"/>
      <dgm:spPr/>
      <dgm:t>
        <a:bodyPr/>
        <a:lstStyle/>
        <a:p>
          <a:endParaRPr lang="en-IN"/>
        </a:p>
      </dgm:t>
    </dgm:pt>
    <dgm:pt modelId="{BF8F5E42-3AAD-4EDB-B821-60B4D6DAEFC5}">
      <dgm:prSet custT="1"/>
      <dgm:spPr/>
      <dgm:t>
        <a:bodyPr/>
        <a:lstStyle/>
        <a:p>
          <a:r>
            <a:rPr lang="en-US" sz="2000" dirty="0">
              <a:latin typeface="Times New Roman" panose="02020603050405020304" pitchFamily="18" charset="0"/>
              <a:cs typeface="Times New Roman" panose="02020603050405020304" pitchFamily="18" charset="0"/>
            </a:rPr>
            <a:t>Behavioral Patterns Part: III - State Patterns</a:t>
          </a:r>
          <a:endParaRPr lang="en-IN" sz="2000" dirty="0">
            <a:latin typeface="Times New Roman" panose="02020603050405020304" pitchFamily="18" charset="0"/>
            <a:cs typeface="Times New Roman" panose="02020603050405020304" pitchFamily="18" charset="0"/>
          </a:endParaRPr>
        </a:p>
      </dgm:t>
    </dgm:pt>
    <dgm:pt modelId="{62A2E0B8-B52A-45BE-8CE3-FFC32C0C1334}" type="parTrans" cxnId="{F933E816-D3B1-47A5-9774-DEFBBBB91BF5}">
      <dgm:prSet/>
      <dgm:spPr/>
      <dgm:t>
        <a:bodyPr/>
        <a:lstStyle/>
        <a:p>
          <a:endParaRPr lang="en-IN"/>
        </a:p>
      </dgm:t>
    </dgm:pt>
    <dgm:pt modelId="{533DC2CF-B200-4402-9CC7-DCFFD0A4B01F}" type="sibTrans" cxnId="{F933E816-D3B1-47A5-9774-DEFBBBB91BF5}">
      <dgm:prSet/>
      <dgm:spPr/>
      <dgm:t>
        <a:bodyPr/>
        <a:lstStyle/>
        <a:p>
          <a:endParaRPr lang="en-IN">
            <a:latin typeface="Times New Roman" panose="02020603050405020304" pitchFamily="18" charset="0"/>
            <a:cs typeface="Times New Roman" panose="02020603050405020304" pitchFamily="18" charset="0"/>
          </a:endParaRPr>
        </a:p>
      </dgm:t>
    </dgm:pt>
    <dgm:pt modelId="{4BC0E365-5EB9-4EB5-8D08-66AB8A0EF969}">
      <dgm:prSet custT="1"/>
      <dgm:spPr/>
      <dgm:t>
        <a:bodyPr/>
        <a:lstStyle/>
        <a:p>
          <a:r>
            <a:rPr lang="en-US" sz="2000" dirty="0">
              <a:latin typeface="Times New Roman" panose="02020603050405020304" pitchFamily="18" charset="0"/>
              <a:cs typeface="Times New Roman" panose="02020603050405020304" pitchFamily="18" charset="0"/>
            </a:rPr>
            <a:t>Strategy</a:t>
          </a:r>
          <a:endParaRPr lang="en-IN" sz="2000" dirty="0">
            <a:latin typeface="Times New Roman" panose="02020603050405020304" pitchFamily="18" charset="0"/>
            <a:cs typeface="Times New Roman" panose="02020603050405020304" pitchFamily="18" charset="0"/>
          </a:endParaRPr>
        </a:p>
      </dgm:t>
    </dgm:pt>
    <dgm:pt modelId="{FE24719A-6EE3-458E-9135-54BFFD1F717F}" type="parTrans" cxnId="{BE046951-4618-496E-8637-7993CBBE0EE2}">
      <dgm:prSet/>
      <dgm:spPr/>
      <dgm:t>
        <a:bodyPr/>
        <a:lstStyle/>
        <a:p>
          <a:endParaRPr lang="en-IN"/>
        </a:p>
      </dgm:t>
    </dgm:pt>
    <dgm:pt modelId="{B0F73B6B-1FF5-45FC-B214-7FD7E581C0FB}" type="sibTrans" cxnId="{BE046951-4618-496E-8637-7993CBBE0EE2}">
      <dgm:prSet/>
      <dgm:spPr/>
      <dgm:t>
        <a:bodyPr/>
        <a:lstStyle/>
        <a:p>
          <a:endParaRPr lang="en-IN"/>
        </a:p>
      </dgm:t>
    </dgm:pt>
    <dgm:pt modelId="{ECEB4556-9843-4902-BCD5-9945372A3322}">
      <dgm:prSet custT="1"/>
      <dgm:spPr/>
      <dgm:t>
        <a:bodyPr/>
        <a:lstStyle/>
        <a:p>
          <a:r>
            <a:rPr lang="en-US" sz="2000" dirty="0">
              <a:latin typeface="Times New Roman" panose="02020603050405020304" pitchFamily="18" charset="0"/>
              <a:cs typeface="Times New Roman" panose="02020603050405020304" pitchFamily="18" charset="0"/>
            </a:rPr>
            <a:t>Template Patterns</a:t>
          </a:r>
          <a:endParaRPr lang="en-IN" sz="2000" dirty="0">
            <a:latin typeface="Times New Roman" panose="02020603050405020304" pitchFamily="18" charset="0"/>
            <a:cs typeface="Times New Roman" panose="02020603050405020304" pitchFamily="18" charset="0"/>
          </a:endParaRPr>
        </a:p>
      </dgm:t>
    </dgm:pt>
    <dgm:pt modelId="{6F712701-62F5-4562-A015-62EF05CBE0FE}" type="parTrans" cxnId="{5FBD68A7-D824-45F6-91BE-7712EFB893A8}">
      <dgm:prSet/>
      <dgm:spPr/>
      <dgm:t>
        <a:bodyPr/>
        <a:lstStyle/>
        <a:p>
          <a:endParaRPr lang="en-IN"/>
        </a:p>
      </dgm:t>
    </dgm:pt>
    <dgm:pt modelId="{7EDE7F8B-B6DD-4D1C-B9CF-170F1387DF7D}" type="sibTrans" cxnId="{5FBD68A7-D824-45F6-91BE-7712EFB893A8}">
      <dgm:prSet/>
      <dgm:spPr/>
      <dgm:t>
        <a:bodyPr/>
        <a:lstStyle/>
        <a:p>
          <a:endParaRPr lang="en-IN"/>
        </a:p>
      </dgm:t>
    </dgm:pt>
    <dgm:pt modelId="{A097564F-EBE4-4083-B1AB-A290E5C89631}">
      <dgm:prSet custT="1"/>
      <dgm:spPr/>
      <dgm:t>
        <a:bodyPr/>
        <a:lstStyle/>
        <a:p>
          <a:r>
            <a:rPr lang="en-US" sz="2000" dirty="0">
              <a:latin typeface="Times New Roman" panose="02020603050405020304" pitchFamily="18" charset="0"/>
              <a:cs typeface="Times New Roman" panose="02020603050405020304" pitchFamily="18" charset="0"/>
            </a:rPr>
            <a:t>Visitor</a:t>
          </a:r>
          <a:endParaRPr lang="en-IN" sz="2000" dirty="0">
            <a:latin typeface="Times New Roman" panose="02020603050405020304" pitchFamily="18" charset="0"/>
            <a:cs typeface="Times New Roman" panose="02020603050405020304" pitchFamily="18" charset="0"/>
          </a:endParaRPr>
        </a:p>
      </dgm:t>
    </dgm:pt>
    <dgm:pt modelId="{D4D66BD7-E59F-4521-B5ED-4EC1AE2C1E3F}" type="parTrans" cxnId="{F4C842A9-6A3B-48CE-902B-66080B6D573D}">
      <dgm:prSet/>
      <dgm:spPr/>
      <dgm:t>
        <a:bodyPr/>
        <a:lstStyle/>
        <a:p>
          <a:endParaRPr lang="en-IN"/>
        </a:p>
      </dgm:t>
    </dgm:pt>
    <dgm:pt modelId="{C8D77B39-8D20-4E58-988F-BC17829DAACC}" type="sibTrans" cxnId="{F4C842A9-6A3B-48CE-902B-66080B6D573D}">
      <dgm:prSet/>
      <dgm:spPr/>
      <dgm:t>
        <a:bodyPr/>
        <a:lstStyle/>
        <a:p>
          <a:endParaRPr lang="en-IN"/>
        </a:p>
      </dgm:t>
    </dgm:pt>
    <dgm:pt modelId="{B3585881-53D7-4B54-BED9-A009A739F0BA}">
      <dgm:prSet custT="1"/>
      <dgm:spPr/>
      <dgm:t>
        <a:bodyPr/>
        <a:lstStyle/>
        <a:p>
          <a:r>
            <a:rPr lang="en-US" sz="2000" dirty="0">
              <a:latin typeface="Times New Roman" panose="02020603050405020304" pitchFamily="18" charset="0"/>
              <a:cs typeface="Times New Roman" panose="02020603050405020304" pitchFamily="18" charset="0"/>
            </a:rPr>
            <a:t>Expectation from Design Patterns</a:t>
          </a:r>
          <a:endParaRPr lang="en-IN" sz="2000" dirty="0">
            <a:latin typeface="Times New Roman" panose="02020603050405020304" pitchFamily="18" charset="0"/>
            <a:cs typeface="Times New Roman" panose="02020603050405020304" pitchFamily="18" charset="0"/>
          </a:endParaRPr>
        </a:p>
      </dgm:t>
    </dgm:pt>
    <dgm:pt modelId="{77AC32EC-9EDF-4905-A688-216EE9FDDC45}" type="parTrans" cxnId="{2432A991-C1C0-47CE-B375-21C16039F210}">
      <dgm:prSet/>
      <dgm:spPr/>
      <dgm:t>
        <a:bodyPr/>
        <a:lstStyle/>
        <a:p>
          <a:endParaRPr lang="en-IN"/>
        </a:p>
      </dgm:t>
    </dgm:pt>
    <dgm:pt modelId="{07E6286B-079D-40E4-98FA-9260B25074AB}" type="sibTrans" cxnId="{2432A991-C1C0-47CE-B375-21C16039F210}">
      <dgm:prSet/>
      <dgm:spPr/>
      <dgm:t>
        <a:bodyPr/>
        <a:lstStyle/>
        <a:p>
          <a:endParaRPr lang="en-IN"/>
        </a:p>
      </dgm:t>
    </dgm:pt>
    <dgm:pt modelId="{3524BEAB-D23C-4E8B-9ACC-FBE647274519}" type="pres">
      <dgm:prSet presAssocID="{81395E90-50D7-454B-B58A-E3B810123512}" presName="Name0" presStyleCnt="0">
        <dgm:presLayoutVars>
          <dgm:chMax val="7"/>
          <dgm:chPref val="7"/>
          <dgm:dir/>
        </dgm:presLayoutVars>
      </dgm:prSet>
      <dgm:spPr/>
    </dgm:pt>
    <dgm:pt modelId="{DC7D5C91-242B-4081-A9B6-C8709C2E56F5}" type="pres">
      <dgm:prSet presAssocID="{81395E90-50D7-454B-B58A-E3B810123512}" presName="Name1" presStyleCnt="0"/>
      <dgm:spPr/>
    </dgm:pt>
    <dgm:pt modelId="{8DC4ECF2-5B50-42DB-B112-8CC87AB4919B}" type="pres">
      <dgm:prSet presAssocID="{81395E90-50D7-454B-B58A-E3B810123512}" presName="cycle" presStyleCnt="0"/>
      <dgm:spPr/>
    </dgm:pt>
    <dgm:pt modelId="{48345521-F883-42F0-B2D4-C59BD0B33A7F}" type="pres">
      <dgm:prSet presAssocID="{81395E90-50D7-454B-B58A-E3B810123512}" presName="srcNode" presStyleLbl="node1" presStyleIdx="0" presStyleCnt="5"/>
      <dgm:spPr/>
    </dgm:pt>
    <dgm:pt modelId="{5271294A-09C9-4D6E-A130-C7FC41E1332C}" type="pres">
      <dgm:prSet presAssocID="{81395E90-50D7-454B-B58A-E3B810123512}" presName="conn" presStyleLbl="parChTrans1D2" presStyleIdx="0" presStyleCnt="1"/>
      <dgm:spPr/>
    </dgm:pt>
    <dgm:pt modelId="{D3F502BD-A2F1-4312-A7DD-47E7E0FA9866}" type="pres">
      <dgm:prSet presAssocID="{81395E90-50D7-454B-B58A-E3B810123512}" presName="extraNode" presStyleLbl="node1" presStyleIdx="0" presStyleCnt="5"/>
      <dgm:spPr/>
    </dgm:pt>
    <dgm:pt modelId="{EFBDE3B1-5977-4E67-91B7-8EEC4BAFBF09}" type="pres">
      <dgm:prSet presAssocID="{81395E90-50D7-454B-B58A-E3B810123512}" presName="dstNode" presStyleLbl="node1" presStyleIdx="0" presStyleCnt="5"/>
      <dgm:spPr/>
    </dgm:pt>
    <dgm:pt modelId="{4041A3B1-6B30-436F-A39A-8B3629193EF9}" type="pres">
      <dgm:prSet presAssocID="{BF8F5E42-3AAD-4EDB-B821-60B4D6DAEFC5}" presName="text_1" presStyleLbl="node1" presStyleIdx="0" presStyleCnt="5">
        <dgm:presLayoutVars>
          <dgm:bulletEnabled val="1"/>
        </dgm:presLayoutVars>
      </dgm:prSet>
      <dgm:spPr/>
    </dgm:pt>
    <dgm:pt modelId="{A28CC3C7-A18B-4FD8-9E31-8724FF3CEE67}" type="pres">
      <dgm:prSet presAssocID="{BF8F5E42-3AAD-4EDB-B821-60B4D6DAEFC5}" presName="accent_1" presStyleCnt="0"/>
      <dgm:spPr/>
    </dgm:pt>
    <dgm:pt modelId="{9FCCB15F-E614-45FB-AAB4-FA0E60A55E2E}" type="pres">
      <dgm:prSet presAssocID="{BF8F5E42-3AAD-4EDB-B821-60B4D6DAEFC5}" presName="accentRepeatNode" presStyleLbl="solidFgAcc1" presStyleIdx="0" presStyleCnt="5"/>
      <dgm:spPr/>
    </dgm:pt>
    <dgm:pt modelId="{8D53FA69-9384-4A65-9682-35F59C9334E2}" type="pres">
      <dgm:prSet presAssocID="{4BC0E365-5EB9-4EB5-8D08-66AB8A0EF969}" presName="text_2" presStyleLbl="node1" presStyleIdx="1" presStyleCnt="5">
        <dgm:presLayoutVars>
          <dgm:bulletEnabled val="1"/>
        </dgm:presLayoutVars>
      </dgm:prSet>
      <dgm:spPr/>
    </dgm:pt>
    <dgm:pt modelId="{2C9E2EF7-EF8E-41D5-93C0-AE6C54B24721}" type="pres">
      <dgm:prSet presAssocID="{4BC0E365-5EB9-4EB5-8D08-66AB8A0EF969}" presName="accent_2" presStyleCnt="0"/>
      <dgm:spPr/>
    </dgm:pt>
    <dgm:pt modelId="{E8C35F67-A6D9-4045-B694-55E420D504CE}" type="pres">
      <dgm:prSet presAssocID="{4BC0E365-5EB9-4EB5-8D08-66AB8A0EF969}" presName="accentRepeatNode" presStyleLbl="solidFgAcc1" presStyleIdx="1" presStyleCnt="5"/>
      <dgm:spPr/>
    </dgm:pt>
    <dgm:pt modelId="{DCA0AAE5-F292-44A2-8ED6-2F808462B4CC}" type="pres">
      <dgm:prSet presAssocID="{ECEB4556-9843-4902-BCD5-9945372A3322}" presName="text_3" presStyleLbl="node1" presStyleIdx="2" presStyleCnt="5">
        <dgm:presLayoutVars>
          <dgm:bulletEnabled val="1"/>
        </dgm:presLayoutVars>
      </dgm:prSet>
      <dgm:spPr/>
    </dgm:pt>
    <dgm:pt modelId="{CC5128CE-CBBE-4803-A9BA-40A1810CE5EC}" type="pres">
      <dgm:prSet presAssocID="{ECEB4556-9843-4902-BCD5-9945372A3322}" presName="accent_3" presStyleCnt="0"/>
      <dgm:spPr/>
    </dgm:pt>
    <dgm:pt modelId="{0283E900-9495-4459-8BF9-C23466668FD6}" type="pres">
      <dgm:prSet presAssocID="{ECEB4556-9843-4902-BCD5-9945372A3322}" presName="accentRepeatNode" presStyleLbl="solidFgAcc1" presStyleIdx="2" presStyleCnt="5"/>
      <dgm:spPr/>
    </dgm:pt>
    <dgm:pt modelId="{F4543FD8-0D05-4148-8747-0C5DEE0854A0}" type="pres">
      <dgm:prSet presAssocID="{A097564F-EBE4-4083-B1AB-A290E5C89631}" presName="text_4" presStyleLbl="node1" presStyleIdx="3" presStyleCnt="5">
        <dgm:presLayoutVars>
          <dgm:bulletEnabled val="1"/>
        </dgm:presLayoutVars>
      </dgm:prSet>
      <dgm:spPr/>
    </dgm:pt>
    <dgm:pt modelId="{BAA21984-AF7E-4592-B25D-8C7CA5EE80B4}" type="pres">
      <dgm:prSet presAssocID="{A097564F-EBE4-4083-B1AB-A290E5C89631}" presName="accent_4" presStyleCnt="0"/>
      <dgm:spPr/>
    </dgm:pt>
    <dgm:pt modelId="{7585D5F1-6E55-4E5F-984F-0324E7B5D61F}" type="pres">
      <dgm:prSet presAssocID="{A097564F-EBE4-4083-B1AB-A290E5C89631}" presName="accentRepeatNode" presStyleLbl="solidFgAcc1" presStyleIdx="3" presStyleCnt="5"/>
      <dgm:spPr/>
    </dgm:pt>
    <dgm:pt modelId="{1448753A-C16D-4185-A730-D4DEDA902FEE}" type="pres">
      <dgm:prSet presAssocID="{B3585881-53D7-4B54-BED9-A009A739F0BA}" presName="text_5" presStyleLbl="node1" presStyleIdx="4" presStyleCnt="5" custLinFactNeighborX="125">
        <dgm:presLayoutVars>
          <dgm:bulletEnabled val="1"/>
        </dgm:presLayoutVars>
      </dgm:prSet>
      <dgm:spPr/>
    </dgm:pt>
    <dgm:pt modelId="{845961D0-DAFA-4437-ADCA-7880ECAEBE64}" type="pres">
      <dgm:prSet presAssocID="{B3585881-53D7-4B54-BED9-A009A739F0BA}" presName="accent_5" presStyleCnt="0"/>
      <dgm:spPr/>
    </dgm:pt>
    <dgm:pt modelId="{4A818014-1F36-4D56-BF5A-00D7842B61A2}" type="pres">
      <dgm:prSet presAssocID="{B3585881-53D7-4B54-BED9-A009A739F0BA}" presName="accentRepeatNode" presStyleLbl="solidFgAcc1" presStyleIdx="4" presStyleCnt="5"/>
      <dgm:spPr/>
    </dgm:pt>
  </dgm:ptLst>
  <dgm:cxnLst>
    <dgm:cxn modelId="{F933E816-D3B1-47A5-9774-DEFBBBB91BF5}" srcId="{81395E90-50D7-454B-B58A-E3B810123512}" destId="{BF8F5E42-3AAD-4EDB-B821-60B4D6DAEFC5}" srcOrd="0" destOrd="0" parTransId="{62A2E0B8-B52A-45BE-8CE3-FFC32C0C1334}" sibTransId="{533DC2CF-B200-4402-9CC7-DCFFD0A4B01F}"/>
    <dgm:cxn modelId="{D4E46232-D8DE-4026-9C58-F52DFFAF3AA7}" type="presOf" srcId="{81395E90-50D7-454B-B58A-E3B810123512}" destId="{3524BEAB-D23C-4E8B-9ACC-FBE647274519}" srcOrd="0" destOrd="0" presId="urn:microsoft.com/office/officeart/2008/layout/VerticalCurvedList"/>
    <dgm:cxn modelId="{BE046951-4618-496E-8637-7993CBBE0EE2}" srcId="{81395E90-50D7-454B-B58A-E3B810123512}" destId="{4BC0E365-5EB9-4EB5-8D08-66AB8A0EF969}" srcOrd="1" destOrd="0" parTransId="{FE24719A-6EE3-458E-9135-54BFFD1F717F}" sibTransId="{B0F73B6B-1FF5-45FC-B214-7FD7E581C0FB}"/>
    <dgm:cxn modelId="{336EC084-0424-4B4D-BBC7-00701785CD10}" type="presOf" srcId="{4BC0E365-5EB9-4EB5-8D08-66AB8A0EF969}" destId="{8D53FA69-9384-4A65-9682-35F59C9334E2}" srcOrd="0" destOrd="0" presId="urn:microsoft.com/office/officeart/2008/layout/VerticalCurvedList"/>
    <dgm:cxn modelId="{B65A408D-3B6F-4960-B2E4-79AF4C0B7BA9}" type="presOf" srcId="{533DC2CF-B200-4402-9CC7-DCFFD0A4B01F}" destId="{5271294A-09C9-4D6E-A130-C7FC41E1332C}" srcOrd="0" destOrd="0" presId="urn:microsoft.com/office/officeart/2008/layout/VerticalCurvedList"/>
    <dgm:cxn modelId="{8F3F7A8E-31D6-46AC-B2F3-12EB543A49E8}" type="presOf" srcId="{B3585881-53D7-4B54-BED9-A009A739F0BA}" destId="{1448753A-C16D-4185-A730-D4DEDA902FEE}" srcOrd="0" destOrd="0" presId="urn:microsoft.com/office/officeart/2008/layout/VerticalCurvedList"/>
    <dgm:cxn modelId="{2432A991-C1C0-47CE-B375-21C16039F210}" srcId="{81395E90-50D7-454B-B58A-E3B810123512}" destId="{B3585881-53D7-4B54-BED9-A009A739F0BA}" srcOrd="4" destOrd="0" parTransId="{77AC32EC-9EDF-4905-A688-216EE9FDDC45}" sibTransId="{07E6286B-079D-40E4-98FA-9260B25074AB}"/>
    <dgm:cxn modelId="{5FBD68A7-D824-45F6-91BE-7712EFB893A8}" srcId="{81395E90-50D7-454B-B58A-E3B810123512}" destId="{ECEB4556-9843-4902-BCD5-9945372A3322}" srcOrd="2" destOrd="0" parTransId="{6F712701-62F5-4562-A015-62EF05CBE0FE}" sibTransId="{7EDE7F8B-B6DD-4D1C-B9CF-170F1387DF7D}"/>
    <dgm:cxn modelId="{F4C842A9-6A3B-48CE-902B-66080B6D573D}" srcId="{81395E90-50D7-454B-B58A-E3B810123512}" destId="{A097564F-EBE4-4083-B1AB-A290E5C89631}" srcOrd="3" destOrd="0" parTransId="{D4D66BD7-E59F-4521-B5ED-4EC1AE2C1E3F}" sibTransId="{C8D77B39-8D20-4E58-988F-BC17829DAACC}"/>
    <dgm:cxn modelId="{93FF2AAE-6F6E-4444-80CB-4700897699C3}" type="presOf" srcId="{ECEB4556-9843-4902-BCD5-9945372A3322}" destId="{DCA0AAE5-F292-44A2-8ED6-2F808462B4CC}" srcOrd="0" destOrd="0" presId="urn:microsoft.com/office/officeart/2008/layout/VerticalCurvedList"/>
    <dgm:cxn modelId="{D7B067F5-4C6B-4AA0-A83B-06D492DD2F64}" type="presOf" srcId="{BF8F5E42-3AAD-4EDB-B821-60B4D6DAEFC5}" destId="{4041A3B1-6B30-436F-A39A-8B3629193EF9}" srcOrd="0" destOrd="0" presId="urn:microsoft.com/office/officeart/2008/layout/VerticalCurvedList"/>
    <dgm:cxn modelId="{F12E08FD-8288-4EF7-A9D9-9818528BF55C}" type="presOf" srcId="{A097564F-EBE4-4083-B1AB-A290E5C89631}" destId="{F4543FD8-0D05-4148-8747-0C5DEE0854A0}" srcOrd="0" destOrd="0" presId="urn:microsoft.com/office/officeart/2008/layout/VerticalCurvedList"/>
    <dgm:cxn modelId="{BD354BBF-BD23-432C-B9F8-43630843FE03}" type="presParOf" srcId="{3524BEAB-D23C-4E8B-9ACC-FBE647274519}" destId="{DC7D5C91-242B-4081-A9B6-C8709C2E56F5}" srcOrd="0" destOrd="0" presId="urn:microsoft.com/office/officeart/2008/layout/VerticalCurvedList"/>
    <dgm:cxn modelId="{536BF452-71E9-402C-AA2B-5F6E77E9B695}" type="presParOf" srcId="{DC7D5C91-242B-4081-A9B6-C8709C2E56F5}" destId="{8DC4ECF2-5B50-42DB-B112-8CC87AB4919B}" srcOrd="0" destOrd="0" presId="urn:microsoft.com/office/officeart/2008/layout/VerticalCurvedList"/>
    <dgm:cxn modelId="{27BB48C1-158A-4E49-8613-9213C615BF3B}" type="presParOf" srcId="{8DC4ECF2-5B50-42DB-B112-8CC87AB4919B}" destId="{48345521-F883-42F0-B2D4-C59BD0B33A7F}" srcOrd="0" destOrd="0" presId="urn:microsoft.com/office/officeart/2008/layout/VerticalCurvedList"/>
    <dgm:cxn modelId="{75F349DE-B3B9-4D87-BFF4-E81628FA524C}" type="presParOf" srcId="{8DC4ECF2-5B50-42DB-B112-8CC87AB4919B}" destId="{5271294A-09C9-4D6E-A130-C7FC41E1332C}" srcOrd="1" destOrd="0" presId="urn:microsoft.com/office/officeart/2008/layout/VerticalCurvedList"/>
    <dgm:cxn modelId="{963D51AE-9839-463D-A373-C5BA174C7CB9}" type="presParOf" srcId="{8DC4ECF2-5B50-42DB-B112-8CC87AB4919B}" destId="{D3F502BD-A2F1-4312-A7DD-47E7E0FA9866}" srcOrd="2" destOrd="0" presId="urn:microsoft.com/office/officeart/2008/layout/VerticalCurvedList"/>
    <dgm:cxn modelId="{A7130B52-ED73-4068-AFA9-B3CC0D12B672}" type="presParOf" srcId="{8DC4ECF2-5B50-42DB-B112-8CC87AB4919B}" destId="{EFBDE3B1-5977-4E67-91B7-8EEC4BAFBF09}" srcOrd="3" destOrd="0" presId="urn:microsoft.com/office/officeart/2008/layout/VerticalCurvedList"/>
    <dgm:cxn modelId="{280CDCB3-AE39-4C52-B6FD-6D822728E039}" type="presParOf" srcId="{DC7D5C91-242B-4081-A9B6-C8709C2E56F5}" destId="{4041A3B1-6B30-436F-A39A-8B3629193EF9}" srcOrd="1" destOrd="0" presId="urn:microsoft.com/office/officeart/2008/layout/VerticalCurvedList"/>
    <dgm:cxn modelId="{C7B7F7C6-1798-4170-AC95-BE22EABCB315}" type="presParOf" srcId="{DC7D5C91-242B-4081-A9B6-C8709C2E56F5}" destId="{A28CC3C7-A18B-4FD8-9E31-8724FF3CEE67}" srcOrd="2" destOrd="0" presId="urn:microsoft.com/office/officeart/2008/layout/VerticalCurvedList"/>
    <dgm:cxn modelId="{32108F18-799F-49DE-BC2A-2650EC76B7C3}" type="presParOf" srcId="{A28CC3C7-A18B-4FD8-9E31-8724FF3CEE67}" destId="{9FCCB15F-E614-45FB-AAB4-FA0E60A55E2E}" srcOrd="0" destOrd="0" presId="urn:microsoft.com/office/officeart/2008/layout/VerticalCurvedList"/>
    <dgm:cxn modelId="{1F8E0ED6-075E-457A-A29B-0535FB38E0F7}" type="presParOf" srcId="{DC7D5C91-242B-4081-A9B6-C8709C2E56F5}" destId="{8D53FA69-9384-4A65-9682-35F59C9334E2}" srcOrd="3" destOrd="0" presId="urn:microsoft.com/office/officeart/2008/layout/VerticalCurvedList"/>
    <dgm:cxn modelId="{B7E80BA6-5E78-4B9D-86D4-92BAB3B130F2}" type="presParOf" srcId="{DC7D5C91-242B-4081-A9B6-C8709C2E56F5}" destId="{2C9E2EF7-EF8E-41D5-93C0-AE6C54B24721}" srcOrd="4" destOrd="0" presId="urn:microsoft.com/office/officeart/2008/layout/VerticalCurvedList"/>
    <dgm:cxn modelId="{520701A8-9864-443A-BAD4-7807F237D0A6}" type="presParOf" srcId="{2C9E2EF7-EF8E-41D5-93C0-AE6C54B24721}" destId="{E8C35F67-A6D9-4045-B694-55E420D504CE}" srcOrd="0" destOrd="0" presId="urn:microsoft.com/office/officeart/2008/layout/VerticalCurvedList"/>
    <dgm:cxn modelId="{10A2BA54-BFB4-43D3-968C-2B249F8BF3A5}" type="presParOf" srcId="{DC7D5C91-242B-4081-A9B6-C8709C2E56F5}" destId="{DCA0AAE5-F292-44A2-8ED6-2F808462B4CC}" srcOrd="5" destOrd="0" presId="urn:microsoft.com/office/officeart/2008/layout/VerticalCurvedList"/>
    <dgm:cxn modelId="{606B757B-C4F2-4066-95D9-B5AFE2A433E4}" type="presParOf" srcId="{DC7D5C91-242B-4081-A9B6-C8709C2E56F5}" destId="{CC5128CE-CBBE-4803-A9BA-40A1810CE5EC}" srcOrd="6" destOrd="0" presId="urn:microsoft.com/office/officeart/2008/layout/VerticalCurvedList"/>
    <dgm:cxn modelId="{623E6C78-AC36-4C48-AF5B-E2DBA5A0E32D}" type="presParOf" srcId="{CC5128CE-CBBE-4803-A9BA-40A1810CE5EC}" destId="{0283E900-9495-4459-8BF9-C23466668FD6}" srcOrd="0" destOrd="0" presId="urn:microsoft.com/office/officeart/2008/layout/VerticalCurvedList"/>
    <dgm:cxn modelId="{0D22D60C-7D61-4069-8FAA-736B19489929}" type="presParOf" srcId="{DC7D5C91-242B-4081-A9B6-C8709C2E56F5}" destId="{F4543FD8-0D05-4148-8747-0C5DEE0854A0}" srcOrd="7" destOrd="0" presId="urn:microsoft.com/office/officeart/2008/layout/VerticalCurvedList"/>
    <dgm:cxn modelId="{A045FB18-B05C-4524-9FD9-FE49ABC65EDB}" type="presParOf" srcId="{DC7D5C91-242B-4081-A9B6-C8709C2E56F5}" destId="{BAA21984-AF7E-4592-B25D-8C7CA5EE80B4}" srcOrd="8" destOrd="0" presId="urn:microsoft.com/office/officeart/2008/layout/VerticalCurvedList"/>
    <dgm:cxn modelId="{6633D62B-848C-4B8B-8949-F7616F37D281}" type="presParOf" srcId="{BAA21984-AF7E-4592-B25D-8C7CA5EE80B4}" destId="{7585D5F1-6E55-4E5F-984F-0324E7B5D61F}" srcOrd="0" destOrd="0" presId="urn:microsoft.com/office/officeart/2008/layout/VerticalCurvedList"/>
    <dgm:cxn modelId="{D39D52F3-0E6B-40E1-B4F3-CF0D4F29C21D}" type="presParOf" srcId="{DC7D5C91-242B-4081-A9B6-C8709C2E56F5}" destId="{1448753A-C16D-4185-A730-D4DEDA902FEE}" srcOrd="9" destOrd="0" presId="urn:microsoft.com/office/officeart/2008/layout/VerticalCurvedList"/>
    <dgm:cxn modelId="{0BFAEEAD-A0A0-4A26-B20D-E39C17D6094C}" type="presParOf" srcId="{DC7D5C91-242B-4081-A9B6-C8709C2E56F5}" destId="{845961D0-DAFA-4437-ADCA-7880ECAEBE64}" srcOrd="10" destOrd="0" presId="urn:microsoft.com/office/officeart/2008/layout/VerticalCurvedList"/>
    <dgm:cxn modelId="{952E6360-2A54-4917-BA1F-9F48368C4CF6}" type="presParOf" srcId="{845961D0-DAFA-4437-ADCA-7880ECAEBE64}" destId="{4A818014-1F36-4D56-BF5A-00D7842B61A2}"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91EB5D2-4E2C-4D1D-A447-CE86542BC42D}" type="doc">
      <dgm:prSet loTypeId="urn:microsoft.com/office/officeart/2005/8/layout/vList2" loCatId="list" qsTypeId="urn:microsoft.com/office/officeart/2005/8/quickstyle/3d4" qsCatId="3D" csTypeId="urn:microsoft.com/office/officeart/2005/8/colors/accent1_2" csCatId="accent1" phldr="1"/>
      <dgm:spPr/>
      <dgm:t>
        <a:bodyPr/>
        <a:lstStyle/>
        <a:p>
          <a:endParaRPr lang="en-IN"/>
        </a:p>
      </dgm:t>
    </dgm:pt>
    <dgm:pt modelId="{12DD1199-91E2-4078-A2C6-82ED080F9D95}">
      <dgm:prSet custT="1"/>
      <dgm:spPr>
        <a:solidFill>
          <a:schemeClr val="accent6">
            <a:lumMod val="75000"/>
          </a:schemeClr>
        </a:solidFill>
      </dgm:spPr>
      <dgm:t>
        <a:bodyPr/>
        <a:lstStyle/>
        <a:p>
          <a:r>
            <a:rPr lang="en-US" sz="2800" dirty="0"/>
            <a:t>In this semester, the students will </a:t>
          </a:r>
          <a:endParaRPr lang="en-IN" sz="2800" dirty="0"/>
        </a:p>
      </dgm:t>
    </dgm:pt>
    <dgm:pt modelId="{1BCF16EB-8286-4D76-B156-7C9E1F338E83}" type="parTrans" cxnId="{B67221F2-07A7-4EC7-A28E-C8FA6BF50669}">
      <dgm:prSet/>
      <dgm:spPr/>
      <dgm:t>
        <a:bodyPr/>
        <a:lstStyle/>
        <a:p>
          <a:endParaRPr lang="en-IN" sz="2800"/>
        </a:p>
      </dgm:t>
    </dgm:pt>
    <dgm:pt modelId="{C609EA3A-F19F-4AAA-A417-1E1777A4EB5D}" type="sibTrans" cxnId="{B67221F2-07A7-4EC7-A28E-C8FA6BF50669}">
      <dgm:prSet/>
      <dgm:spPr/>
      <dgm:t>
        <a:bodyPr/>
        <a:lstStyle/>
        <a:p>
          <a:endParaRPr lang="en-IN" sz="2800"/>
        </a:p>
      </dgm:t>
    </dgm:pt>
    <dgm:pt modelId="{ECAF2DE4-29DE-45BE-A434-ACC5587D3C8F}" type="pres">
      <dgm:prSet presAssocID="{891EB5D2-4E2C-4D1D-A447-CE86542BC42D}" presName="linear" presStyleCnt="0">
        <dgm:presLayoutVars>
          <dgm:animLvl val="lvl"/>
          <dgm:resizeHandles val="exact"/>
        </dgm:presLayoutVars>
      </dgm:prSet>
      <dgm:spPr/>
    </dgm:pt>
    <dgm:pt modelId="{5018F1C8-632D-4593-8386-DC1BDD77A6F3}" type="pres">
      <dgm:prSet presAssocID="{12DD1199-91E2-4078-A2C6-82ED080F9D95}" presName="parentText" presStyleLbl="node1" presStyleIdx="0" presStyleCnt="1">
        <dgm:presLayoutVars>
          <dgm:chMax val="0"/>
          <dgm:bulletEnabled val="1"/>
        </dgm:presLayoutVars>
      </dgm:prSet>
      <dgm:spPr/>
    </dgm:pt>
  </dgm:ptLst>
  <dgm:cxnLst>
    <dgm:cxn modelId="{BB5D7B51-F01D-479D-912E-B1891F50CC59}" type="presOf" srcId="{891EB5D2-4E2C-4D1D-A447-CE86542BC42D}" destId="{ECAF2DE4-29DE-45BE-A434-ACC5587D3C8F}" srcOrd="0" destOrd="0" presId="urn:microsoft.com/office/officeart/2005/8/layout/vList2"/>
    <dgm:cxn modelId="{5E219689-FC35-489C-ACB4-2920C4B682D5}" type="presOf" srcId="{12DD1199-91E2-4078-A2C6-82ED080F9D95}" destId="{5018F1C8-632D-4593-8386-DC1BDD77A6F3}" srcOrd="0" destOrd="0" presId="urn:microsoft.com/office/officeart/2005/8/layout/vList2"/>
    <dgm:cxn modelId="{B67221F2-07A7-4EC7-A28E-C8FA6BF50669}" srcId="{891EB5D2-4E2C-4D1D-A447-CE86542BC42D}" destId="{12DD1199-91E2-4078-A2C6-82ED080F9D95}" srcOrd="0" destOrd="0" parTransId="{1BCF16EB-8286-4D76-B156-7C9E1F338E83}" sibTransId="{C609EA3A-F19F-4AAA-A417-1E1777A4EB5D}"/>
    <dgm:cxn modelId="{BFD82042-8229-4109-A8E4-298D18B9B416}" type="presParOf" srcId="{ECAF2DE4-29DE-45BE-A434-ACC5587D3C8F}" destId="{5018F1C8-632D-4593-8386-DC1BDD77A6F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2087D5B-D783-472D-88B5-FF8830383D40}"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7BEAC6C9-E9EE-4C88-9286-99D02ED2B8F0}">
      <dgm:prSet custT="1"/>
      <dgm:spPr>
        <a:solidFill>
          <a:schemeClr val="accent6"/>
        </a:solidFill>
      </dgm:spPr>
      <dgm:t>
        <a:bodyPr/>
        <a:lstStyle/>
        <a:p>
          <a:r>
            <a:rPr lang="en-US" sz="2400" dirty="0"/>
            <a:t>Study how to </a:t>
          </a:r>
          <a:r>
            <a:rPr lang="en-US" sz="2400" b="0" i="0" dirty="0"/>
            <a:t>shows relationships and interactions between classes or objects.</a:t>
          </a:r>
          <a:r>
            <a:rPr lang="en-US" sz="2800" dirty="0"/>
            <a:t>.</a:t>
          </a:r>
          <a:endParaRPr lang="en-IN" sz="2800" dirty="0"/>
        </a:p>
      </dgm:t>
    </dgm:pt>
    <dgm:pt modelId="{36912537-CFD6-44DE-AC31-6C215446DC60}" type="parTrans" cxnId="{AFC9E875-0A1B-4B46-B0D7-A4EBDAB1B21C}">
      <dgm:prSet/>
      <dgm:spPr/>
      <dgm:t>
        <a:bodyPr/>
        <a:lstStyle/>
        <a:p>
          <a:endParaRPr lang="en-IN" sz="2800"/>
        </a:p>
      </dgm:t>
    </dgm:pt>
    <dgm:pt modelId="{04E7EFA9-E153-4008-9F81-FFAA41B6F97F}" type="sibTrans" cxnId="{AFC9E875-0A1B-4B46-B0D7-A4EBDAB1B21C}">
      <dgm:prSet/>
      <dgm:spPr/>
      <dgm:t>
        <a:bodyPr/>
        <a:lstStyle/>
        <a:p>
          <a:endParaRPr lang="en-IN" sz="2800"/>
        </a:p>
      </dgm:t>
    </dgm:pt>
    <dgm:pt modelId="{BAC330DF-63D6-4D05-B05B-326D87078E16}" type="pres">
      <dgm:prSet presAssocID="{62087D5B-D783-472D-88B5-FF8830383D40}" presName="linear" presStyleCnt="0">
        <dgm:presLayoutVars>
          <dgm:animLvl val="lvl"/>
          <dgm:resizeHandles val="exact"/>
        </dgm:presLayoutVars>
      </dgm:prSet>
      <dgm:spPr/>
    </dgm:pt>
    <dgm:pt modelId="{80E7BA34-FA84-45EB-89F5-AA12E2797A41}" type="pres">
      <dgm:prSet presAssocID="{7BEAC6C9-E9EE-4C88-9286-99D02ED2B8F0}" presName="parentText" presStyleLbl="node1" presStyleIdx="0" presStyleCnt="1" custScaleY="314641">
        <dgm:presLayoutVars>
          <dgm:chMax val="0"/>
          <dgm:bulletEnabled val="1"/>
        </dgm:presLayoutVars>
      </dgm:prSet>
      <dgm:spPr/>
    </dgm:pt>
  </dgm:ptLst>
  <dgm:cxnLst>
    <dgm:cxn modelId="{A4759718-D329-48FB-9AC0-AB5B23FB3BCA}" type="presOf" srcId="{62087D5B-D783-472D-88B5-FF8830383D40}" destId="{BAC330DF-63D6-4D05-B05B-326D87078E16}" srcOrd="0" destOrd="0" presId="urn:microsoft.com/office/officeart/2005/8/layout/vList2"/>
    <dgm:cxn modelId="{AFC9E875-0A1B-4B46-B0D7-A4EBDAB1B21C}" srcId="{62087D5B-D783-472D-88B5-FF8830383D40}" destId="{7BEAC6C9-E9EE-4C88-9286-99D02ED2B8F0}" srcOrd="0" destOrd="0" parTransId="{36912537-CFD6-44DE-AC31-6C215446DC60}" sibTransId="{04E7EFA9-E153-4008-9F81-FFAA41B6F97F}"/>
    <dgm:cxn modelId="{5E4E6286-FB9E-4E88-966B-BA00AAAC53F0}" type="presOf" srcId="{7BEAC6C9-E9EE-4C88-9286-99D02ED2B8F0}" destId="{80E7BA34-FA84-45EB-89F5-AA12E2797A41}" srcOrd="0" destOrd="0" presId="urn:microsoft.com/office/officeart/2005/8/layout/vList2"/>
    <dgm:cxn modelId="{5B626400-7C3F-4782-84D2-3C27A1C69694}" type="presParOf" srcId="{BAC330DF-63D6-4D05-B05B-326D87078E16}" destId="{80E7BA34-FA84-45EB-89F5-AA12E2797A41}"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04877D1-03B1-4454-BEC3-DD4BDE35EAFA}"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0478CAB5-7AE2-456C-89C3-072C47566E3A}">
      <dgm:prSet custT="1"/>
      <dgm:spPr>
        <a:solidFill>
          <a:schemeClr val="accent6"/>
        </a:solidFill>
      </dgm:spPr>
      <dgm:t>
        <a:bodyPr/>
        <a:lstStyle/>
        <a:p>
          <a:r>
            <a:rPr lang="en-US" sz="2400" dirty="0"/>
            <a:t>Study to </a:t>
          </a:r>
          <a:r>
            <a:rPr lang="en-US" sz="2400" b="0" i="0" dirty="0"/>
            <a:t>speed up the development process by providing well-tested, proven development/design paradigms. </a:t>
          </a:r>
          <a:endParaRPr lang="en-IN" sz="2400" dirty="0"/>
        </a:p>
      </dgm:t>
    </dgm:pt>
    <dgm:pt modelId="{1E3B58B6-4386-4901-96BE-D5C27759E34E}" type="parTrans" cxnId="{0C91DF1C-CA80-463E-BE1F-628A0FD22D27}">
      <dgm:prSet/>
      <dgm:spPr/>
      <dgm:t>
        <a:bodyPr/>
        <a:lstStyle/>
        <a:p>
          <a:endParaRPr lang="en-IN"/>
        </a:p>
      </dgm:t>
    </dgm:pt>
    <dgm:pt modelId="{D159A1AF-39FA-45F3-9BA9-70283FB52E2F}" type="sibTrans" cxnId="{0C91DF1C-CA80-463E-BE1F-628A0FD22D27}">
      <dgm:prSet/>
      <dgm:spPr/>
      <dgm:t>
        <a:bodyPr/>
        <a:lstStyle/>
        <a:p>
          <a:endParaRPr lang="en-IN"/>
        </a:p>
      </dgm:t>
    </dgm:pt>
    <dgm:pt modelId="{A8CAAB2E-DFF4-4B46-AFF4-DC7FC380F713}" type="pres">
      <dgm:prSet presAssocID="{C04877D1-03B1-4454-BEC3-DD4BDE35EAFA}" presName="linear" presStyleCnt="0">
        <dgm:presLayoutVars>
          <dgm:animLvl val="lvl"/>
          <dgm:resizeHandles val="exact"/>
        </dgm:presLayoutVars>
      </dgm:prSet>
      <dgm:spPr/>
    </dgm:pt>
    <dgm:pt modelId="{1A3ADADF-1651-46C2-846B-A7F79BFA24CF}" type="pres">
      <dgm:prSet presAssocID="{0478CAB5-7AE2-456C-89C3-072C47566E3A}" presName="parentText" presStyleLbl="node1" presStyleIdx="0" presStyleCnt="1" custLinFactNeighborY="3199">
        <dgm:presLayoutVars>
          <dgm:chMax val="0"/>
          <dgm:bulletEnabled val="1"/>
        </dgm:presLayoutVars>
      </dgm:prSet>
      <dgm:spPr/>
    </dgm:pt>
  </dgm:ptLst>
  <dgm:cxnLst>
    <dgm:cxn modelId="{0C91DF1C-CA80-463E-BE1F-628A0FD22D27}" srcId="{C04877D1-03B1-4454-BEC3-DD4BDE35EAFA}" destId="{0478CAB5-7AE2-456C-89C3-072C47566E3A}" srcOrd="0" destOrd="0" parTransId="{1E3B58B6-4386-4901-96BE-D5C27759E34E}" sibTransId="{D159A1AF-39FA-45F3-9BA9-70283FB52E2F}"/>
    <dgm:cxn modelId="{45CE6C6F-EC96-488F-BAB2-5A0128F022AB}" type="presOf" srcId="{0478CAB5-7AE2-456C-89C3-072C47566E3A}" destId="{1A3ADADF-1651-46C2-846B-A7F79BFA24CF}" srcOrd="0" destOrd="0" presId="urn:microsoft.com/office/officeart/2005/8/layout/vList2"/>
    <dgm:cxn modelId="{AF4CFE83-9E2D-4B66-97C8-AF93CEB80A1B}" type="presOf" srcId="{C04877D1-03B1-4454-BEC3-DD4BDE35EAFA}" destId="{A8CAAB2E-DFF4-4B46-AFF4-DC7FC380F713}" srcOrd="0" destOrd="0" presId="urn:microsoft.com/office/officeart/2005/8/layout/vList2"/>
    <dgm:cxn modelId="{AB585AB2-D712-4C1F-B186-7B3C1234D6CB}" type="presParOf" srcId="{A8CAAB2E-DFF4-4B46-AFF4-DC7FC380F713}" destId="{1A3ADADF-1651-46C2-846B-A7F79BFA24CF}" srcOrd="0"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35442EA-3D11-4D44-8E73-F6D5E0819A38}"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A101FA42-0C28-44AC-8614-BCD10EA95182}">
      <dgm:prSet custT="1"/>
      <dgm:spPr>
        <a:solidFill>
          <a:schemeClr val="accent6"/>
        </a:solidFill>
      </dgm:spPr>
      <dgm:t>
        <a:bodyPr/>
        <a:lstStyle/>
        <a:p>
          <a:r>
            <a:rPr lang="en-US" sz="2400" b="0" i="0" dirty="0"/>
            <a:t>Select a specific design pattern for the solution of a given design problem.</a:t>
          </a:r>
          <a:endParaRPr lang="en-IN" sz="2400" dirty="0"/>
        </a:p>
      </dgm:t>
    </dgm:pt>
    <dgm:pt modelId="{14676A68-57E3-475B-BC3C-39D366346645}" type="parTrans" cxnId="{6B6826E0-451C-41AA-A7B5-E9D2019FE3A9}">
      <dgm:prSet/>
      <dgm:spPr/>
      <dgm:t>
        <a:bodyPr/>
        <a:lstStyle/>
        <a:p>
          <a:endParaRPr lang="en-IN"/>
        </a:p>
      </dgm:t>
    </dgm:pt>
    <dgm:pt modelId="{B36A5CC8-CB01-4968-98FA-7A48EC0D37AE}" type="sibTrans" cxnId="{6B6826E0-451C-41AA-A7B5-E9D2019FE3A9}">
      <dgm:prSet/>
      <dgm:spPr/>
      <dgm:t>
        <a:bodyPr/>
        <a:lstStyle/>
        <a:p>
          <a:endParaRPr lang="en-IN"/>
        </a:p>
      </dgm:t>
    </dgm:pt>
    <dgm:pt modelId="{1582B9EB-B4CE-4A6A-916D-2795B4AC0216}" type="pres">
      <dgm:prSet presAssocID="{935442EA-3D11-4D44-8E73-F6D5E0819A38}" presName="linear" presStyleCnt="0">
        <dgm:presLayoutVars>
          <dgm:animLvl val="lvl"/>
          <dgm:resizeHandles val="exact"/>
        </dgm:presLayoutVars>
      </dgm:prSet>
      <dgm:spPr/>
    </dgm:pt>
    <dgm:pt modelId="{94DF58AF-4B5A-40D5-876B-C773221F443C}" type="pres">
      <dgm:prSet presAssocID="{A101FA42-0C28-44AC-8614-BCD10EA95182}" presName="parentText" presStyleLbl="node1" presStyleIdx="0" presStyleCnt="1" custScaleY="60044" custLinFactNeighborY="9499">
        <dgm:presLayoutVars>
          <dgm:chMax val="0"/>
          <dgm:bulletEnabled val="1"/>
        </dgm:presLayoutVars>
      </dgm:prSet>
      <dgm:spPr/>
    </dgm:pt>
  </dgm:ptLst>
  <dgm:cxnLst>
    <dgm:cxn modelId="{3583BF19-DB75-44AD-A9E8-ABF5BE2F95EB}" type="presOf" srcId="{935442EA-3D11-4D44-8E73-F6D5E0819A38}" destId="{1582B9EB-B4CE-4A6A-916D-2795B4AC0216}" srcOrd="0" destOrd="0" presId="urn:microsoft.com/office/officeart/2005/8/layout/vList2"/>
    <dgm:cxn modelId="{F4F5262D-7F4C-492A-9885-91530C6CE254}" type="presOf" srcId="{A101FA42-0C28-44AC-8614-BCD10EA95182}" destId="{94DF58AF-4B5A-40D5-876B-C773221F443C}" srcOrd="0" destOrd="0" presId="urn:microsoft.com/office/officeart/2005/8/layout/vList2"/>
    <dgm:cxn modelId="{6B6826E0-451C-41AA-A7B5-E9D2019FE3A9}" srcId="{935442EA-3D11-4D44-8E73-F6D5E0819A38}" destId="{A101FA42-0C28-44AC-8614-BCD10EA95182}" srcOrd="0" destOrd="0" parTransId="{14676A68-57E3-475B-BC3C-39D366346645}" sibTransId="{B36A5CC8-CB01-4968-98FA-7A48EC0D37AE}"/>
    <dgm:cxn modelId="{12752157-EC82-4C99-86D1-E72A548D6E4E}" type="presParOf" srcId="{1582B9EB-B4CE-4A6A-916D-2795B4AC0216}" destId="{94DF58AF-4B5A-40D5-876B-C773221F443C}" srcOrd="0" destOrd="0" presId="urn:microsoft.com/office/officeart/2005/8/layout/vList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D8AF22B-6E01-4F33-9B54-590076F38756}"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6C9149EB-4966-4FC9-84A5-2B265D92C4EA}">
      <dgm:prSet custT="1"/>
      <dgm:spPr>
        <a:solidFill>
          <a:schemeClr val="accent6"/>
        </a:solidFill>
      </dgm:spPr>
      <dgm:t>
        <a:bodyPr/>
        <a:lstStyle/>
        <a:p>
          <a:r>
            <a:rPr lang="en-US" sz="2400" b="0" i="0" dirty="0"/>
            <a:t>Create a catalogue entry for a simple design pattern whose purpose and application is understood.</a:t>
          </a:r>
          <a:endParaRPr lang="en-IN" sz="2800" dirty="0"/>
        </a:p>
      </dgm:t>
    </dgm:pt>
    <dgm:pt modelId="{BCB043BE-38B4-451D-A3CA-5544958EA9E9}" type="parTrans" cxnId="{6D4048F6-3B5B-4F0D-B3C9-074D7F87A84B}">
      <dgm:prSet/>
      <dgm:spPr/>
      <dgm:t>
        <a:bodyPr/>
        <a:lstStyle/>
        <a:p>
          <a:endParaRPr lang="en-IN"/>
        </a:p>
      </dgm:t>
    </dgm:pt>
    <dgm:pt modelId="{7B1251F8-3BFD-43BE-B6B4-60C98597D653}" type="sibTrans" cxnId="{6D4048F6-3B5B-4F0D-B3C9-074D7F87A84B}">
      <dgm:prSet/>
      <dgm:spPr/>
      <dgm:t>
        <a:bodyPr/>
        <a:lstStyle/>
        <a:p>
          <a:endParaRPr lang="en-IN"/>
        </a:p>
      </dgm:t>
    </dgm:pt>
    <dgm:pt modelId="{6B117771-AD3E-410E-8C2D-70661DFBA6BA}" type="pres">
      <dgm:prSet presAssocID="{1D8AF22B-6E01-4F33-9B54-590076F38756}" presName="linear" presStyleCnt="0">
        <dgm:presLayoutVars>
          <dgm:animLvl val="lvl"/>
          <dgm:resizeHandles val="exact"/>
        </dgm:presLayoutVars>
      </dgm:prSet>
      <dgm:spPr/>
    </dgm:pt>
    <dgm:pt modelId="{516B7FBA-CAF3-4274-AEB4-00729BD1494C}" type="pres">
      <dgm:prSet presAssocID="{6C9149EB-4966-4FC9-84A5-2B265D92C4EA}" presName="parentText" presStyleLbl="node1" presStyleIdx="0" presStyleCnt="1" custScaleY="362416">
        <dgm:presLayoutVars>
          <dgm:chMax val="0"/>
          <dgm:bulletEnabled val="1"/>
        </dgm:presLayoutVars>
      </dgm:prSet>
      <dgm:spPr/>
    </dgm:pt>
  </dgm:ptLst>
  <dgm:cxnLst>
    <dgm:cxn modelId="{F01C1A4D-2D88-46FC-AA1C-174B089A1D23}" type="presOf" srcId="{1D8AF22B-6E01-4F33-9B54-590076F38756}" destId="{6B117771-AD3E-410E-8C2D-70661DFBA6BA}" srcOrd="0" destOrd="0" presId="urn:microsoft.com/office/officeart/2005/8/layout/vList2"/>
    <dgm:cxn modelId="{CF4B0ED1-F244-4FCD-A238-694B98A49368}" type="presOf" srcId="{6C9149EB-4966-4FC9-84A5-2B265D92C4EA}" destId="{516B7FBA-CAF3-4274-AEB4-00729BD1494C}" srcOrd="0" destOrd="0" presId="urn:microsoft.com/office/officeart/2005/8/layout/vList2"/>
    <dgm:cxn modelId="{6D4048F6-3B5B-4F0D-B3C9-074D7F87A84B}" srcId="{1D8AF22B-6E01-4F33-9B54-590076F38756}" destId="{6C9149EB-4966-4FC9-84A5-2B265D92C4EA}" srcOrd="0" destOrd="0" parTransId="{BCB043BE-38B4-451D-A3CA-5544958EA9E9}" sibTransId="{7B1251F8-3BFD-43BE-B6B4-60C98597D653}"/>
    <dgm:cxn modelId="{25E3078B-7A81-41B7-AAB3-6FEA8B425B2F}" type="presParOf" srcId="{6B117771-AD3E-410E-8C2D-70661DFBA6BA}" destId="{516B7FBA-CAF3-4274-AEB4-00729BD1494C}" srcOrd="0" destOrd="0" presId="urn:microsoft.com/office/officeart/2005/8/layout/vList2"/>
  </dgm:cxnLst>
  <dgm:bg>
    <a:solidFill>
      <a:schemeClr val="accent6"/>
    </a:solidFill>
  </dgm:bg>
  <dgm:whole/>
  <dgm:extLst>
    <a:ext uri="http://schemas.microsoft.com/office/drawing/2008/diagram">
      <dsp:dataModelExt xmlns:dsp="http://schemas.microsoft.com/office/drawing/2008/diagram" relId="rId2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9995D18-05F5-4A4B-8F9A-27E4833C6620}" type="doc">
      <dgm:prSet loTypeId="urn:microsoft.com/office/officeart/2005/8/layout/vList2" loCatId="list" qsTypeId="urn:microsoft.com/office/officeart/2005/8/quickstyle/3d1" qsCatId="3D" csTypeId="urn:microsoft.com/office/officeart/2005/8/colors/accent1_2" csCatId="accent1" phldr="1"/>
      <dgm:spPr/>
      <dgm:t>
        <a:bodyPr/>
        <a:lstStyle/>
        <a:p>
          <a:endParaRPr lang="en-IN"/>
        </a:p>
      </dgm:t>
    </dgm:pt>
    <dgm:pt modelId="{90AED077-85C4-46EA-B5F8-30BF070D360B}">
      <dgm:prSet custT="1"/>
      <dgm:spPr>
        <a:solidFill>
          <a:schemeClr val="accent4"/>
        </a:solidFill>
      </dgm:spPr>
      <dgm:t>
        <a:bodyPr/>
        <a:lstStyle/>
        <a:p>
          <a:r>
            <a:rPr lang="en-US" sz="3000" b="1" dirty="0"/>
            <a:t>At the end of course, the student  will be able to</a:t>
          </a:r>
          <a:r>
            <a:rPr lang="en-US" sz="2800" dirty="0"/>
            <a:t>:</a:t>
          </a:r>
          <a:endParaRPr lang="en-IN" sz="2800" dirty="0"/>
        </a:p>
      </dgm:t>
    </dgm:pt>
    <dgm:pt modelId="{1E0C8B89-16C6-4880-8B09-06C9D70EBF80}" type="parTrans" cxnId="{B048A809-CB6A-4592-A8D6-3FCFFDFA9564}">
      <dgm:prSet/>
      <dgm:spPr/>
      <dgm:t>
        <a:bodyPr/>
        <a:lstStyle/>
        <a:p>
          <a:endParaRPr lang="en-IN"/>
        </a:p>
      </dgm:t>
    </dgm:pt>
    <dgm:pt modelId="{E50D95E2-F091-4315-B45F-5F68BA43AB8B}" type="sibTrans" cxnId="{B048A809-CB6A-4592-A8D6-3FCFFDFA9564}">
      <dgm:prSet/>
      <dgm:spPr/>
      <dgm:t>
        <a:bodyPr/>
        <a:lstStyle/>
        <a:p>
          <a:endParaRPr lang="en-IN"/>
        </a:p>
      </dgm:t>
    </dgm:pt>
    <dgm:pt modelId="{F61E8516-DE3F-4AE9-AE50-9F42F39BFAD3}" type="pres">
      <dgm:prSet presAssocID="{09995D18-05F5-4A4B-8F9A-27E4833C6620}" presName="linear" presStyleCnt="0">
        <dgm:presLayoutVars>
          <dgm:animLvl val="lvl"/>
          <dgm:resizeHandles val="exact"/>
        </dgm:presLayoutVars>
      </dgm:prSet>
      <dgm:spPr/>
    </dgm:pt>
    <dgm:pt modelId="{B898B381-A99B-40FA-B837-D80DC4A60493}" type="pres">
      <dgm:prSet presAssocID="{90AED077-85C4-46EA-B5F8-30BF070D360B}" presName="parentText" presStyleLbl="node1" presStyleIdx="0" presStyleCnt="1" custScaleY="179592">
        <dgm:presLayoutVars>
          <dgm:chMax val="0"/>
          <dgm:bulletEnabled val="1"/>
        </dgm:presLayoutVars>
      </dgm:prSet>
      <dgm:spPr/>
    </dgm:pt>
  </dgm:ptLst>
  <dgm:cxnLst>
    <dgm:cxn modelId="{9A375A06-3CE5-4593-8483-B4FDE31520F6}" type="presOf" srcId="{90AED077-85C4-46EA-B5F8-30BF070D360B}" destId="{B898B381-A99B-40FA-B837-D80DC4A60493}" srcOrd="0" destOrd="0" presId="urn:microsoft.com/office/officeart/2005/8/layout/vList2"/>
    <dgm:cxn modelId="{B048A809-CB6A-4592-A8D6-3FCFFDFA9564}" srcId="{09995D18-05F5-4A4B-8F9A-27E4833C6620}" destId="{90AED077-85C4-46EA-B5F8-30BF070D360B}" srcOrd="0" destOrd="0" parTransId="{1E0C8B89-16C6-4880-8B09-06C9D70EBF80}" sibTransId="{E50D95E2-F091-4315-B45F-5F68BA43AB8B}"/>
    <dgm:cxn modelId="{A79D18C3-F407-48AA-B7AE-599693738A3B}" type="presOf" srcId="{09995D18-05F5-4A4B-8F9A-27E4833C6620}" destId="{F61E8516-DE3F-4AE9-AE50-9F42F39BFAD3}" srcOrd="0" destOrd="0" presId="urn:microsoft.com/office/officeart/2005/8/layout/vList2"/>
    <dgm:cxn modelId="{65E8A7CB-5EF3-4232-9A05-E7E89F91E38E}" type="presParOf" srcId="{F61E8516-DE3F-4AE9-AE50-9F42F39BFAD3}" destId="{B898B381-A99B-40FA-B837-D80DC4A6049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9A6AA7B5-1491-47C8-85E4-E5E8FDD6D065}" type="doc">
      <dgm:prSet loTypeId="urn:microsoft.com/office/officeart/2005/8/layout/vList2" loCatId="list" qsTypeId="urn:microsoft.com/office/officeart/2005/8/quickstyle/3d1" qsCatId="3D" csTypeId="urn:microsoft.com/office/officeart/2005/8/colors/colorful2" csCatId="colorful" phldr="1"/>
      <dgm:spPr/>
      <dgm:t>
        <a:bodyPr/>
        <a:lstStyle/>
        <a:p>
          <a:endParaRPr lang="en-IN"/>
        </a:p>
      </dgm:t>
    </dgm:pt>
    <dgm:pt modelId="{02C141FE-9ABF-48FD-9848-42A0EFA33222}">
      <dgm:prSet/>
      <dgm:spPr>
        <a:solidFill>
          <a:schemeClr val="accent6">
            <a:lumMod val="40000"/>
            <a:lumOff val="60000"/>
          </a:schemeClr>
        </a:solidFill>
      </dgm:spPr>
      <dgm:t>
        <a:bodyPr/>
        <a:lstStyle/>
        <a:p>
          <a:r>
            <a:rPr lang="en-IN" b="1" dirty="0">
              <a:solidFill>
                <a:schemeClr val="tx1"/>
              </a:solidFill>
            </a:rPr>
            <a:t>CO1 : Construct a design consisting of collection of modules.</a:t>
          </a:r>
          <a:endParaRPr lang="en-IN" dirty="0">
            <a:solidFill>
              <a:schemeClr val="tx1"/>
            </a:solidFill>
          </a:endParaRPr>
        </a:p>
      </dgm:t>
    </dgm:pt>
    <dgm:pt modelId="{293B506A-CB52-4629-804F-4EA81B2C3153}" type="parTrans" cxnId="{235FA966-C47A-4BCB-AAED-54A261FD7D2F}">
      <dgm:prSet/>
      <dgm:spPr/>
      <dgm:t>
        <a:bodyPr/>
        <a:lstStyle/>
        <a:p>
          <a:endParaRPr lang="en-IN"/>
        </a:p>
      </dgm:t>
    </dgm:pt>
    <dgm:pt modelId="{22F57173-271F-4897-B456-2A1AE73C488C}" type="sibTrans" cxnId="{235FA966-C47A-4BCB-AAED-54A261FD7D2F}">
      <dgm:prSet/>
      <dgm:spPr/>
      <dgm:t>
        <a:bodyPr/>
        <a:lstStyle/>
        <a:p>
          <a:endParaRPr lang="en-IN"/>
        </a:p>
      </dgm:t>
    </dgm:pt>
    <dgm:pt modelId="{685F4F69-7D82-4DED-A9A8-7071B724DF07}" type="pres">
      <dgm:prSet presAssocID="{9A6AA7B5-1491-47C8-85E4-E5E8FDD6D065}" presName="linear" presStyleCnt="0">
        <dgm:presLayoutVars>
          <dgm:animLvl val="lvl"/>
          <dgm:resizeHandles val="exact"/>
        </dgm:presLayoutVars>
      </dgm:prSet>
      <dgm:spPr/>
    </dgm:pt>
    <dgm:pt modelId="{AEDD9097-4AFF-4D2E-9357-46583571353B}" type="pres">
      <dgm:prSet presAssocID="{02C141FE-9ABF-48FD-9848-42A0EFA33222}" presName="parentText" presStyleLbl="node1" presStyleIdx="0" presStyleCnt="1">
        <dgm:presLayoutVars>
          <dgm:chMax val="0"/>
          <dgm:bulletEnabled val="1"/>
        </dgm:presLayoutVars>
      </dgm:prSet>
      <dgm:spPr/>
    </dgm:pt>
  </dgm:ptLst>
  <dgm:cxnLst>
    <dgm:cxn modelId="{AC74E735-F2C3-4F23-ABE1-877387F852A7}" type="presOf" srcId="{02C141FE-9ABF-48FD-9848-42A0EFA33222}" destId="{AEDD9097-4AFF-4D2E-9357-46583571353B}" srcOrd="0" destOrd="0" presId="urn:microsoft.com/office/officeart/2005/8/layout/vList2"/>
    <dgm:cxn modelId="{235FA966-C47A-4BCB-AAED-54A261FD7D2F}" srcId="{9A6AA7B5-1491-47C8-85E4-E5E8FDD6D065}" destId="{02C141FE-9ABF-48FD-9848-42A0EFA33222}" srcOrd="0" destOrd="0" parTransId="{293B506A-CB52-4629-804F-4EA81B2C3153}" sibTransId="{22F57173-271F-4897-B456-2A1AE73C488C}"/>
    <dgm:cxn modelId="{EFF34B82-60AD-4AB7-9ADE-08B4C2F23B48}" type="presOf" srcId="{9A6AA7B5-1491-47C8-85E4-E5E8FDD6D065}" destId="{685F4F69-7D82-4DED-A9A8-7071B724DF07}" srcOrd="0" destOrd="0" presId="urn:microsoft.com/office/officeart/2005/8/layout/vList2"/>
    <dgm:cxn modelId="{0FAF76ED-A85B-47AF-BBC3-6A57EC537321}" type="presParOf" srcId="{685F4F69-7D82-4DED-A9A8-7071B724DF07}" destId="{AEDD9097-4AFF-4D2E-9357-46583571353B}"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1B644E16-AACD-4612-92E0-D46EF4ECB879}"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E7AAAF9E-D416-49AE-8611-65377A7DE939}">
      <dgm:prSet/>
      <dgm:spPr>
        <a:solidFill>
          <a:schemeClr val="accent6">
            <a:lumMod val="40000"/>
            <a:lumOff val="60000"/>
          </a:schemeClr>
        </a:solidFill>
      </dgm:spPr>
      <dgm:t>
        <a:bodyPr/>
        <a:lstStyle/>
        <a:p>
          <a:r>
            <a:rPr lang="en-US" b="1" dirty="0"/>
            <a:t>CO2 : Exploit well known design pattern such as Factory, visitor etc.</a:t>
          </a:r>
          <a:endParaRPr lang="en-IN" dirty="0"/>
        </a:p>
      </dgm:t>
    </dgm:pt>
    <dgm:pt modelId="{5C719D1D-8A96-404E-AB5C-11562DFC1D30}" type="parTrans" cxnId="{EADE17B7-FE92-4EA7-A469-F698C8E6940A}">
      <dgm:prSet/>
      <dgm:spPr/>
      <dgm:t>
        <a:bodyPr/>
        <a:lstStyle/>
        <a:p>
          <a:endParaRPr lang="en-IN"/>
        </a:p>
      </dgm:t>
    </dgm:pt>
    <dgm:pt modelId="{AF8B5B03-720E-47F1-8D53-0E882540183D}" type="sibTrans" cxnId="{EADE17B7-FE92-4EA7-A469-F698C8E6940A}">
      <dgm:prSet/>
      <dgm:spPr/>
      <dgm:t>
        <a:bodyPr/>
        <a:lstStyle/>
        <a:p>
          <a:endParaRPr lang="en-IN"/>
        </a:p>
      </dgm:t>
    </dgm:pt>
    <dgm:pt modelId="{B22A3E1F-BDC2-4FC3-B056-77BC1F86A5BC}" type="pres">
      <dgm:prSet presAssocID="{1B644E16-AACD-4612-92E0-D46EF4ECB879}" presName="linear" presStyleCnt="0">
        <dgm:presLayoutVars>
          <dgm:animLvl val="lvl"/>
          <dgm:resizeHandles val="exact"/>
        </dgm:presLayoutVars>
      </dgm:prSet>
      <dgm:spPr/>
    </dgm:pt>
    <dgm:pt modelId="{CD5036F8-A246-4E6A-8921-20C367BBB964}" type="pres">
      <dgm:prSet presAssocID="{E7AAAF9E-D416-49AE-8611-65377A7DE939}" presName="parentText" presStyleLbl="node1" presStyleIdx="0" presStyleCnt="1">
        <dgm:presLayoutVars>
          <dgm:chMax val="0"/>
          <dgm:bulletEnabled val="1"/>
        </dgm:presLayoutVars>
      </dgm:prSet>
      <dgm:spPr/>
    </dgm:pt>
  </dgm:ptLst>
  <dgm:cxnLst>
    <dgm:cxn modelId="{2B41B017-406D-40F4-93E9-9D0FCC4851C9}" type="presOf" srcId="{E7AAAF9E-D416-49AE-8611-65377A7DE939}" destId="{CD5036F8-A246-4E6A-8921-20C367BBB964}" srcOrd="0" destOrd="0" presId="urn:microsoft.com/office/officeart/2005/8/layout/vList2"/>
    <dgm:cxn modelId="{0137BE35-7741-4CB7-8903-0262507EB38F}" type="presOf" srcId="{1B644E16-AACD-4612-92E0-D46EF4ECB879}" destId="{B22A3E1F-BDC2-4FC3-B056-77BC1F86A5BC}" srcOrd="0" destOrd="0" presId="urn:microsoft.com/office/officeart/2005/8/layout/vList2"/>
    <dgm:cxn modelId="{EADE17B7-FE92-4EA7-A469-F698C8E6940A}" srcId="{1B644E16-AACD-4612-92E0-D46EF4ECB879}" destId="{E7AAAF9E-D416-49AE-8611-65377A7DE939}" srcOrd="0" destOrd="0" parTransId="{5C719D1D-8A96-404E-AB5C-11562DFC1D30}" sibTransId="{AF8B5B03-720E-47F1-8D53-0E882540183D}"/>
    <dgm:cxn modelId="{7B9DDA1B-23E8-4DA7-A8BE-4814CD610A9A}" type="presParOf" srcId="{B22A3E1F-BDC2-4FC3-B056-77BC1F86A5BC}" destId="{CD5036F8-A246-4E6A-8921-20C367BBB964}" srcOrd="0"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FF45E94E-C528-4C21-A29D-573922B4ED68}"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CBD3793-394C-48FC-B28C-1D09533E7BA0}">
      <dgm:prSet/>
      <dgm:spPr>
        <a:solidFill>
          <a:schemeClr val="accent6">
            <a:lumMod val="40000"/>
            <a:lumOff val="60000"/>
          </a:schemeClr>
        </a:solidFill>
      </dgm:spPr>
      <dgm:t>
        <a:bodyPr/>
        <a:lstStyle/>
        <a:p>
          <a:r>
            <a:rPr lang="en-IN" b="1" dirty="0"/>
            <a:t>CO3 : Distinguish between different categories of design patterns.</a:t>
          </a:r>
          <a:endParaRPr lang="en-IN" dirty="0"/>
        </a:p>
      </dgm:t>
    </dgm:pt>
    <dgm:pt modelId="{3C3BF590-E539-434F-BC04-7F5815B84D60}" type="parTrans" cxnId="{27D07304-FB48-42DA-9A97-1D607D0CE964}">
      <dgm:prSet/>
      <dgm:spPr/>
      <dgm:t>
        <a:bodyPr/>
        <a:lstStyle/>
        <a:p>
          <a:endParaRPr lang="en-IN"/>
        </a:p>
      </dgm:t>
    </dgm:pt>
    <dgm:pt modelId="{6BA01F92-7F7A-4713-B56A-6F20FAAB3645}" type="sibTrans" cxnId="{27D07304-FB48-42DA-9A97-1D607D0CE964}">
      <dgm:prSet/>
      <dgm:spPr/>
      <dgm:t>
        <a:bodyPr/>
        <a:lstStyle/>
        <a:p>
          <a:endParaRPr lang="en-IN"/>
        </a:p>
      </dgm:t>
    </dgm:pt>
    <dgm:pt modelId="{45C93CBB-046D-43CD-9356-3FC8771C32AF}" type="pres">
      <dgm:prSet presAssocID="{FF45E94E-C528-4C21-A29D-573922B4ED68}" presName="linear" presStyleCnt="0">
        <dgm:presLayoutVars>
          <dgm:animLvl val="lvl"/>
          <dgm:resizeHandles val="exact"/>
        </dgm:presLayoutVars>
      </dgm:prSet>
      <dgm:spPr/>
    </dgm:pt>
    <dgm:pt modelId="{8C029958-E145-4D8C-B815-F42AE9B5E6DF}" type="pres">
      <dgm:prSet presAssocID="{FCBD3793-394C-48FC-B28C-1D09533E7BA0}" presName="parentText" presStyleLbl="node1" presStyleIdx="0" presStyleCnt="1" custLinFactNeighborX="2941" custLinFactNeighborY="-20">
        <dgm:presLayoutVars>
          <dgm:chMax val="0"/>
          <dgm:bulletEnabled val="1"/>
        </dgm:presLayoutVars>
      </dgm:prSet>
      <dgm:spPr/>
    </dgm:pt>
  </dgm:ptLst>
  <dgm:cxnLst>
    <dgm:cxn modelId="{27D07304-FB48-42DA-9A97-1D607D0CE964}" srcId="{FF45E94E-C528-4C21-A29D-573922B4ED68}" destId="{FCBD3793-394C-48FC-B28C-1D09533E7BA0}" srcOrd="0" destOrd="0" parTransId="{3C3BF590-E539-434F-BC04-7F5815B84D60}" sibTransId="{6BA01F92-7F7A-4713-B56A-6F20FAAB3645}"/>
    <dgm:cxn modelId="{05A47010-37A1-4400-9B53-9EE23CC7A1EB}" type="presOf" srcId="{FF45E94E-C528-4C21-A29D-573922B4ED68}" destId="{45C93CBB-046D-43CD-9356-3FC8771C32AF}" srcOrd="0" destOrd="0" presId="urn:microsoft.com/office/officeart/2005/8/layout/vList2"/>
    <dgm:cxn modelId="{22A65282-467B-4D1B-B70C-0E397C12B221}" type="presOf" srcId="{FCBD3793-394C-48FC-B28C-1D09533E7BA0}" destId="{8C029958-E145-4D8C-B815-F42AE9B5E6DF}" srcOrd="0" destOrd="0" presId="urn:microsoft.com/office/officeart/2005/8/layout/vList2"/>
    <dgm:cxn modelId="{43591253-4998-4341-BF06-68B4B1D65B6C}" type="presParOf" srcId="{45C93CBB-046D-43CD-9356-3FC8771C32AF}" destId="{8C029958-E145-4D8C-B815-F42AE9B5E6DF}" srcOrd="0" destOrd="0" presId="urn:microsoft.com/office/officeart/2005/8/layout/vList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CA3BDE70-45F2-45D1-A9F8-5ADC9B616F85}"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2B2203F-2FAE-49B7-A1D5-9CD1B5127346}">
      <dgm:prSet/>
      <dgm:spPr>
        <a:solidFill>
          <a:schemeClr val="accent6">
            <a:lumMod val="40000"/>
            <a:lumOff val="60000"/>
          </a:schemeClr>
        </a:solidFill>
      </dgm:spPr>
      <dgm:t>
        <a:bodyPr/>
        <a:lstStyle/>
        <a:p>
          <a:r>
            <a:rPr lang="en-US" b="1" dirty="0"/>
            <a:t>CO4 : Ability to common design pattern for incremental development.</a:t>
          </a:r>
          <a:endParaRPr lang="en-IN" dirty="0"/>
        </a:p>
      </dgm:t>
    </dgm:pt>
    <dgm:pt modelId="{0C5F4077-1886-4CF9-AD59-B820AE05ADC7}" type="parTrans" cxnId="{C19B5B16-6706-47B1-9748-FFF77E9A2A15}">
      <dgm:prSet/>
      <dgm:spPr/>
      <dgm:t>
        <a:bodyPr/>
        <a:lstStyle/>
        <a:p>
          <a:endParaRPr lang="en-IN"/>
        </a:p>
      </dgm:t>
    </dgm:pt>
    <dgm:pt modelId="{470CA956-F82D-44F7-AFF1-5655BDBD69D3}" type="sibTrans" cxnId="{C19B5B16-6706-47B1-9748-FFF77E9A2A15}">
      <dgm:prSet/>
      <dgm:spPr/>
      <dgm:t>
        <a:bodyPr/>
        <a:lstStyle/>
        <a:p>
          <a:endParaRPr lang="en-IN"/>
        </a:p>
      </dgm:t>
    </dgm:pt>
    <dgm:pt modelId="{BAD57889-E122-4358-BE0C-A1CC3A735F9B}" type="pres">
      <dgm:prSet presAssocID="{CA3BDE70-45F2-45D1-A9F8-5ADC9B616F85}" presName="linear" presStyleCnt="0">
        <dgm:presLayoutVars>
          <dgm:animLvl val="lvl"/>
          <dgm:resizeHandles val="exact"/>
        </dgm:presLayoutVars>
      </dgm:prSet>
      <dgm:spPr/>
    </dgm:pt>
    <dgm:pt modelId="{54692D58-280A-4A5B-8ABB-4AA8C3D0C486}" type="pres">
      <dgm:prSet presAssocID="{F2B2203F-2FAE-49B7-A1D5-9CD1B5127346}" presName="parentText" presStyleLbl="node1" presStyleIdx="0" presStyleCnt="1">
        <dgm:presLayoutVars>
          <dgm:chMax val="0"/>
          <dgm:bulletEnabled val="1"/>
        </dgm:presLayoutVars>
      </dgm:prSet>
      <dgm:spPr/>
    </dgm:pt>
  </dgm:ptLst>
  <dgm:cxnLst>
    <dgm:cxn modelId="{4C5EE510-000B-4044-8645-A770BA52DCEE}" type="presOf" srcId="{CA3BDE70-45F2-45D1-A9F8-5ADC9B616F85}" destId="{BAD57889-E122-4358-BE0C-A1CC3A735F9B}" srcOrd="0" destOrd="0" presId="urn:microsoft.com/office/officeart/2005/8/layout/vList2"/>
    <dgm:cxn modelId="{C19B5B16-6706-47B1-9748-FFF77E9A2A15}" srcId="{CA3BDE70-45F2-45D1-A9F8-5ADC9B616F85}" destId="{F2B2203F-2FAE-49B7-A1D5-9CD1B5127346}" srcOrd="0" destOrd="0" parTransId="{0C5F4077-1886-4CF9-AD59-B820AE05ADC7}" sibTransId="{470CA956-F82D-44F7-AFF1-5655BDBD69D3}"/>
    <dgm:cxn modelId="{51CC87E9-4D44-4937-B700-EB606B0F31AA}" type="presOf" srcId="{F2B2203F-2FAE-49B7-A1D5-9CD1B5127346}" destId="{54692D58-280A-4A5B-8ABB-4AA8C3D0C486}" srcOrd="0" destOrd="0" presId="urn:microsoft.com/office/officeart/2005/8/layout/vList2"/>
    <dgm:cxn modelId="{0F1234CC-99AD-4C66-A03B-0A28C4FEB8FB}" type="presParOf" srcId="{BAD57889-E122-4358-BE0C-A1CC3A735F9B}" destId="{54692D58-280A-4A5B-8ABB-4AA8C3D0C486}" srcOrd="0" destOrd="0" presId="urn:microsoft.com/office/officeart/2005/8/layout/vList2"/>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0803BEA6-810A-46C8-899C-70229B268BB8}"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502B59D9-8C99-44C9-B85F-4596BFA6E16F}">
      <dgm:prSet custT="1"/>
      <dgm:spPr>
        <a:solidFill>
          <a:schemeClr val="accent6">
            <a:lumMod val="40000"/>
            <a:lumOff val="60000"/>
          </a:schemeClr>
        </a:solidFill>
      </dgm:spPr>
      <dgm:t>
        <a:bodyPr/>
        <a:lstStyle/>
        <a:p>
          <a:r>
            <a:rPr lang="en-IN" sz="2500" b="1" dirty="0"/>
            <a:t>CO5 : Identify appropriate design pattern for a given problem and design the software using pattern oriented architecture.</a:t>
          </a:r>
          <a:endParaRPr lang="en-IN" sz="2500" dirty="0"/>
        </a:p>
      </dgm:t>
    </dgm:pt>
    <dgm:pt modelId="{9D2B8A0D-F6D2-4C03-871B-3A7AAE296648}" type="parTrans" cxnId="{C0A7060B-E306-436C-82D8-E1BE2F57219E}">
      <dgm:prSet/>
      <dgm:spPr/>
      <dgm:t>
        <a:bodyPr/>
        <a:lstStyle/>
        <a:p>
          <a:endParaRPr lang="en-IN"/>
        </a:p>
      </dgm:t>
    </dgm:pt>
    <dgm:pt modelId="{1F2A8542-A15A-4424-AE39-080E22955215}" type="sibTrans" cxnId="{C0A7060B-E306-436C-82D8-E1BE2F57219E}">
      <dgm:prSet/>
      <dgm:spPr/>
      <dgm:t>
        <a:bodyPr/>
        <a:lstStyle/>
        <a:p>
          <a:endParaRPr lang="en-IN"/>
        </a:p>
      </dgm:t>
    </dgm:pt>
    <dgm:pt modelId="{E298B721-E1B9-4CD4-8B1A-4950CC157D9F}" type="pres">
      <dgm:prSet presAssocID="{0803BEA6-810A-46C8-899C-70229B268BB8}" presName="linear" presStyleCnt="0">
        <dgm:presLayoutVars>
          <dgm:animLvl val="lvl"/>
          <dgm:resizeHandles val="exact"/>
        </dgm:presLayoutVars>
      </dgm:prSet>
      <dgm:spPr/>
    </dgm:pt>
    <dgm:pt modelId="{3EED7F0D-5C80-4479-905C-E79E88227593}" type="pres">
      <dgm:prSet presAssocID="{502B59D9-8C99-44C9-B85F-4596BFA6E16F}" presName="parentText" presStyleLbl="node1" presStyleIdx="0" presStyleCnt="1" custScaleY="100040" custLinFactNeighborY="2600">
        <dgm:presLayoutVars>
          <dgm:chMax val="0"/>
          <dgm:bulletEnabled val="1"/>
        </dgm:presLayoutVars>
      </dgm:prSet>
      <dgm:spPr/>
    </dgm:pt>
  </dgm:ptLst>
  <dgm:cxnLst>
    <dgm:cxn modelId="{C0A7060B-E306-436C-82D8-E1BE2F57219E}" srcId="{0803BEA6-810A-46C8-899C-70229B268BB8}" destId="{502B59D9-8C99-44C9-B85F-4596BFA6E16F}" srcOrd="0" destOrd="0" parTransId="{9D2B8A0D-F6D2-4C03-871B-3A7AAE296648}" sibTransId="{1F2A8542-A15A-4424-AE39-080E22955215}"/>
    <dgm:cxn modelId="{23B1BB43-57C8-43E8-9AD1-1337C4DAF417}" type="presOf" srcId="{502B59D9-8C99-44C9-B85F-4596BFA6E16F}" destId="{3EED7F0D-5C80-4479-905C-E79E88227593}" srcOrd="0" destOrd="0" presId="urn:microsoft.com/office/officeart/2005/8/layout/vList2"/>
    <dgm:cxn modelId="{49668B68-671F-4E13-BC55-3CC0C61BC1D0}" type="presOf" srcId="{0803BEA6-810A-46C8-899C-70229B268BB8}" destId="{E298B721-E1B9-4CD4-8B1A-4950CC157D9F}" srcOrd="0" destOrd="0" presId="urn:microsoft.com/office/officeart/2005/8/layout/vList2"/>
    <dgm:cxn modelId="{F33C2679-711E-46BD-9792-5F0D76896B3F}" type="presParOf" srcId="{E298B721-E1B9-4CD4-8B1A-4950CC157D9F}" destId="{3EED7F0D-5C80-4479-905C-E79E88227593}" srcOrd="0" destOrd="0" presId="urn:microsoft.com/office/officeart/2005/8/layout/vList2"/>
  </dgm:cxnLst>
  <dgm:bg/>
  <dgm:whole/>
  <dgm:extLst>
    <a:ext uri="http://schemas.microsoft.com/office/drawing/2008/diagram">
      <dsp:dataModelExt xmlns:dsp="http://schemas.microsoft.com/office/drawing/2008/diagram" relId="rId31"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09995D18-05F5-4A4B-8F9A-27E4833C6620}" type="doc">
      <dgm:prSet loTypeId="urn:microsoft.com/office/officeart/2005/8/layout/vList2" loCatId="list" qsTypeId="urn:microsoft.com/office/officeart/2005/8/quickstyle/3d1" qsCatId="3D" csTypeId="urn:microsoft.com/office/officeart/2005/8/colors/accent1_2" csCatId="accent1" phldr="1"/>
      <dgm:spPr/>
      <dgm:t>
        <a:bodyPr/>
        <a:lstStyle/>
        <a:p>
          <a:endParaRPr lang="en-IN"/>
        </a:p>
      </dgm:t>
    </dgm:pt>
    <dgm:pt modelId="{90AED077-85C4-46EA-B5F8-30BF070D360B}">
      <dgm:prSet custT="1"/>
      <dgm:spPr>
        <a:solidFill>
          <a:schemeClr val="accent4"/>
        </a:solidFill>
      </dgm:spPr>
      <dgm:t>
        <a:bodyPr/>
        <a:lstStyle/>
        <a:p>
          <a:r>
            <a:rPr lang="en-US" sz="2800" b="1" dirty="0"/>
            <a:t>Engineering Graduates will be able to</a:t>
          </a:r>
          <a:r>
            <a:rPr lang="en-US" sz="2800" dirty="0"/>
            <a:t>:</a:t>
          </a:r>
          <a:endParaRPr lang="en-IN" sz="2800" dirty="0"/>
        </a:p>
      </dgm:t>
    </dgm:pt>
    <dgm:pt modelId="{1E0C8B89-16C6-4880-8B09-06C9D70EBF80}" type="parTrans" cxnId="{B048A809-CB6A-4592-A8D6-3FCFFDFA9564}">
      <dgm:prSet/>
      <dgm:spPr/>
      <dgm:t>
        <a:bodyPr/>
        <a:lstStyle/>
        <a:p>
          <a:endParaRPr lang="en-IN"/>
        </a:p>
      </dgm:t>
    </dgm:pt>
    <dgm:pt modelId="{E50D95E2-F091-4315-B45F-5F68BA43AB8B}" type="sibTrans" cxnId="{B048A809-CB6A-4592-A8D6-3FCFFDFA9564}">
      <dgm:prSet/>
      <dgm:spPr/>
      <dgm:t>
        <a:bodyPr/>
        <a:lstStyle/>
        <a:p>
          <a:endParaRPr lang="en-IN"/>
        </a:p>
      </dgm:t>
    </dgm:pt>
    <dgm:pt modelId="{F61E8516-DE3F-4AE9-AE50-9F42F39BFAD3}" type="pres">
      <dgm:prSet presAssocID="{09995D18-05F5-4A4B-8F9A-27E4833C6620}" presName="linear" presStyleCnt="0">
        <dgm:presLayoutVars>
          <dgm:animLvl val="lvl"/>
          <dgm:resizeHandles val="exact"/>
        </dgm:presLayoutVars>
      </dgm:prSet>
      <dgm:spPr/>
    </dgm:pt>
    <dgm:pt modelId="{B898B381-A99B-40FA-B837-D80DC4A60493}" type="pres">
      <dgm:prSet presAssocID="{90AED077-85C4-46EA-B5F8-30BF070D360B}" presName="parentText" presStyleLbl="node1" presStyleIdx="0" presStyleCnt="1" custScaleY="217306">
        <dgm:presLayoutVars>
          <dgm:chMax val="0"/>
          <dgm:bulletEnabled val="1"/>
        </dgm:presLayoutVars>
      </dgm:prSet>
      <dgm:spPr/>
    </dgm:pt>
  </dgm:ptLst>
  <dgm:cxnLst>
    <dgm:cxn modelId="{9A375A06-3CE5-4593-8483-B4FDE31520F6}" type="presOf" srcId="{90AED077-85C4-46EA-B5F8-30BF070D360B}" destId="{B898B381-A99B-40FA-B837-D80DC4A60493}" srcOrd="0" destOrd="0" presId="urn:microsoft.com/office/officeart/2005/8/layout/vList2"/>
    <dgm:cxn modelId="{B048A809-CB6A-4592-A8D6-3FCFFDFA9564}" srcId="{09995D18-05F5-4A4B-8F9A-27E4833C6620}" destId="{90AED077-85C4-46EA-B5F8-30BF070D360B}" srcOrd="0" destOrd="0" parTransId="{1E0C8B89-16C6-4880-8B09-06C9D70EBF80}" sibTransId="{E50D95E2-F091-4315-B45F-5F68BA43AB8B}"/>
    <dgm:cxn modelId="{A79D18C3-F407-48AA-B7AE-599693738A3B}" type="presOf" srcId="{09995D18-05F5-4A4B-8F9A-27E4833C6620}" destId="{F61E8516-DE3F-4AE9-AE50-9F42F39BFAD3}" srcOrd="0" destOrd="0" presId="urn:microsoft.com/office/officeart/2005/8/layout/vList2"/>
    <dgm:cxn modelId="{65E8A7CB-5EF3-4232-9A05-E7E89F91E38E}" type="presParOf" srcId="{F61E8516-DE3F-4AE9-AE50-9F42F39BFAD3}" destId="{B898B381-A99B-40FA-B837-D80DC4A6049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9A6AA7B5-1491-47C8-85E4-E5E8FDD6D065}"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02C141FE-9ABF-48FD-9848-42A0EFA33222}">
      <dgm:prSet/>
      <dgm:spPr>
        <a:solidFill>
          <a:schemeClr val="accent6">
            <a:lumMod val="60000"/>
            <a:lumOff val="40000"/>
          </a:schemeClr>
        </a:solidFill>
      </dgm:spPr>
      <dgm:t>
        <a:bodyPr/>
        <a:lstStyle/>
        <a:p>
          <a:r>
            <a:rPr lang="en-IN" b="1" dirty="0"/>
            <a:t>PO1 : </a:t>
          </a:r>
          <a:r>
            <a:rPr lang="en-US" b="1" dirty="0"/>
            <a:t>Engineering Knowledge</a:t>
          </a:r>
          <a:endParaRPr lang="en-IN" dirty="0"/>
        </a:p>
      </dgm:t>
    </dgm:pt>
    <dgm:pt modelId="{293B506A-CB52-4629-804F-4EA81B2C3153}" type="parTrans" cxnId="{235FA966-C47A-4BCB-AAED-54A261FD7D2F}">
      <dgm:prSet/>
      <dgm:spPr/>
      <dgm:t>
        <a:bodyPr/>
        <a:lstStyle/>
        <a:p>
          <a:endParaRPr lang="en-IN"/>
        </a:p>
      </dgm:t>
    </dgm:pt>
    <dgm:pt modelId="{22F57173-271F-4897-B456-2A1AE73C488C}" type="sibTrans" cxnId="{235FA966-C47A-4BCB-AAED-54A261FD7D2F}">
      <dgm:prSet/>
      <dgm:spPr/>
      <dgm:t>
        <a:bodyPr/>
        <a:lstStyle/>
        <a:p>
          <a:endParaRPr lang="en-IN"/>
        </a:p>
      </dgm:t>
    </dgm:pt>
    <dgm:pt modelId="{685F4F69-7D82-4DED-A9A8-7071B724DF07}" type="pres">
      <dgm:prSet presAssocID="{9A6AA7B5-1491-47C8-85E4-E5E8FDD6D065}" presName="linear" presStyleCnt="0">
        <dgm:presLayoutVars>
          <dgm:animLvl val="lvl"/>
          <dgm:resizeHandles val="exact"/>
        </dgm:presLayoutVars>
      </dgm:prSet>
      <dgm:spPr/>
    </dgm:pt>
    <dgm:pt modelId="{AEDD9097-4AFF-4D2E-9357-46583571353B}" type="pres">
      <dgm:prSet presAssocID="{02C141FE-9ABF-48FD-9848-42A0EFA33222}" presName="parentText" presStyleLbl="node1" presStyleIdx="0" presStyleCnt="1">
        <dgm:presLayoutVars>
          <dgm:chMax val="0"/>
          <dgm:bulletEnabled val="1"/>
        </dgm:presLayoutVars>
      </dgm:prSet>
      <dgm:spPr/>
    </dgm:pt>
  </dgm:ptLst>
  <dgm:cxnLst>
    <dgm:cxn modelId="{AC74E735-F2C3-4F23-ABE1-877387F852A7}" type="presOf" srcId="{02C141FE-9ABF-48FD-9848-42A0EFA33222}" destId="{AEDD9097-4AFF-4D2E-9357-46583571353B}" srcOrd="0" destOrd="0" presId="urn:microsoft.com/office/officeart/2005/8/layout/vList2"/>
    <dgm:cxn modelId="{235FA966-C47A-4BCB-AAED-54A261FD7D2F}" srcId="{9A6AA7B5-1491-47C8-85E4-E5E8FDD6D065}" destId="{02C141FE-9ABF-48FD-9848-42A0EFA33222}" srcOrd="0" destOrd="0" parTransId="{293B506A-CB52-4629-804F-4EA81B2C3153}" sibTransId="{22F57173-271F-4897-B456-2A1AE73C488C}"/>
    <dgm:cxn modelId="{EFF34B82-60AD-4AB7-9ADE-08B4C2F23B48}" type="presOf" srcId="{9A6AA7B5-1491-47C8-85E4-E5E8FDD6D065}" destId="{685F4F69-7D82-4DED-A9A8-7071B724DF07}" srcOrd="0" destOrd="0" presId="urn:microsoft.com/office/officeart/2005/8/layout/vList2"/>
    <dgm:cxn modelId="{0FAF76ED-A85B-47AF-BBC3-6A57EC537321}" type="presParOf" srcId="{685F4F69-7D82-4DED-A9A8-7071B724DF07}" destId="{AEDD9097-4AFF-4D2E-9357-46583571353B}"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1B644E16-AACD-4612-92E0-D46EF4ECB879}"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E7AAAF9E-D416-49AE-8611-65377A7DE939}">
      <dgm:prSet/>
      <dgm:spPr>
        <a:solidFill>
          <a:schemeClr val="accent6">
            <a:lumMod val="60000"/>
            <a:lumOff val="40000"/>
          </a:schemeClr>
        </a:solidFill>
      </dgm:spPr>
      <dgm:t>
        <a:bodyPr/>
        <a:lstStyle/>
        <a:p>
          <a:r>
            <a:rPr lang="en-US" b="1" dirty="0"/>
            <a:t>PO2 : Problem Analysis</a:t>
          </a:r>
          <a:endParaRPr lang="en-IN" dirty="0"/>
        </a:p>
      </dgm:t>
    </dgm:pt>
    <dgm:pt modelId="{5C719D1D-8A96-404E-AB5C-11562DFC1D30}" type="parTrans" cxnId="{EADE17B7-FE92-4EA7-A469-F698C8E6940A}">
      <dgm:prSet/>
      <dgm:spPr/>
      <dgm:t>
        <a:bodyPr/>
        <a:lstStyle/>
        <a:p>
          <a:endParaRPr lang="en-IN"/>
        </a:p>
      </dgm:t>
    </dgm:pt>
    <dgm:pt modelId="{AF8B5B03-720E-47F1-8D53-0E882540183D}" type="sibTrans" cxnId="{EADE17B7-FE92-4EA7-A469-F698C8E6940A}">
      <dgm:prSet/>
      <dgm:spPr/>
      <dgm:t>
        <a:bodyPr/>
        <a:lstStyle/>
        <a:p>
          <a:endParaRPr lang="en-IN"/>
        </a:p>
      </dgm:t>
    </dgm:pt>
    <dgm:pt modelId="{B22A3E1F-BDC2-4FC3-B056-77BC1F86A5BC}" type="pres">
      <dgm:prSet presAssocID="{1B644E16-AACD-4612-92E0-D46EF4ECB879}" presName="linear" presStyleCnt="0">
        <dgm:presLayoutVars>
          <dgm:animLvl val="lvl"/>
          <dgm:resizeHandles val="exact"/>
        </dgm:presLayoutVars>
      </dgm:prSet>
      <dgm:spPr/>
    </dgm:pt>
    <dgm:pt modelId="{CD5036F8-A246-4E6A-8921-20C367BBB964}" type="pres">
      <dgm:prSet presAssocID="{E7AAAF9E-D416-49AE-8611-65377A7DE939}" presName="parentText" presStyleLbl="node1" presStyleIdx="0" presStyleCnt="1">
        <dgm:presLayoutVars>
          <dgm:chMax val="0"/>
          <dgm:bulletEnabled val="1"/>
        </dgm:presLayoutVars>
      </dgm:prSet>
      <dgm:spPr/>
    </dgm:pt>
  </dgm:ptLst>
  <dgm:cxnLst>
    <dgm:cxn modelId="{2B41B017-406D-40F4-93E9-9D0FCC4851C9}" type="presOf" srcId="{E7AAAF9E-D416-49AE-8611-65377A7DE939}" destId="{CD5036F8-A246-4E6A-8921-20C367BBB964}" srcOrd="0" destOrd="0" presId="urn:microsoft.com/office/officeart/2005/8/layout/vList2"/>
    <dgm:cxn modelId="{0137BE35-7741-4CB7-8903-0262507EB38F}" type="presOf" srcId="{1B644E16-AACD-4612-92E0-D46EF4ECB879}" destId="{B22A3E1F-BDC2-4FC3-B056-77BC1F86A5BC}" srcOrd="0" destOrd="0" presId="urn:microsoft.com/office/officeart/2005/8/layout/vList2"/>
    <dgm:cxn modelId="{EADE17B7-FE92-4EA7-A469-F698C8E6940A}" srcId="{1B644E16-AACD-4612-92E0-D46EF4ECB879}" destId="{E7AAAF9E-D416-49AE-8611-65377A7DE939}" srcOrd="0" destOrd="0" parTransId="{5C719D1D-8A96-404E-AB5C-11562DFC1D30}" sibTransId="{AF8B5B03-720E-47F1-8D53-0E882540183D}"/>
    <dgm:cxn modelId="{7B9DDA1B-23E8-4DA7-A8BE-4814CD610A9A}" type="presParOf" srcId="{B22A3E1F-BDC2-4FC3-B056-77BC1F86A5BC}" destId="{CD5036F8-A246-4E6A-8921-20C367BBB964}" srcOrd="0"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FF45E94E-C528-4C21-A29D-573922B4ED68}"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CBD3793-394C-48FC-B28C-1D09533E7BA0}">
      <dgm:prSet/>
      <dgm:spPr>
        <a:solidFill>
          <a:schemeClr val="accent6">
            <a:lumMod val="60000"/>
            <a:lumOff val="40000"/>
          </a:schemeClr>
        </a:solidFill>
      </dgm:spPr>
      <dgm:t>
        <a:bodyPr/>
        <a:lstStyle/>
        <a:p>
          <a:r>
            <a:rPr lang="en-IN" b="1" dirty="0"/>
            <a:t>PO3 : </a:t>
          </a:r>
          <a:r>
            <a:rPr lang="en-US" b="1" dirty="0"/>
            <a:t>Design/Development of solutions</a:t>
          </a:r>
          <a:endParaRPr lang="en-IN" dirty="0"/>
        </a:p>
      </dgm:t>
    </dgm:pt>
    <dgm:pt modelId="{3C3BF590-E539-434F-BC04-7F5815B84D60}" type="parTrans" cxnId="{27D07304-FB48-42DA-9A97-1D607D0CE964}">
      <dgm:prSet/>
      <dgm:spPr/>
      <dgm:t>
        <a:bodyPr/>
        <a:lstStyle/>
        <a:p>
          <a:endParaRPr lang="en-IN"/>
        </a:p>
      </dgm:t>
    </dgm:pt>
    <dgm:pt modelId="{6BA01F92-7F7A-4713-B56A-6F20FAAB3645}" type="sibTrans" cxnId="{27D07304-FB48-42DA-9A97-1D607D0CE964}">
      <dgm:prSet/>
      <dgm:spPr/>
      <dgm:t>
        <a:bodyPr/>
        <a:lstStyle/>
        <a:p>
          <a:endParaRPr lang="en-IN"/>
        </a:p>
      </dgm:t>
    </dgm:pt>
    <dgm:pt modelId="{45C93CBB-046D-43CD-9356-3FC8771C32AF}" type="pres">
      <dgm:prSet presAssocID="{FF45E94E-C528-4C21-A29D-573922B4ED68}" presName="linear" presStyleCnt="0">
        <dgm:presLayoutVars>
          <dgm:animLvl val="lvl"/>
          <dgm:resizeHandles val="exact"/>
        </dgm:presLayoutVars>
      </dgm:prSet>
      <dgm:spPr/>
    </dgm:pt>
    <dgm:pt modelId="{8C029958-E145-4D8C-B815-F42AE9B5E6DF}" type="pres">
      <dgm:prSet presAssocID="{FCBD3793-394C-48FC-B28C-1D09533E7BA0}" presName="parentText" presStyleLbl="node1" presStyleIdx="0" presStyleCnt="1">
        <dgm:presLayoutVars>
          <dgm:chMax val="0"/>
          <dgm:bulletEnabled val="1"/>
        </dgm:presLayoutVars>
      </dgm:prSet>
      <dgm:spPr/>
    </dgm:pt>
  </dgm:ptLst>
  <dgm:cxnLst>
    <dgm:cxn modelId="{27D07304-FB48-42DA-9A97-1D607D0CE964}" srcId="{FF45E94E-C528-4C21-A29D-573922B4ED68}" destId="{FCBD3793-394C-48FC-B28C-1D09533E7BA0}" srcOrd="0" destOrd="0" parTransId="{3C3BF590-E539-434F-BC04-7F5815B84D60}" sibTransId="{6BA01F92-7F7A-4713-B56A-6F20FAAB3645}"/>
    <dgm:cxn modelId="{05A47010-37A1-4400-9B53-9EE23CC7A1EB}" type="presOf" srcId="{FF45E94E-C528-4C21-A29D-573922B4ED68}" destId="{45C93CBB-046D-43CD-9356-3FC8771C32AF}" srcOrd="0" destOrd="0" presId="urn:microsoft.com/office/officeart/2005/8/layout/vList2"/>
    <dgm:cxn modelId="{22A65282-467B-4D1B-B70C-0E397C12B221}" type="presOf" srcId="{FCBD3793-394C-48FC-B28C-1D09533E7BA0}" destId="{8C029958-E145-4D8C-B815-F42AE9B5E6DF}" srcOrd="0" destOrd="0" presId="urn:microsoft.com/office/officeart/2005/8/layout/vList2"/>
    <dgm:cxn modelId="{43591253-4998-4341-BF06-68B4B1D65B6C}" type="presParOf" srcId="{45C93CBB-046D-43CD-9356-3FC8771C32AF}" destId="{8C029958-E145-4D8C-B815-F42AE9B5E6DF}" srcOrd="0" destOrd="0" presId="urn:microsoft.com/office/officeart/2005/8/layout/vList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CA3BDE70-45F2-45D1-A9F8-5ADC9B616F85}"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2B2203F-2FAE-49B7-A1D5-9CD1B5127346}">
      <dgm:prSet/>
      <dgm:spPr>
        <a:solidFill>
          <a:schemeClr val="accent6">
            <a:lumMod val="60000"/>
            <a:lumOff val="40000"/>
          </a:schemeClr>
        </a:solidFill>
      </dgm:spPr>
      <dgm:t>
        <a:bodyPr/>
        <a:lstStyle/>
        <a:p>
          <a:r>
            <a:rPr lang="en-US" b="1" dirty="0"/>
            <a:t>PO4 : Conduct Investigations of complex problems</a:t>
          </a:r>
          <a:endParaRPr lang="en-IN" dirty="0"/>
        </a:p>
      </dgm:t>
    </dgm:pt>
    <dgm:pt modelId="{0C5F4077-1886-4CF9-AD59-B820AE05ADC7}" type="parTrans" cxnId="{C19B5B16-6706-47B1-9748-FFF77E9A2A15}">
      <dgm:prSet/>
      <dgm:spPr/>
      <dgm:t>
        <a:bodyPr/>
        <a:lstStyle/>
        <a:p>
          <a:endParaRPr lang="en-IN"/>
        </a:p>
      </dgm:t>
    </dgm:pt>
    <dgm:pt modelId="{470CA956-F82D-44F7-AFF1-5655BDBD69D3}" type="sibTrans" cxnId="{C19B5B16-6706-47B1-9748-FFF77E9A2A15}">
      <dgm:prSet/>
      <dgm:spPr/>
      <dgm:t>
        <a:bodyPr/>
        <a:lstStyle/>
        <a:p>
          <a:endParaRPr lang="en-IN"/>
        </a:p>
      </dgm:t>
    </dgm:pt>
    <dgm:pt modelId="{BAD57889-E122-4358-BE0C-A1CC3A735F9B}" type="pres">
      <dgm:prSet presAssocID="{CA3BDE70-45F2-45D1-A9F8-5ADC9B616F85}" presName="linear" presStyleCnt="0">
        <dgm:presLayoutVars>
          <dgm:animLvl val="lvl"/>
          <dgm:resizeHandles val="exact"/>
        </dgm:presLayoutVars>
      </dgm:prSet>
      <dgm:spPr/>
    </dgm:pt>
    <dgm:pt modelId="{54692D58-280A-4A5B-8ABB-4AA8C3D0C486}" type="pres">
      <dgm:prSet presAssocID="{F2B2203F-2FAE-49B7-A1D5-9CD1B5127346}" presName="parentText" presStyleLbl="node1" presStyleIdx="0" presStyleCnt="1">
        <dgm:presLayoutVars>
          <dgm:chMax val="0"/>
          <dgm:bulletEnabled val="1"/>
        </dgm:presLayoutVars>
      </dgm:prSet>
      <dgm:spPr/>
    </dgm:pt>
  </dgm:ptLst>
  <dgm:cxnLst>
    <dgm:cxn modelId="{4C5EE510-000B-4044-8645-A770BA52DCEE}" type="presOf" srcId="{CA3BDE70-45F2-45D1-A9F8-5ADC9B616F85}" destId="{BAD57889-E122-4358-BE0C-A1CC3A735F9B}" srcOrd="0" destOrd="0" presId="urn:microsoft.com/office/officeart/2005/8/layout/vList2"/>
    <dgm:cxn modelId="{C19B5B16-6706-47B1-9748-FFF77E9A2A15}" srcId="{CA3BDE70-45F2-45D1-A9F8-5ADC9B616F85}" destId="{F2B2203F-2FAE-49B7-A1D5-9CD1B5127346}" srcOrd="0" destOrd="0" parTransId="{0C5F4077-1886-4CF9-AD59-B820AE05ADC7}" sibTransId="{470CA956-F82D-44F7-AFF1-5655BDBD69D3}"/>
    <dgm:cxn modelId="{51CC87E9-4D44-4937-B700-EB606B0F31AA}" type="presOf" srcId="{F2B2203F-2FAE-49B7-A1D5-9CD1B5127346}" destId="{54692D58-280A-4A5B-8ABB-4AA8C3D0C486}" srcOrd="0" destOrd="0" presId="urn:microsoft.com/office/officeart/2005/8/layout/vList2"/>
    <dgm:cxn modelId="{0F1234CC-99AD-4C66-A03B-0A28C4FEB8FB}" type="presParOf" srcId="{BAD57889-E122-4358-BE0C-A1CC3A735F9B}" destId="{54692D58-280A-4A5B-8ABB-4AA8C3D0C486}" srcOrd="0" destOrd="0" presId="urn:microsoft.com/office/officeart/2005/8/layout/vList2"/>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0803BEA6-810A-46C8-899C-70229B268BB8}"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502B59D9-8C99-44C9-B85F-4596BFA6E16F}">
      <dgm:prSet/>
      <dgm:spPr>
        <a:solidFill>
          <a:schemeClr val="accent6">
            <a:lumMod val="60000"/>
            <a:lumOff val="40000"/>
          </a:schemeClr>
        </a:solidFill>
      </dgm:spPr>
      <dgm:t>
        <a:bodyPr/>
        <a:lstStyle/>
        <a:p>
          <a:r>
            <a:rPr lang="en-IN" b="1" dirty="0"/>
            <a:t>PO5 : </a:t>
          </a:r>
          <a:r>
            <a:rPr lang="en-US" b="1" dirty="0"/>
            <a:t>Modern tool usage</a:t>
          </a:r>
          <a:endParaRPr lang="en-IN" dirty="0"/>
        </a:p>
      </dgm:t>
    </dgm:pt>
    <dgm:pt modelId="{9D2B8A0D-F6D2-4C03-871B-3A7AAE296648}" type="parTrans" cxnId="{C0A7060B-E306-436C-82D8-E1BE2F57219E}">
      <dgm:prSet/>
      <dgm:spPr/>
      <dgm:t>
        <a:bodyPr/>
        <a:lstStyle/>
        <a:p>
          <a:endParaRPr lang="en-IN"/>
        </a:p>
      </dgm:t>
    </dgm:pt>
    <dgm:pt modelId="{1F2A8542-A15A-4424-AE39-080E22955215}" type="sibTrans" cxnId="{C0A7060B-E306-436C-82D8-E1BE2F57219E}">
      <dgm:prSet/>
      <dgm:spPr/>
      <dgm:t>
        <a:bodyPr/>
        <a:lstStyle/>
        <a:p>
          <a:endParaRPr lang="en-IN"/>
        </a:p>
      </dgm:t>
    </dgm:pt>
    <dgm:pt modelId="{E298B721-E1B9-4CD4-8B1A-4950CC157D9F}" type="pres">
      <dgm:prSet presAssocID="{0803BEA6-810A-46C8-899C-70229B268BB8}" presName="linear" presStyleCnt="0">
        <dgm:presLayoutVars>
          <dgm:animLvl val="lvl"/>
          <dgm:resizeHandles val="exact"/>
        </dgm:presLayoutVars>
      </dgm:prSet>
      <dgm:spPr/>
    </dgm:pt>
    <dgm:pt modelId="{3EED7F0D-5C80-4479-905C-E79E88227593}" type="pres">
      <dgm:prSet presAssocID="{502B59D9-8C99-44C9-B85F-4596BFA6E16F}" presName="parentText" presStyleLbl="node1" presStyleIdx="0" presStyleCnt="1" custLinFactNeighborY="2600">
        <dgm:presLayoutVars>
          <dgm:chMax val="0"/>
          <dgm:bulletEnabled val="1"/>
        </dgm:presLayoutVars>
      </dgm:prSet>
      <dgm:spPr/>
    </dgm:pt>
  </dgm:ptLst>
  <dgm:cxnLst>
    <dgm:cxn modelId="{C0A7060B-E306-436C-82D8-E1BE2F57219E}" srcId="{0803BEA6-810A-46C8-899C-70229B268BB8}" destId="{502B59D9-8C99-44C9-B85F-4596BFA6E16F}" srcOrd="0" destOrd="0" parTransId="{9D2B8A0D-F6D2-4C03-871B-3A7AAE296648}" sibTransId="{1F2A8542-A15A-4424-AE39-080E22955215}"/>
    <dgm:cxn modelId="{23B1BB43-57C8-43E8-9AD1-1337C4DAF417}" type="presOf" srcId="{502B59D9-8C99-44C9-B85F-4596BFA6E16F}" destId="{3EED7F0D-5C80-4479-905C-E79E88227593}" srcOrd="0" destOrd="0" presId="urn:microsoft.com/office/officeart/2005/8/layout/vList2"/>
    <dgm:cxn modelId="{49668B68-671F-4E13-BC55-3CC0C61BC1D0}" type="presOf" srcId="{0803BEA6-810A-46C8-899C-70229B268BB8}" destId="{E298B721-E1B9-4CD4-8B1A-4950CC157D9F}" srcOrd="0" destOrd="0" presId="urn:microsoft.com/office/officeart/2005/8/layout/vList2"/>
    <dgm:cxn modelId="{F33C2679-711E-46BD-9792-5F0D76896B3F}" type="presParOf" srcId="{E298B721-E1B9-4CD4-8B1A-4950CC157D9F}" destId="{3EED7F0D-5C80-4479-905C-E79E88227593}" srcOrd="0" destOrd="0" presId="urn:microsoft.com/office/officeart/2005/8/layout/vList2"/>
  </dgm:cxnLst>
  <dgm:bg/>
  <dgm:whole/>
  <dgm:extLst>
    <a:ext uri="http://schemas.microsoft.com/office/drawing/2008/diagram">
      <dsp:dataModelExt xmlns:dsp="http://schemas.microsoft.com/office/drawing/2008/diagram" relId="rId31"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EBCFF2A5-481F-4662-8A7E-7E8F303E314D}"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BA19F7D-578A-464D-ADE6-D3D08AEFD9D5}">
      <dgm:prSet custT="1"/>
      <dgm:spPr>
        <a:solidFill>
          <a:schemeClr val="accent6">
            <a:lumMod val="60000"/>
            <a:lumOff val="40000"/>
          </a:schemeClr>
        </a:solidFill>
      </dgm:spPr>
      <dgm:t>
        <a:bodyPr/>
        <a:lstStyle/>
        <a:p>
          <a:r>
            <a:rPr lang="en-US" sz="2800" b="1" dirty="0"/>
            <a:t>PO6 : The engineer and society</a:t>
          </a:r>
          <a:endParaRPr lang="en-IN" sz="2800" dirty="0"/>
        </a:p>
      </dgm:t>
    </dgm:pt>
    <dgm:pt modelId="{3AF0BA7F-DD77-44E2-A6BF-C585D5079A71}" type="parTrans" cxnId="{CA989CB1-55E9-41C4-929C-8340165DAC8F}">
      <dgm:prSet/>
      <dgm:spPr/>
      <dgm:t>
        <a:bodyPr/>
        <a:lstStyle/>
        <a:p>
          <a:endParaRPr lang="en-IN"/>
        </a:p>
      </dgm:t>
    </dgm:pt>
    <dgm:pt modelId="{C1BF92C5-17F2-4305-A1F3-8B3F1D8CBFFC}" type="sibTrans" cxnId="{CA989CB1-55E9-41C4-929C-8340165DAC8F}">
      <dgm:prSet/>
      <dgm:spPr/>
      <dgm:t>
        <a:bodyPr/>
        <a:lstStyle/>
        <a:p>
          <a:endParaRPr lang="en-IN"/>
        </a:p>
      </dgm:t>
    </dgm:pt>
    <dgm:pt modelId="{52F828C4-77A4-4B43-9441-70FA5F9DF12E}" type="pres">
      <dgm:prSet presAssocID="{EBCFF2A5-481F-4662-8A7E-7E8F303E314D}" presName="linear" presStyleCnt="0">
        <dgm:presLayoutVars>
          <dgm:animLvl val="lvl"/>
          <dgm:resizeHandles val="exact"/>
        </dgm:presLayoutVars>
      </dgm:prSet>
      <dgm:spPr/>
    </dgm:pt>
    <dgm:pt modelId="{6CC17462-A62E-4245-BFD1-F10DCB528333}" type="pres">
      <dgm:prSet presAssocID="{FBA19F7D-578A-464D-ADE6-D3D08AEFD9D5}" presName="parentText" presStyleLbl="node1" presStyleIdx="0" presStyleCnt="1" custScaleY="212886" custLinFactNeighborY="4529">
        <dgm:presLayoutVars>
          <dgm:chMax val="0"/>
          <dgm:bulletEnabled val="1"/>
        </dgm:presLayoutVars>
      </dgm:prSet>
      <dgm:spPr/>
    </dgm:pt>
  </dgm:ptLst>
  <dgm:cxnLst>
    <dgm:cxn modelId="{DC6D4D03-1B24-4621-A516-7B7A15180002}" type="presOf" srcId="{EBCFF2A5-481F-4662-8A7E-7E8F303E314D}" destId="{52F828C4-77A4-4B43-9441-70FA5F9DF12E}" srcOrd="0" destOrd="0" presId="urn:microsoft.com/office/officeart/2005/8/layout/vList2"/>
    <dgm:cxn modelId="{FA46BF76-4540-42EF-9418-14DBEB706874}" type="presOf" srcId="{FBA19F7D-578A-464D-ADE6-D3D08AEFD9D5}" destId="{6CC17462-A62E-4245-BFD1-F10DCB528333}" srcOrd="0" destOrd="0" presId="urn:microsoft.com/office/officeart/2005/8/layout/vList2"/>
    <dgm:cxn modelId="{CA989CB1-55E9-41C4-929C-8340165DAC8F}" srcId="{EBCFF2A5-481F-4662-8A7E-7E8F303E314D}" destId="{FBA19F7D-578A-464D-ADE6-D3D08AEFD9D5}" srcOrd="0" destOrd="0" parTransId="{3AF0BA7F-DD77-44E2-A6BF-C585D5079A71}" sibTransId="{C1BF92C5-17F2-4305-A1F3-8B3F1D8CBFFC}"/>
    <dgm:cxn modelId="{B49D20BE-3B7E-4BFB-973B-A91ACEEA0F6B}" type="presParOf" srcId="{52F828C4-77A4-4B43-9441-70FA5F9DF12E}" destId="{6CC17462-A62E-4245-BFD1-F10DCB528333}" srcOrd="0" destOrd="0" presId="urn:microsoft.com/office/officeart/2005/8/layout/vList2"/>
  </dgm:cxnLst>
  <dgm:bg/>
  <dgm:whole/>
  <dgm:extLst>
    <a:ext uri="http://schemas.microsoft.com/office/drawing/2008/diagram">
      <dsp:dataModelExt xmlns:dsp="http://schemas.microsoft.com/office/drawing/2008/diagram" relId="rId3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09995D18-05F5-4A4B-8F9A-27E4833C6620}" type="doc">
      <dgm:prSet loTypeId="urn:microsoft.com/office/officeart/2005/8/layout/vList2" loCatId="list" qsTypeId="urn:microsoft.com/office/officeart/2005/8/quickstyle/3d1" qsCatId="3D" csTypeId="urn:microsoft.com/office/officeart/2005/8/colors/accent1_2" csCatId="accent1" phldr="1"/>
      <dgm:spPr/>
      <dgm:t>
        <a:bodyPr/>
        <a:lstStyle/>
        <a:p>
          <a:endParaRPr lang="en-IN"/>
        </a:p>
      </dgm:t>
    </dgm:pt>
    <dgm:pt modelId="{90AED077-85C4-46EA-B5F8-30BF070D360B}">
      <dgm:prSet custT="1"/>
      <dgm:spPr>
        <a:solidFill>
          <a:schemeClr val="accent4"/>
        </a:solidFill>
      </dgm:spPr>
      <dgm:t>
        <a:bodyPr/>
        <a:lstStyle/>
        <a:p>
          <a:r>
            <a:rPr lang="en-US" sz="2800" b="1" dirty="0"/>
            <a:t>Engineering Graduates will be able to</a:t>
          </a:r>
          <a:r>
            <a:rPr lang="en-US" sz="2800" dirty="0"/>
            <a:t>:</a:t>
          </a:r>
          <a:endParaRPr lang="en-IN" sz="2800" dirty="0"/>
        </a:p>
      </dgm:t>
    </dgm:pt>
    <dgm:pt modelId="{1E0C8B89-16C6-4880-8B09-06C9D70EBF80}" type="parTrans" cxnId="{B048A809-CB6A-4592-A8D6-3FCFFDFA9564}">
      <dgm:prSet/>
      <dgm:spPr/>
      <dgm:t>
        <a:bodyPr/>
        <a:lstStyle/>
        <a:p>
          <a:endParaRPr lang="en-IN"/>
        </a:p>
      </dgm:t>
    </dgm:pt>
    <dgm:pt modelId="{E50D95E2-F091-4315-B45F-5F68BA43AB8B}" type="sibTrans" cxnId="{B048A809-CB6A-4592-A8D6-3FCFFDFA9564}">
      <dgm:prSet/>
      <dgm:spPr/>
      <dgm:t>
        <a:bodyPr/>
        <a:lstStyle/>
        <a:p>
          <a:endParaRPr lang="en-IN"/>
        </a:p>
      </dgm:t>
    </dgm:pt>
    <dgm:pt modelId="{F61E8516-DE3F-4AE9-AE50-9F42F39BFAD3}" type="pres">
      <dgm:prSet presAssocID="{09995D18-05F5-4A4B-8F9A-27E4833C6620}" presName="linear" presStyleCnt="0">
        <dgm:presLayoutVars>
          <dgm:animLvl val="lvl"/>
          <dgm:resizeHandles val="exact"/>
        </dgm:presLayoutVars>
      </dgm:prSet>
      <dgm:spPr/>
    </dgm:pt>
    <dgm:pt modelId="{B898B381-A99B-40FA-B837-D80DC4A60493}" type="pres">
      <dgm:prSet presAssocID="{90AED077-85C4-46EA-B5F8-30BF070D360B}" presName="parentText" presStyleLbl="node1" presStyleIdx="0" presStyleCnt="1" custScaleY="217306">
        <dgm:presLayoutVars>
          <dgm:chMax val="0"/>
          <dgm:bulletEnabled val="1"/>
        </dgm:presLayoutVars>
      </dgm:prSet>
      <dgm:spPr/>
    </dgm:pt>
  </dgm:ptLst>
  <dgm:cxnLst>
    <dgm:cxn modelId="{9A375A06-3CE5-4593-8483-B4FDE31520F6}" type="presOf" srcId="{90AED077-85C4-46EA-B5F8-30BF070D360B}" destId="{B898B381-A99B-40FA-B837-D80DC4A60493}" srcOrd="0" destOrd="0" presId="urn:microsoft.com/office/officeart/2005/8/layout/vList2"/>
    <dgm:cxn modelId="{B048A809-CB6A-4592-A8D6-3FCFFDFA9564}" srcId="{09995D18-05F5-4A4B-8F9A-27E4833C6620}" destId="{90AED077-85C4-46EA-B5F8-30BF070D360B}" srcOrd="0" destOrd="0" parTransId="{1E0C8B89-16C6-4880-8B09-06C9D70EBF80}" sibTransId="{E50D95E2-F091-4315-B45F-5F68BA43AB8B}"/>
    <dgm:cxn modelId="{A79D18C3-F407-48AA-B7AE-599693738A3B}" type="presOf" srcId="{09995D18-05F5-4A4B-8F9A-27E4833C6620}" destId="{F61E8516-DE3F-4AE9-AE50-9F42F39BFAD3}" srcOrd="0" destOrd="0" presId="urn:microsoft.com/office/officeart/2005/8/layout/vList2"/>
    <dgm:cxn modelId="{65E8A7CB-5EF3-4232-9A05-E7E89F91E38E}" type="presParOf" srcId="{F61E8516-DE3F-4AE9-AE50-9F42F39BFAD3}" destId="{B898B381-A99B-40FA-B837-D80DC4A6049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9A6AA7B5-1491-47C8-85E4-E5E8FDD6D065}"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02C141FE-9ABF-48FD-9848-42A0EFA33222}">
      <dgm:prSet/>
      <dgm:spPr>
        <a:solidFill>
          <a:schemeClr val="accent6">
            <a:lumMod val="60000"/>
            <a:lumOff val="40000"/>
          </a:schemeClr>
        </a:solidFill>
      </dgm:spPr>
      <dgm:t>
        <a:bodyPr/>
        <a:lstStyle/>
        <a:p>
          <a:r>
            <a:rPr lang="en-IN" b="1" dirty="0">
              <a:latin typeface="+mj-lt"/>
            </a:rPr>
            <a:t>PO7 : </a:t>
          </a:r>
          <a:r>
            <a:rPr lang="en-US" b="1" dirty="0">
              <a:latin typeface="+mj-lt"/>
              <a:ea typeface="Calibri" panose="020F0502020204030204" pitchFamily="34" charset="0"/>
            </a:rPr>
            <a:t>Environment and sustainability</a:t>
          </a:r>
          <a:endParaRPr lang="en-IN" dirty="0"/>
        </a:p>
      </dgm:t>
    </dgm:pt>
    <dgm:pt modelId="{293B506A-CB52-4629-804F-4EA81B2C3153}" type="parTrans" cxnId="{235FA966-C47A-4BCB-AAED-54A261FD7D2F}">
      <dgm:prSet/>
      <dgm:spPr/>
      <dgm:t>
        <a:bodyPr/>
        <a:lstStyle/>
        <a:p>
          <a:endParaRPr lang="en-IN"/>
        </a:p>
      </dgm:t>
    </dgm:pt>
    <dgm:pt modelId="{22F57173-271F-4897-B456-2A1AE73C488C}" type="sibTrans" cxnId="{235FA966-C47A-4BCB-AAED-54A261FD7D2F}">
      <dgm:prSet/>
      <dgm:spPr/>
      <dgm:t>
        <a:bodyPr/>
        <a:lstStyle/>
        <a:p>
          <a:endParaRPr lang="en-IN"/>
        </a:p>
      </dgm:t>
    </dgm:pt>
    <dgm:pt modelId="{685F4F69-7D82-4DED-A9A8-7071B724DF07}" type="pres">
      <dgm:prSet presAssocID="{9A6AA7B5-1491-47C8-85E4-E5E8FDD6D065}" presName="linear" presStyleCnt="0">
        <dgm:presLayoutVars>
          <dgm:animLvl val="lvl"/>
          <dgm:resizeHandles val="exact"/>
        </dgm:presLayoutVars>
      </dgm:prSet>
      <dgm:spPr/>
    </dgm:pt>
    <dgm:pt modelId="{AEDD9097-4AFF-4D2E-9357-46583571353B}" type="pres">
      <dgm:prSet presAssocID="{02C141FE-9ABF-48FD-9848-42A0EFA33222}" presName="parentText" presStyleLbl="node1" presStyleIdx="0" presStyleCnt="1">
        <dgm:presLayoutVars>
          <dgm:chMax val="0"/>
          <dgm:bulletEnabled val="1"/>
        </dgm:presLayoutVars>
      </dgm:prSet>
      <dgm:spPr/>
    </dgm:pt>
  </dgm:ptLst>
  <dgm:cxnLst>
    <dgm:cxn modelId="{AC74E735-F2C3-4F23-ABE1-877387F852A7}" type="presOf" srcId="{02C141FE-9ABF-48FD-9848-42A0EFA33222}" destId="{AEDD9097-4AFF-4D2E-9357-46583571353B}" srcOrd="0" destOrd="0" presId="urn:microsoft.com/office/officeart/2005/8/layout/vList2"/>
    <dgm:cxn modelId="{235FA966-C47A-4BCB-AAED-54A261FD7D2F}" srcId="{9A6AA7B5-1491-47C8-85E4-E5E8FDD6D065}" destId="{02C141FE-9ABF-48FD-9848-42A0EFA33222}" srcOrd="0" destOrd="0" parTransId="{293B506A-CB52-4629-804F-4EA81B2C3153}" sibTransId="{22F57173-271F-4897-B456-2A1AE73C488C}"/>
    <dgm:cxn modelId="{EFF34B82-60AD-4AB7-9ADE-08B4C2F23B48}" type="presOf" srcId="{9A6AA7B5-1491-47C8-85E4-E5E8FDD6D065}" destId="{685F4F69-7D82-4DED-A9A8-7071B724DF07}" srcOrd="0" destOrd="0" presId="urn:microsoft.com/office/officeart/2005/8/layout/vList2"/>
    <dgm:cxn modelId="{0FAF76ED-A85B-47AF-BBC3-6A57EC537321}" type="presParOf" srcId="{685F4F69-7D82-4DED-A9A8-7071B724DF07}" destId="{AEDD9097-4AFF-4D2E-9357-46583571353B}"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1B644E16-AACD-4612-92E0-D46EF4ECB879}"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E7AAAF9E-D416-49AE-8611-65377A7DE939}">
      <dgm:prSet/>
      <dgm:spPr>
        <a:solidFill>
          <a:schemeClr val="accent6">
            <a:lumMod val="60000"/>
            <a:lumOff val="40000"/>
          </a:schemeClr>
        </a:solidFill>
      </dgm:spPr>
      <dgm:t>
        <a:bodyPr/>
        <a:lstStyle/>
        <a:p>
          <a:r>
            <a:rPr lang="en-US" b="1" dirty="0">
              <a:latin typeface="+mj-lt"/>
              <a:ea typeface="Times New Roman" panose="02020603050405020304" pitchFamily="18" charset="0"/>
              <a:cs typeface="Times New Roman" panose="02020603050405020304" pitchFamily="18" charset="0"/>
            </a:rPr>
            <a:t>PO8 : Ethics</a:t>
          </a:r>
          <a:endParaRPr lang="en-IN" dirty="0"/>
        </a:p>
      </dgm:t>
    </dgm:pt>
    <dgm:pt modelId="{5C719D1D-8A96-404E-AB5C-11562DFC1D30}" type="parTrans" cxnId="{EADE17B7-FE92-4EA7-A469-F698C8E6940A}">
      <dgm:prSet/>
      <dgm:spPr/>
      <dgm:t>
        <a:bodyPr/>
        <a:lstStyle/>
        <a:p>
          <a:endParaRPr lang="en-IN"/>
        </a:p>
      </dgm:t>
    </dgm:pt>
    <dgm:pt modelId="{AF8B5B03-720E-47F1-8D53-0E882540183D}" type="sibTrans" cxnId="{EADE17B7-FE92-4EA7-A469-F698C8E6940A}">
      <dgm:prSet/>
      <dgm:spPr/>
      <dgm:t>
        <a:bodyPr/>
        <a:lstStyle/>
        <a:p>
          <a:endParaRPr lang="en-IN"/>
        </a:p>
      </dgm:t>
    </dgm:pt>
    <dgm:pt modelId="{B22A3E1F-BDC2-4FC3-B056-77BC1F86A5BC}" type="pres">
      <dgm:prSet presAssocID="{1B644E16-AACD-4612-92E0-D46EF4ECB879}" presName="linear" presStyleCnt="0">
        <dgm:presLayoutVars>
          <dgm:animLvl val="lvl"/>
          <dgm:resizeHandles val="exact"/>
        </dgm:presLayoutVars>
      </dgm:prSet>
      <dgm:spPr/>
    </dgm:pt>
    <dgm:pt modelId="{CD5036F8-A246-4E6A-8921-20C367BBB964}" type="pres">
      <dgm:prSet presAssocID="{E7AAAF9E-D416-49AE-8611-65377A7DE939}" presName="parentText" presStyleLbl="node1" presStyleIdx="0" presStyleCnt="1">
        <dgm:presLayoutVars>
          <dgm:chMax val="0"/>
          <dgm:bulletEnabled val="1"/>
        </dgm:presLayoutVars>
      </dgm:prSet>
      <dgm:spPr/>
    </dgm:pt>
  </dgm:ptLst>
  <dgm:cxnLst>
    <dgm:cxn modelId="{2B41B017-406D-40F4-93E9-9D0FCC4851C9}" type="presOf" srcId="{E7AAAF9E-D416-49AE-8611-65377A7DE939}" destId="{CD5036F8-A246-4E6A-8921-20C367BBB964}" srcOrd="0" destOrd="0" presId="urn:microsoft.com/office/officeart/2005/8/layout/vList2"/>
    <dgm:cxn modelId="{0137BE35-7741-4CB7-8903-0262507EB38F}" type="presOf" srcId="{1B644E16-AACD-4612-92E0-D46EF4ECB879}" destId="{B22A3E1F-BDC2-4FC3-B056-77BC1F86A5BC}" srcOrd="0" destOrd="0" presId="urn:microsoft.com/office/officeart/2005/8/layout/vList2"/>
    <dgm:cxn modelId="{EADE17B7-FE92-4EA7-A469-F698C8E6940A}" srcId="{1B644E16-AACD-4612-92E0-D46EF4ECB879}" destId="{E7AAAF9E-D416-49AE-8611-65377A7DE939}" srcOrd="0" destOrd="0" parTransId="{5C719D1D-8A96-404E-AB5C-11562DFC1D30}" sibTransId="{AF8B5B03-720E-47F1-8D53-0E882540183D}"/>
    <dgm:cxn modelId="{7B9DDA1B-23E8-4DA7-A8BE-4814CD610A9A}" type="presParOf" srcId="{B22A3E1F-BDC2-4FC3-B056-77BC1F86A5BC}" destId="{CD5036F8-A246-4E6A-8921-20C367BBB964}" srcOrd="0"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FF45E94E-C528-4C21-A29D-573922B4ED68}"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CBD3793-394C-48FC-B28C-1D09533E7BA0}">
      <dgm:prSet/>
      <dgm:spPr>
        <a:solidFill>
          <a:schemeClr val="accent6">
            <a:lumMod val="60000"/>
            <a:lumOff val="40000"/>
          </a:schemeClr>
        </a:solidFill>
      </dgm:spPr>
      <dgm:t>
        <a:bodyPr/>
        <a:lstStyle/>
        <a:p>
          <a:r>
            <a:rPr lang="en-US" b="1" dirty="0">
              <a:latin typeface="+mj-lt"/>
              <a:ea typeface="Times New Roman" panose="02020603050405020304" pitchFamily="18" charset="0"/>
              <a:cs typeface="Times New Roman" panose="02020603050405020304" pitchFamily="18" charset="0"/>
            </a:rPr>
            <a:t>PO9 : Individual and teamwork</a:t>
          </a:r>
          <a:endParaRPr lang="en-IN" dirty="0"/>
        </a:p>
      </dgm:t>
    </dgm:pt>
    <dgm:pt modelId="{3C3BF590-E539-434F-BC04-7F5815B84D60}" type="parTrans" cxnId="{27D07304-FB48-42DA-9A97-1D607D0CE964}">
      <dgm:prSet/>
      <dgm:spPr/>
      <dgm:t>
        <a:bodyPr/>
        <a:lstStyle/>
        <a:p>
          <a:endParaRPr lang="en-IN"/>
        </a:p>
      </dgm:t>
    </dgm:pt>
    <dgm:pt modelId="{6BA01F92-7F7A-4713-B56A-6F20FAAB3645}" type="sibTrans" cxnId="{27D07304-FB48-42DA-9A97-1D607D0CE964}">
      <dgm:prSet/>
      <dgm:spPr/>
      <dgm:t>
        <a:bodyPr/>
        <a:lstStyle/>
        <a:p>
          <a:endParaRPr lang="en-IN"/>
        </a:p>
      </dgm:t>
    </dgm:pt>
    <dgm:pt modelId="{45C93CBB-046D-43CD-9356-3FC8771C32AF}" type="pres">
      <dgm:prSet presAssocID="{FF45E94E-C528-4C21-A29D-573922B4ED68}" presName="linear" presStyleCnt="0">
        <dgm:presLayoutVars>
          <dgm:animLvl val="lvl"/>
          <dgm:resizeHandles val="exact"/>
        </dgm:presLayoutVars>
      </dgm:prSet>
      <dgm:spPr/>
    </dgm:pt>
    <dgm:pt modelId="{8C029958-E145-4D8C-B815-F42AE9B5E6DF}" type="pres">
      <dgm:prSet presAssocID="{FCBD3793-394C-48FC-B28C-1D09533E7BA0}" presName="parentText" presStyleLbl="node1" presStyleIdx="0" presStyleCnt="1">
        <dgm:presLayoutVars>
          <dgm:chMax val="0"/>
          <dgm:bulletEnabled val="1"/>
        </dgm:presLayoutVars>
      </dgm:prSet>
      <dgm:spPr/>
    </dgm:pt>
  </dgm:ptLst>
  <dgm:cxnLst>
    <dgm:cxn modelId="{27D07304-FB48-42DA-9A97-1D607D0CE964}" srcId="{FF45E94E-C528-4C21-A29D-573922B4ED68}" destId="{FCBD3793-394C-48FC-B28C-1D09533E7BA0}" srcOrd="0" destOrd="0" parTransId="{3C3BF590-E539-434F-BC04-7F5815B84D60}" sibTransId="{6BA01F92-7F7A-4713-B56A-6F20FAAB3645}"/>
    <dgm:cxn modelId="{05A47010-37A1-4400-9B53-9EE23CC7A1EB}" type="presOf" srcId="{FF45E94E-C528-4C21-A29D-573922B4ED68}" destId="{45C93CBB-046D-43CD-9356-3FC8771C32AF}" srcOrd="0" destOrd="0" presId="urn:microsoft.com/office/officeart/2005/8/layout/vList2"/>
    <dgm:cxn modelId="{22A65282-467B-4D1B-B70C-0E397C12B221}" type="presOf" srcId="{FCBD3793-394C-48FC-B28C-1D09533E7BA0}" destId="{8C029958-E145-4D8C-B815-F42AE9B5E6DF}" srcOrd="0" destOrd="0" presId="urn:microsoft.com/office/officeart/2005/8/layout/vList2"/>
    <dgm:cxn modelId="{43591253-4998-4341-BF06-68B4B1D65B6C}" type="presParOf" srcId="{45C93CBB-046D-43CD-9356-3FC8771C32AF}" destId="{8C029958-E145-4D8C-B815-F42AE9B5E6DF}" srcOrd="0" destOrd="0" presId="urn:microsoft.com/office/officeart/2005/8/layout/vList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CA3BDE70-45F2-45D1-A9F8-5ADC9B616F85}"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2B2203F-2FAE-49B7-A1D5-9CD1B5127346}">
      <dgm:prSet/>
      <dgm:spPr>
        <a:solidFill>
          <a:schemeClr val="accent6">
            <a:lumMod val="60000"/>
            <a:lumOff val="40000"/>
          </a:schemeClr>
        </a:solidFill>
      </dgm:spPr>
      <dgm:t>
        <a:bodyPr/>
        <a:lstStyle/>
        <a:p>
          <a:r>
            <a:rPr lang="en-IN" b="1" dirty="0">
              <a:latin typeface="+mj-lt"/>
            </a:rPr>
            <a:t>PO10 : </a:t>
          </a:r>
          <a:r>
            <a:rPr lang="en-US" b="1" dirty="0">
              <a:latin typeface="+mj-lt"/>
              <a:ea typeface="Times New Roman" panose="02020603050405020304" pitchFamily="18" charset="0"/>
              <a:cs typeface="Times New Roman" panose="02020603050405020304" pitchFamily="18" charset="0"/>
            </a:rPr>
            <a:t>Communication</a:t>
          </a:r>
          <a:endParaRPr lang="en-IN" dirty="0"/>
        </a:p>
      </dgm:t>
    </dgm:pt>
    <dgm:pt modelId="{0C5F4077-1886-4CF9-AD59-B820AE05ADC7}" type="parTrans" cxnId="{C19B5B16-6706-47B1-9748-FFF77E9A2A15}">
      <dgm:prSet/>
      <dgm:spPr/>
      <dgm:t>
        <a:bodyPr/>
        <a:lstStyle/>
        <a:p>
          <a:endParaRPr lang="en-IN"/>
        </a:p>
      </dgm:t>
    </dgm:pt>
    <dgm:pt modelId="{470CA956-F82D-44F7-AFF1-5655BDBD69D3}" type="sibTrans" cxnId="{C19B5B16-6706-47B1-9748-FFF77E9A2A15}">
      <dgm:prSet/>
      <dgm:spPr/>
      <dgm:t>
        <a:bodyPr/>
        <a:lstStyle/>
        <a:p>
          <a:endParaRPr lang="en-IN"/>
        </a:p>
      </dgm:t>
    </dgm:pt>
    <dgm:pt modelId="{BAD57889-E122-4358-BE0C-A1CC3A735F9B}" type="pres">
      <dgm:prSet presAssocID="{CA3BDE70-45F2-45D1-A9F8-5ADC9B616F85}" presName="linear" presStyleCnt="0">
        <dgm:presLayoutVars>
          <dgm:animLvl val="lvl"/>
          <dgm:resizeHandles val="exact"/>
        </dgm:presLayoutVars>
      </dgm:prSet>
      <dgm:spPr/>
    </dgm:pt>
    <dgm:pt modelId="{54692D58-280A-4A5B-8ABB-4AA8C3D0C486}" type="pres">
      <dgm:prSet presAssocID="{F2B2203F-2FAE-49B7-A1D5-9CD1B5127346}" presName="parentText" presStyleLbl="node1" presStyleIdx="0" presStyleCnt="1">
        <dgm:presLayoutVars>
          <dgm:chMax val="0"/>
          <dgm:bulletEnabled val="1"/>
        </dgm:presLayoutVars>
      </dgm:prSet>
      <dgm:spPr/>
    </dgm:pt>
  </dgm:ptLst>
  <dgm:cxnLst>
    <dgm:cxn modelId="{4C5EE510-000B-4044-8645-A770BA52DCEE}" type="presOf" srcId="{CA3BDE70-45F2-45D1-A9F8-5ADC9B616F85}" destId="{BAD57889-E122-4358-BE0C-A1CC3A735F9B}" srcOrd="0" destOrd="0" presId="urn:microsoft.com/office/officeart/2005/8/layout/vList2"/>
    <dgm:cxn modelId="{C19B5B16-6706-47B1-9748-FFF77E9A2A15}" srcId="{CA3BDE70-45F2-45D1-A9F8-5ADC9B616F85}" destId="{F2B2203F-2FAE-49B7-A1D5-9CD1B5127346}" srcOrd="0" destOrd="0" parTransId="{0C5F4077-1886-4CF9-AD59-B820AE05ADC7}" sibTransId="{470CA956-F82D-44F7-AFF1-5655BDBD69D3}"/>
    <dgm:cxn modelId="{51CC87E9-4D44-4937-B700-EB606B0F31AA}" type="presOf" srcId="{F2B2203F-2FAE-49B7-A1D5-9CD1B5127346}" destId="{54692D58-280A-4A5B-8ABB-4AA8C3D0C486}" srcOrd="0" destOrd="0" presId="urn:microsoft.com/office/officeart/2005/8/layout/vList2"/>
    <dgm:cxn modelId="{0F1234CC-99AD-4C66-A03B-0A28C4FEB8FB}" type="presParOf" srcId="{BAD57889-E122-4358-BE0C-A1CC3A735F9B}" destId="{54692D58-280A-4A5B-8ABB-4AA8C3D0C486}" srcOrd="0" destOrd="0" presId="urn:microsoft.com/office/officeart/2005/8/layout/vList2"/>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0803BEA6-810A-46C8-899C-70229B268BB8}"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502B59D9-8C99-44C9-B85F-4596BFA6E16F}">
      <dgm:prSet/>
      <dgm:spPr>
        <a:solidFill>
          <a:schemeClr val="accent6">
            <a:lumMod val="60000"/>
            <a:lumOff val="40000"/>
          </a:schemeClr>
        </a:solidFill>
      </dgm:spPr>
      <dgm:t>
        <a:bodyPr/>
        <a:lstStyle/>
        <a:p>
          <a:r>
            <a:rPr lang="en-US" b="1" dirty="0">
              <a:latin typeface="+mj-lt"/>
              <a:ea typeface="Times New Roman" panose="02020603050405020304" pitchFamily="18" charset="0"/>
              <a:cs typeface="Times New Roman" panose="02020603050405020304" pitchFamily="18" charset="0"/>
            </a:rPr>
            <a:t>PO11 : Project management and finance</a:t>
          </a:r>
          <a:endParaRPr lang="en-IN" dirty="0"/>
        </a:p>
      </dgm:t>
    </dgm:pt>
    <dgm:pt modelId="{9D2B8A0D-F6D2-4C03-871B-3A7AAE296648}" type="parTrans" cxnId="{C0A7060B-E306-436C-82D8-E1BE2F57219E}">
      <dgm:prSet/>
      <dgm:spPr/>
      <dgm:t>
        <a:bodyPr/>
        <a:lstStyle/>
        <a:p>
          <a:endParaRPr lang="en-IN"/>
        </a:p>
      </dgm:t>
    </dgm:pt>
    <dgm:pt modelId="{1F2A8542-A15A-4424-AE39-080E22955215}" type="sibTrans" cxnId="{C0A7060B-E306-436C-82D8-E1BE2F57219E}">
      <dgm:prSet/>
      <dgm:spPr/>
      <dgm:t>
        <a:bodyPr/>
        <a:lstStyle/>
        <a:p>
          <a:endParaRPr lang="en-IN"/>
        </a:p>
      </dgm:t>
    </dgm:pt>
    <dgm:pt modelId="{E298B721-E1B9-4CD4-8B1A-4950CC157D9F}" type="pres">
      <dgm:prSet presAssocID="{0803BEA6-810A-46C8-899C-70229B268BB8}" presName="linear" presStyleCnt="0">
        <dgm:presLayoutVars>
          <dgm:animLvl val="lvl"/>
          <dgm:resizeHandles val="exact"/>
        </dgm:presLayoutVars>
      </dgm:prSet>
      <dgm:spPr/>
    </dgm:pt>
    <dgm:pt modelId="{3EED7F0D-5C80-4479-905C-E79E88227593}" type="pres">
      <dgm:prSet presAssocID="{502B59D9-8C99-44C9-B85F-4596BFA6E16F}" presName="parentText" presStyleLbl="node1" presStyleIdx="0" presStyleCnt="1" custLinFactNeighborY="2600">
        <dgm:presLayoutVars>
          <dgm:chMax val="0"/>
          <dgm:bulletEnabled val="1"/>
        </dgm:presLayoutVars>
      </dgm:prSet>
      <dgm:spPr/>
    </dgm:pt>
  </dgm:ptLst>
  <dgm:cxnLst>
    <dgm:cxn modelId="{C0A7060B-E306-436C-82D8-E1BE2F57219E}" srcId="{0803BEA6-810A-46C8-899C-70229B268BB8}" destId="{502B59D9-8C99-44C9-B85F-4596BFA6E16F}" srcOrd="0" destOrd="0" parTransId="{9D2B8A0D-F6D2-4C03-871B-3A7AAE296648}" sibTransId="{1F2A8542-A15A-4424-AE39-080E22955215}"/>
    <dgm:cxn modelId="{23B1BB43-57C8-43E8-9AD1-1337C4DAF417}" type="presOf" srcId="{502B59D9-8C99-44C9-B85F-4596BFA6E16F}" destId="{3EED7F0D-5C80-4479-905C-E79E88227593}" srcOrd="0" destOrd="0" presId="urn:microsoft.com/office/officeart/2005/8/layout/vList2"/>
    <dgm:cxn modelId="{49668B68-671F-4E13-BC55-3CC0C61BC1D0}" type="presOf" srcId="{0803BEA6-810A-46C8-899C-70229B268BB8}" destId="{E298B721-E1B9-4CD4-8B1A-4950CC157D9F}" srcOrd="0" destOrd="0" presId="urn:microsoft.com/office/officeart/2005/8/layout/vList2"/>
    <dgm:cxn modelId="{F33C2679-711E-46BD-9792-5F0D76896B3F}" type="presParOf" srcId="{E298B721-E1B9-4CD4-8B1A-4950CC157D9F}" destId="{3EED7F0D-5C80-4479-905C-E79E88227593}" srcOrd="0" destOrd="0" presId="urn:microsoft.com/office/officeart/2005/8/layout/vList2"/>
  </dgm:cxnLst>
  <dgm:bg/>
  <dgm:whole/>
  <dgm:extLst>
    <a:ext uri="http://schemas.microsoft.com/office/drawing/2008/diagram">
      <dsp:dataModelExt xmlns:dsp="http://schemas.microsoft.com/office/drawing/2008/diagram" relId="rId31"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EBCFF2A5-481F-4662-8A7E-7E8F303E314D}"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BA19F7D-578A-464D-ADE6-D3D08AEFD9D5}">
      <dgm:prSet custT="1"/>
      <dgm:spPr>
        <a:solidFill>
          <a:schemeClr val="accent6">
            <a:lumMod val="60000"/>
            <a:lumOff val="40000"/>
          </a:schemeClr>
        </a:solidFill>
      </dgm:spPr>
      <dgm:t>
        <a:bodyPr/>
        <a:lstStyle/>
        <a:p>
          <a:r>
            <a:rPr lang="en-US" sz="2800" b="1" dirty="0">
              <a:latin typeface="+mj-lt"/>
              <a:ea typeface="Times New Roman" panose="02020603050405020304" pitchFamily="18" charset="0"/>
              <a:cs typeface="Times New Roman" panose="02020603050405020304" pitchFamily="18" charset="0"/>
            </a:rPr>
            <a:t>PO12 : Life-long learning</a:t>
          </a:r>
          <a:endParaRPr lang="en-IN" sz="2800" dirty="0"/>
        </a:p>
      </dgm:t>
    </dgm:pt>
    <dgm:pt modelId="{3AF0BA7F-DD77-44E2-A6BF-C585D5079A71}" type="parTrans" cxnId="{CA989CB1-55E9-41C4-929C-8340165DAC8F}">
      <dgm:prSet/>
      <dgm:spPr/>
      <dgm:t>
        <a:bodyPr/>
        <a:lstStyle/>
        <a:p>
          <a:endParaRPr lang="en-IN"/>
        </a:p>
      </dgm:t>
    </dgm:pt>
    <dgm:pt modelId="{C1BF92C5-17F2-4305-A1F3-8B3F1D8CBFFC}" type="sibTrans" cxnId="{CA989CB1-55E9-41C4-929C-8340165DAC8F}">
      <dgm:prSet/>
      <dgm:spPr/>
      <dgm:t>
        <a:bodyPr/>
        <a:lstStyle/>
        <a:p>
          <a:endParaRPr lang="en-IN"/>
        </a:p>
      </dgm:t>
    </dgm:pt>
    <dgm:pt modelId="{52F828C4-77A4-4B43-9441-70FA5F9DF12E}" type="pres">
      <dgm:prSet presAssocID="{EBCFF2A5-481F-4662-8A7E-7E8F303E314D}" presName="linear" presStyleCnt="0">
        <dgm:presLayoutVars>
          <dgm:animLvl val="lvl"/>
          <dgm:resizeHandles val="exact"/>
        </dgm:presLayoutVars>
      </dgm:prSet>
      <dgm:spPr/>
    </dgm:pt>
    <dgm:pt modelId="{6CC17462-A62E-4245-BFD1-F10DCB528333}" type="pres">
      <dgm:prSet presAssocID="{FBA19F7D-578A-464D-ADE6-D3D08AEFD9D5}" presName="parentText" presStyleLbl="node1" presStyleIdx="0" presStyleCnt="1" custScaleY="212886" custLinFactNeighborX="-19492" custLinFactNeighborY="-87110">
        <dgm:presLayoutVars>
          <dgm:chMax val="0"/>
          <dgm:bulletEnabled val="1"/>
        </dgm:presLayoutVars>
      </dgm:prSet>
      <dgm:spPr/>
    </dgm:pt>
  </dgm:ptLst>
  <dgm:cxnLst>
    <dgm:cxn modelId="{DC6D4D03-1B24-4621-A516-7B7A15180002}" type="presOf" srcId="{EBCFF2A5-481F-4662-8A7E-7E8F303E314D}" destId="{52F828C4-77A4-4B43-9441-70FA5F9DF12E}" srcOrd="0" destOrd="0" presId="urn:microsoft.com/office/officeart/2005/8/layout/vList2"/>
    <dgm:cxn modelId="{FA46BF76-4540-42EF-9418-14DBEB706874}" type="presOf" srcId="{FBA19F7D-578A-464D-ADE6-D3D08AEFD9D5}" destId="{6CC17462-A62E-4245-BFD1-F10DCB528333}" srcOrd="0" destOrd="0" presId="urn:microsoft.com/office/officeart/2005/8/layout/vList2"/>
    <dgm:cxn modelId="{CA989CB1-55E9-41C4-929C-8340165DAC8F}" srcId="{EBCFF2A5-481F-4662-8A7E-7E8F303E314D}" destId="{FBA19F7D-578A-464D-ADE6-D3D08AEFD9D5}" srcOrd="0" destOrd="0" parTransId="{3AF0BA7F-DD77-44E2-A6BF-C585D5079A71}" sibTransId="{C1BF92C5-17F2-4305-A1F3-8B3F1D8CBFFC}"/>
    <dgm:cxn modelId="{B49D20BE-3B7E-4BFB-973B-A91ACEEA0F6B}" type="presParOf" srcId="{52F828C4-77A4-4B43-9441-70FA5F9DF12E}" destId="{6CC17462-A62E-4245-BFD1-F10DCB528333}" srcOrd="0" destOrd="0" presId="urn:microsoft.com/office/officeart/2005/8/layout/vList2"/>
  </dgm:cxnLst>
  <dgm:bg/>
  <dgm:whole/>
  <dgm:extLst>
    <a:ext uri="http://schemas.microsoft.com/office/drawing/2008/diagram">
      <dsp:dataModelExt xmlns:dsp="http://schemas.microsoft.com/office/drawing/2008/diagram" relId="rId3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80A811-EB0C-4CB5-AAAE-BBB76A802439}">
      <dsp:nvSpPr>
        <dsp:cNvPr id="0" name=""/>
        <dsp:cNvSpPr/>
      </dsp:nvSpPr>
      <dsp:spPr>
        <a:xfrm>
          <a:off x="-6102711" y="-934359"/>
          <a:ext cx="7269645" cy="7269645"/>
        </a:xfrm>
        <a:prstGeom prst="blockArc">
          <a:avLst>
            <a:gd name="adj1" fmla="val 18900000"/>
            <a:gd name="adj2" fmla="val 2700000"/>
            <a:gd name="adj3" fmla="val 297"/>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8AA67F9-10D6-40B5-BA0A-16433BA5A349}">
      <dsp:nvSpPr>
        <dsp:cNvPr id="0" name=""/>
        <dsp:cNvSpPr/>
      </dsp:nvSpPr>
      <dsp:spPr>
        <a:xfrm>
          <a:off x="378875" y="245526"/>
          <a:ext cx="8024429" cy="49083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Describing Design Patterns</a:t>
          </a:r>
          <a:endParaRPr lang="en-IN" sz="2000" kern="1200" dirty="0">
            <a:latin typeface="Times New Roman" panose="02020603050405020304" pitchFamily="18" charset="0"/>
            <a:cs typeface="Times New Roman" panose="02020603050405020304" pitchFamily="18" charset="0"/>
          </a:endParaRPr>
        </a:p>
      </dsp:txBody>
      <dsp:txXfrm>
        <a:off x="378875" y="245526"/>
        <a:ext cx="8024429" cy="490836"/>
      </dsp:txXfrm>
    </dsp:sp>
    <dsp:sp modelId="{4B9C0DFE-AD1C-4484-AD0F-3101A95F3401}">
      <dsp:nvSpPr>
        <dsp:cNvPr id="0" name=""/>
        <dsp:cNvSpPr/>
      </dsp:nvSpPr>
      <dsp:spPr>
        <a:xfrm>
          <a:off x="72102" y="184171"/>
          <a:ext cx="613545" cy="613545"/>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88BCBFD8-B0F2-4798-9FD3-BF054841B46F}">
      <dsp:nvSpPr>
        <dsp:cNvPr id="0" name=""/>
        <dsp:cNvSpPr/>
      </dsp:nvSpPr>
      <dsp:spPr>
        <a:xfrm>
          <a:off x="823371" y="982212"/>
          <a:ext cx="7579933" cy="49083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Design Patterns in Smalltalk MVC</a:t>
          </a:r>
          <a:endParaRPr lang="en-IN" sz="2000" kern="1200" dirty="0">
            <a:latin typeface="Times New Roman" panose="02020603050405020304" pitchFamily="18" charset="0"/>
            <a:cs typeface="Times New Roman" panose="02020603050405020304" pitchFamily="18" charset="0"/>
          </a:endParaRPr>
        </a:p>
      </dsp:txBody>
      <dsp:txXfrm>
        <a:off x="823371" y="982212"/>
        <a:ext cx="7579933" cy="490836"/>
      </dsp:txXfrm>
    </dsp:sp>
    <dsp:sp modelId="{FE249998-030A-40FD-9BBB-D50EE75C96B6}">
      <dsp:nvSpPr>
        <dsp:cNvPr id="0" name=""/>
        <dsp:cNvSpPr/>
      </dsp:nvSpPr>
      <dsp:spPr>
        <a:xfrm>
          <a:off x="516598" y="920858"/>
          <a:ext cx="613545" cy="613545"/>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3B0EEFB9-B05A-4AF0-A884-FCF31C09FD1F}">
      <dsp:nvSpPr>
        <dsp:cNvPr id="0" name=""/>
        <dsp:cNvSpPr/>
      </dsp:nvSpPr>
      <dsp:spPr>
        <a:xfrm>
          <a:off x="1066953" y="1718358"/>
          <a:ext cx="7336351" cy="49083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The Catalog of Design Patterns</a:t>
          </a:r>
        </a:p>
      </dsp:txBody>
      <dsp:txXfrm>
        <a:off x="1066953" y="1718358"/>
        <a:ext cx="7336351" cy="490836"/>
      </dsp:txXfrm>
    </dsp:sp>
    <dsp:sp modelId="{7DE47BAA-958B-43D0-B4F8-BB30CB277AC2}">
      <dsp:nvSpPr>
        <dsp:cNvPr id="0" name=""/>
        <dsp:cNvSpPr/>
      </dsp:nvSpPr>
      <dsp:spPr>
        <a:xfrm>
          <a:off x="760180" y="1657004"/>
          <a:ext cx="613545" cy="613545"/>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35FD1A73-9F06-458E-A0CB-09F03F7FA838}">
      <dsp:nvSpPr>
        <dsp:cNvPr id="0" name=""/>
        <dsp:cNvSpPr/>
      </dsp:nvSpPr>
      <dsp:spPr>
        <a:xfrm>
          <a:off x="1144726" y="2455045"/>
          <a:ext cx="7258578" cy="49083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Organizing the Catalogue</a:t>
          </a:r>
          <a:endParaRPr lang="en-IN" sz="2000" kern="1200" dirty="0">
            <a:latin typeface="Times New Roman" panose="02020603050405020304" pitchFamily="18" charset="0"/>
            <a:cs typeface="Times New Roman" panose="02020603050405020304" pitchFamily="18" charset="0"/>
          </a:endParaRPr>
        </a:p>
      </dsp:txBody>
      <dsp:txXfrm>
        <a:off x="1144726" y="2455045"/>
        <a:ext cx="7258578" cy="490836"/>
      </dsp:txXfrm>
    </dsp:sp>
    <dsp:sp modelId="{9DA9EF0D-263A-4505-826F-8A54B4709BAF}">
      <dsp:nvSpPr>
        <dsp:cNvPr id="0" name=""/>
        <dsp:cNvSpPr/>
      </dsp:nvSpPr>
      <dsp:spPr>
        <a:xfrm>
          <a:off x="837953" y="2393690"/>
          <a:ext cx="613545" cy="613545"/>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8682D412-F783-4EF9-8D9B-9390AAF03262}">
      <dsp:nvSpPr>
        <dsp:cNvPr id="0" name=""/>
        <dsp:cNvSpPr/>
      </dsp:nvSpPr>
      <dsp:spPr>
        <a:xfrm>
          <a:off x="1066953" y="3191731"/>
          <a:ext cx="7336351" cy="49083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Design Patterns for Solving the Real life Problems</a:t>
          </a:r>
          <a:endParaRPr lang="en-IN" sz="2000" kern="1200" dirty="0">
            <a:latin typeface="Times New Roman" panose="02020603050405020304" pitchFamily="18" charset="0"/>
            <a:cs typeface="Times New Roman" panose="02020603050405020304" pitchFamily="18" charset="0"/>
          </a:endParaRPr>
        </a:p>
      </dsp:txBody>
      <dsp:txXfrm>
        <a:off x="1066953" y="3191731"/>
        <a:ext cx="7336351" cy="490836"/>
      </dsp:txXfrm>
    </dsp:sp>
    <dsp:sp modelId="{0229E6A0-DD77-4ABA-B77C-69A9861D36D6}">
      <dsp:nvSpPr>
        <dsp:cNvPr id="0" name=""/>
        <dsp:cNvSpPr/>
      </dsp:nvSpPr>
      <dsp:spPr>
        <a:xfrm>
          <a:off x="760180" y="3130377"/>
          <a:ext cx="613545" cy="613545"/>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6749AA46-EAD6-4364-BE86-B8E90B372E2E}">
      <dsp:nvSpPr>
        <dsp:cNvPr id="0" name=""/>
        <dsp:cNvSpPr/>
      </dsp:nvSpPr>
      <dsp:spPr>
        <a:xfrm>
          <a:off x="823371" y="3927878"/>
          <a:ext cx="7579933" cy="49083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Selection and Use of Design patterns</a:t>
          </a:r>
          <a:endParaRPr lang="en-IN" sz="2000" kern="1200" dirty="0">
            <a:latin typeface="Times New Roman" panose="02020603050405020304" pitchFamily="18" charset="0"/>
            <a:cs typeface="Times New Roman" panose="02020603050405020304" pitchFamily="18" charset="0"/>
          </a:endParaRPr>
        </a:p>
      </dsp:txBody>
      <dsp:txXfrm>
        <a:off x="823371" y="3927878"/>
        <a:ext cx="7579933" cy="490836"/>
      </dsp:txXfrm>
    </dsp:sp>
    <dsp:sp modelId="{A576902E-2A1C-4AED-AA35-D48C5007CCF3}">
      <dsp:nvSpPr>
        <dsp:cNvPr id="0" name=""/>
        <dsp:cNvSpPr/>
      </dsp:nvSpPr>
      <dsp:spPr>
        <a:xfrm>
          <a:off x="516598" y="3866523"/>
          <a:ext cx="613545" cy="613545"/>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723A38AE-201E-4D4B-B7FB-7D43CBD2025A}">
      <dsp:nvSpPr>
        <dsp:cNvPr id="0" name=""/>
        <dsp:cNvSpPr/>
      </dsp:nvSpPr>
      <dsp:spPr>
        <a:xfrm>
          <a:off x="378875" y="4664564"/>
          <a:ext cx="8024429" cy="49083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Principle of least knowledge.</a:t>
          </a:r>
          <a:endParaRPr lang="en-IN" sz="2000" kern="1200" dirty="0">
            <a:latin typeface="Times New Roman" panose="02020603050405020304" pitchFamily="18" charset="0"/>
            <a:cs typeface="Times New Roman" panose="02020603050405020304" pitchFamily="18" charset="0"/>
          </a:endParaRPr>
        </a:p>
      </dsp:txBody>
      <dsp:txXfrm>
        <a:off x="378875" y="4664564"/>
        <a:ext cx="8024429" cy="490836"/>
      </dsp:txXfrm>
    </dsp:sp>
    <dsp:sp modelId="{E98E93EE-4CF0-4874-85FC-39F92097CF84}">
      <dsp:nvSpPr>
        <dsp:cNvPr id="0" name=""/>
        <dsp:cNvSpPr/>
      </dsp:nvSpPr>
      <dsp:spPr>
        <a:xfrm>
          <a:off x="72102" y="4603210"/>
          <a:ext cx="613545" cy="613545"/>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80A811-EB0C-4CB5-AAAE-BBB76A802439}">
      <dsp:nvSpPr>
        <dsp:cNvPr id="0" name=""/>
        <dsp:cNvSpPr/>
      </dsp:nvSpPr>
      <dsp:spPr>
        <a:xfrm>
          <a:off x="-6106910" y="-934359"/>
          <a:ext cx="7269645" cy="7269645"/>
        </a:xfrm>
        <a:prstGeom prst="blockArc">
          <a:avLst>
            <a:gd name="adj1" fmla="val 18900000"/>
            <a:gd name="adj2" fmla="val 2700000"/>
            <a:gd name="adj3" fmla="val 297"/>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8AA67F9-10D6-40B5-BA0A-16433BA5A349}">
      <dsp:nvSpPr>
        <dsp:cNvPr id="0" name=""/>
        <dsp:cNvSpPr/>
      </dsp:nvSpPr>
      <dsp:spPr>
        <a:xfrm>
          <a:off x="508078" y="337449"/>
          <a:ext cx="7891026" cy="675331"/>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6045"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Creational Patterns: Abstract Factory</a:t>
          </a:r>
          <a:endParaRPr lang="en-IN" sz="2000" kern="1200" dirty="0">
            <a:latin typeface="Times New Roman" panose="02020603050405020304" pitchFamily="18" charset="0"/>
            <a:cs typeface="Times New Roman" panose="02020603050405020304" pitchFamily="18" charset="0"/>
          </a:endParaRPr>
        </a:p>
      </dsp:txBody>
      <dsp:txXfrm>
        <a:off x="508078" y="337449"/>
        <a:ext cx="7891026" cy="675331"/>
      </dsp:txXfrm>
    </dsp:sp>
    <dsp:sp modelId="{4B9C0DFE-AD1C-4484-AD0F-3101A95F3401}">
      <dsp:nvSpPr>
        <dsp:cNvPr id="0" name=""/>
        <dsp:cNvSpPr/>
      </dsp:nvSpPr>
      <dsp:spPr>
        <a:xfrm>
          <a:off x="85995" y="253033"/>
          <a:ext cx="844164" cy="844164"/>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88BCBFD8-B0F2-4798-9FD3-BF054841B46F}">
      <dsp:nvSpPr>
        <dsp:cNvPr id="0" name=""/>
        <dsp:cNvSpPr/>
      </dsp:nvSpPr>
      <dsp:spPr>
        <a:xfrm>
          <a:off x="992001" y="1350123"/>
          <a:ext cx="7407103" cy="675331"/>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6045"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Builder</a:t>
          </a:r>
          <a:endParaRPr lang="en-IN" sz="2000" kern="1200" dirty="0">
            <a:latin typeface="Times New Roman" panose="02020603050405020304" pitchFamily="18" charset="0"/>
            <a:cs typeface="Times New Roman" panose="02020603050405020304" pitchFamily="18" charset="0"/>
          </a:endParaRPr>
        </a:p>
      </dsp:txBody>
      <dsp:txXfrm>
        <a:off x="992001" y="1350123"/>
        <a:ext cx="7407103" cy="675331"/>
      </dsp:txXfrm>
    </dsp:sp>
    <dsp:sp modelId="{FE249998-030A-40FD-9BBB-D50EE75C96B6}">
      <dsp:nvSpPr>
        <dsp:cNvPr id="0" name=""/>
        <dsp:cNvSpPr/>
      </dsp:nvSpPr>
      <dsp:spPr>
        <a:xfrm>
          <a:off x="569919" y="1265707"/>
          <a:ext cx="844164" cy="844164"/>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DB20267A-69C1-45E6-AD06-F96E24A446F4}">
      <dsp:nvSpPr>
        <dsp:cNvPr id="0" name=""/>
        <dsp:cNvSpPr/>
      </dsp:nvSpPr>
      <dsp:spPr>
        <a:xfrm>
          <a:off x="1140526" y="2362797"/>
          <a:ext cx="7258578" cy="675331"/>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6045"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Factory Pattern</a:t>
          </a:r>
          <a:endParaRPr lang="en-IN" sz="2000" kern="1200" dirty="0">
            <a:latin typeface="Times New Roman" panose="02020603050405020304" pitchFamily="18" charset="0"/>
            <a:cs typeface="Times New Roman" panose="02020603050405020304" pitchFamily="18" charset="0"/>
          </a:endParaRPr>
        </a:p>
      </dsp:txBody>
      <dsp:txXfrm>
        <a:off x="1140526" y="2362797"/>
        <a:ext cx="7258578" cy="675331"/>
      </dsp:txXfrm>
    </dsp:sp>
    <dsp:sp modelId="{4776AC95-2879-45AC-84FA-5CF4AD5A7A66}">
      <dsp:nvSpPr>
        <dsp:cNvPr id="0" name=""/>
        <dsp:cNvSpPr/>
      </dsp:nvSpPr>
      <dsp:spPr>
        <a:xfrm>
          <a:off x="718444" y="2278381"/>
          <a:ext cx="844164" cy="844164"/>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0E5E05C8-C588-484B-8F7E-E2FA6E0ECA1A}">
      <dsp:nvSpPr>
        <dsp:cNvPr id="0" name=""/>
        <dsp:cNvSpPr/>
      </dsp:nvSpPr>
      <dsp:spPr>
        <a:xfrm>
          <a:off x="992001" y="3375471"/>
          <a:ext cx="7407103" cy="675331"/>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6045"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Prototype Pattern</a:t>
          </a:r>
          <a:endParaRPr lang="en-IN" sz="2000" kern="1200" dirty="0">
            <a:latin typeface="Times New Roman" panose="02020603050405020304" pitchFamily="18" charset="0"/>
            <a:cs typeface="Times New Roman" panose="02020603050405020304" pitchFamily="18" charset="0"/>
          </a:endParaRPr>
        </a:p>
      </dsp:txBody>
      <dsp:txXfrm>
        <a:off x="992001" y="3375471"/>
        <a:ext cx="7407103" cy="675331"/>
      </dsp:txXfrm>
    </dsp:sp>
    <dsp:sp modelId="{6B18EF30-3C9C-4237-8E1F-9EFDD1DD6703}">
      <dsp:nvSpPr>
        <dsp:cNvPr id="0" name=""/>
        <dsp:cNvSpPr/>
      </dsp:nvSpPr>
      <dsp:spPr>
        <a:xfrm>
          <a:off x="569919" y="3291054"/>
          <a:ext cx="844164" cy="844164"/>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61324F8D-4DED-4319-A996-3DE5AFC6CF74}">
      <dsp:nvSpPr>
        <dsp:cNvPr id="0" name=""/>
        <dsp:cNvSpPr/>
      </dsp:nvSpPr>
      <dsp:spPr>
        <a:xfrm>
          <a:off x="508078" y="4388145"/>
          <a:ext cx="7891026" cy="675331"/>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6045"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Singleton pattern</a:t>
          </a:r>
          <a:endParaRPr lang="en-IN" sz="2000" kern="1200" dirty="0">
            <a:latin typeface="Times New Roman" panose="02020603050405020304" pitchFamily="18" charset="0"/>
            <a:cs typeface="Times New Roman" panose="02020603050405020304" pitchFamily="18" charset="0"/>
          </a:endParaRPr>
        </a:p>
      </dsp:txBody>
      <dsp:txXfrm>
        <a:off x="508078" y="4388145"/>
        <a:ext cx="7891026" cy="675331"/>
      </dsp:txXfrm>
    </dsp:sp>
    <dsp:sp modelId="{DCCAC70F-2C08-4449-A718-6A4A69C1A767}">
      <dsp:nvSpPr>
        <dsp:cNvPr id="0" name=""/>
        <dsp:cNvSpPr/>
      </dsp:nvSpPr>
      <dsp:spPr>
        <a:xfrm>
          <a:off x="85995" y="4303728"/>
          <a:ext cx="844164" cy="844164"/>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71294A-09C9-4D6E-A130-C7FC41E1332C}">
      <dsp:nvSpPr>
        <dsp:cNvPr id="0" name=""/>
        <dsp:cNvSpPr/>
      </dsp:nvSpPr>
      <dsp:spPr>
        <a:xfrm>
          <a:off x="-6102711" y="-934359"/>
          <a:ext cx="7269645" cy="7269645"/>
        </a:xfrm>
        <a:prstGeom prst="blockArc">
          <a:avLst>
            <a:gd name="adj1" fmla="val 18900000"/>
            <a:gd name="adj2" fmla="val 2700000"/>
            <a:gd name="adj3" fmla="val 297"/>
          </a:avLst>
        </a:prstGeom>
        <a:noFill/>
        <a:ln w="12700" cap="flat" cmpd="sng" algn="ctr">
          <a:solidFill>
            <a:schemeClr val="accent2">
              <a:shade val="60000"/>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4041A3B1-6B30-436F-A39A-8B3629193EF9}">
      <dsp:nvSpPr>
        <dsp:cNvPr id="0" name=""/>
        <dsp:cNvSpPr/>
      </dsp:nvSpPr>
      <dsp:spPr>
        <a:xfrm>
          <a:off x="378875" y="245526"/>
          <a:ext cx="8024429" cy="49083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Structural Pattern Part-I, Adapter</a:t>
          </a:r>
        </a:p>
      </dsp:txBody>
      <dsp:txXfrm>
        <a:off x="378875" y="245526"/>
        <a:ext cx="8024429" cy="490836"/>
      </dsp:txXfrm>
    </dsp:sp>
    <dsp:sp modelId="{9FCCB15F-E614-45FB-AAB4-FA0E60A55E2E}">
      <dsp:nvSpPr>
        <dsp:cNvPr id="0" name=""/>
        <dsp:cNvSpPr/>
      </dsp:nvSpPr>
      <dsp:spPr>
        <a:xfrm>
          <a:off x="72102" y="184171"/>
          <a:ext cx="613545" cy="613545"/>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D1BCA401-1CFF-459C-A3A8-00F1E9BF78B6}">
      <dsp:nvSpPr>
        <dsp:cNvPr id="0" name=""/>
        <dsp:cNvSpPr/>
      </dsp:nvSpPr>
      <dsp:spPr>
        <a:xfrm>
          <a:off x="823371" y="982212"/>
          <a:ext cx="7579933" cy="49083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Bridge</a:t>
          </a:r>
        </a:p>
      </dsp:txBody>
      <dsp:txXfrm>
        <a:off x="823371" y="982212"/>
        <a:ext cx="7579933" cy="490836"/>
      </dsp:txXfrm>
    </dsp:sp>
    <dsp:sp modelId="{E2365BFE-380F-45F9-B74A-1459E5246540}">
      <dsp:nvSpPr>
        <dsp:cNvPr id="0" name=""/>
        <dsp:cNvSpPr/>
      </dsp:nvSpPr>
      <dsp:spPr>
        <a:xfrm>
          <a:off x="516598" y="920858"/>
          <a:ext cx="613545" cy="613545"/>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598B499E-343E-4D26-88BF-8FC30A6E699B}">
      <dsp:nvSpPr>
        <dsp:cNvPr id="0" name=""/>
        <dsp:cNvSpPr/>
      </dsp:nvSpPr>
      <dsp:spPr>
        <a:xfrm>
          <a:off x="1066953" y="1718358"/>
          <a:ext cx="7336351" cy="49083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Composite</a:t>
          </a:r>
        </a:p>
      </dsp:txBody>
      <dsp:txXfrm>
        <a:off x="1066953" y="1718358"/>
        <a:ext cx="7336351" cy="490836"/>
      </dsp:txXfrm>
    </dsp:sp>
    <dsp:sp modelId="{3E0377AD-0F41-418E-97ED-BCBE8E140FE7}">
      <dsp:nvSpPr>
        <dsp:cNvPr id="0" name=""/>
        <dsp:cNvSpPr/>
      </dsp:nvSpPr>
      <dsp:spPr>
        <a:xfrm>
          <a:off x="760180" y="1657004"/>
          <a:ext cx="613545" cy="613545"/>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55449691-5171-4B78-BD77-1BED07DDFC3D}">
      <dsp:nvSpPr>
        <dsp:cNvPr id="0" name=""/>
        <dsp:cNvSpPr/>
      </dsp:nvSpPr>
      <dsp:spPr>
        <a:xfrm>
          <a:off x="1144726" y="2455045"/>
          <a:ext cx="7258578" cy="49083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Structural Pattern Part-II, Decorator Pattern</a:t>
          </a:r>
        </a:p>
      </dsp:txBody>
      <dsp:txXfrm>
        <a:off x="1144726" y="2455045"/>
        <a:ext cx="7258578" cy="490836"/>
      </dsp:txXfrm>
    </dsp:sp>
    <dsp:sp modelId="{5955A7F4-4EA4-4AB9-8824-069032023FA7}">
      <dsp:nvSpPr>
        <dsp:cNvPr id="0" name=""/>
        <dsp:cNvSpPr/>
      </dsp:nvSpPr>
      <dsp:spPr>
        <a:xfrm>
          <a:off x="837953" y="2393690"/>
          <a:ext cx="613545" cy="613545"/>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9B083C11-5F2F-47ED-926A-660072DBA370}">
      <dsp:nvSpPr>
        <dsp:cNvPr id="0" name=""/>
        <dsp:cNvSpPr/>
      </dsp:nvSpPr>
      <dsp:spPr>
        <a:xfrm>
          <a:off x="1066953" y="3191731"/>
          <a:ext cx="7336351" cy="49083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Façade Pattern</a:t>
          </a:r>
        </a:p>
      </dsp:txBody>
      <dsp:txXfrm>
        <a:off x="1066953" y="3191731"/>
        <a:ext cx="7336351" cy="490836"/>
      </dsp:txXfrm>
    </dsp:sp>
    <dsp:sp modelId="{37CE39B8-41FB-4B0A-B2CB-40977E5FF349}">
      <dsp:nvSpPr>
        <dsp:cNvPr id="0" name=""/>
        <dsp:cNvSpPr/>
      </dsp:nvSpPr>
      <dsp:spPr>
        <a:xfrm>
          <a:off x="760180" y="3130377"/>
          <a:ext cx="613545" cy="613545"/>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03884880-4036-4D36-BA8C-4D0568571FF4}">
      <dsp:nvSpPr>
        <dsp:cNvPr id="0" name=""/>
        <dsp:cNvSpPr/>
      </dsp:nvSpPr>
      <dsp:spPr>
        <a:xfrm>
          <a:off x="823371" y="3927878"/>
          <a:ext cx="7579933" cy="49083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Flyweight Pattern</a:t>
          </a:r>
        </a:p>
      </dsp:txBody>
      <dsp:txXfrm>
        <a:off x="823371" y="3927878"/>
        <a:ext cx="7579933" cy="490836"/>
      </dsp:txXfrm>
    </dsp:sp>
    <dsp:sp modelId="{99F06D56-238C-4C9F-A447-521819900635}">
      <dsp:nvSpPr>
        <dsp:cNvPr id="0" name=""/>
        <dsp:cNvSpPr/>
      </dsp:nvSpPr>
      <dsp:spPr>
        <a:xfrm>
          <a:off x="516598" y="3866523"/>
          <a:ext cx="613545" cy="613545"/>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D2C83BCE-9D05-4024-A719-B19FA2B2387B}">
      <dsp:nvSpPr>
        <dsp:cNvPr id="0" name=""/>
        <dsp:cNvSpPr/>
      </dsp:nvSpPr>
      <dsp:spPr>
        <a:xfrm>
          <a:off x="378875" y="4664564"/>
          <a:ext cx="8024429" cy="49083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Proxy Pattern</a:t>
          </a:r>
        </a:p>
      </dsp:txBody>
      <dsp:txXfrm>
        <a:off x="378875" y="4664564"/>
        <a:ext cx="8024429" cy="490836"/>
      </dsp:txXfrm>
    </dsp:sp>
    <dsp:sp modelId="{D3E16815-AACD-4E7C-AA29-2878D5330CBF}">
      <dsp:nvSpPr>
        <dsp:cNvPr id="0" name=""/>
        <dsp:cNvSpPr/>
      </dsp:nvSpPr>
      <dsp:spPr>
        <a:xfrm>
          <a:off x="72102" y="4603210"/>
          <a:ext cx="613545" cy="613545"/>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71294A-09C9-4D6E-A130-C7FC41E1332C}">
      <dsp:nvSpPr>
        <dsp:cNvPr id="0" name=""/>
        <dsp:cNvSpPr/>
      </dsp:nvSpPr>
      <dsp:spPr>
        <a:xfrm>
          <a:off x="-6102711" y="-934359"/>
          <a:ext cx="7269645" cy="7269645"/>
        </a:xfrm>
        <a:prstGeom prst="blockArc">
          <a:avLst>
            <a:gd name="adj1" fmla="val 18900000"/>
            <a:gd name="adj2" fmla="val 2700000"/>
            <a:gd name="adj3" fmla="val 297"/>
          </a:avLst>
        </a:prstGeom>
        <a:noFill/>
        <a:ln w="12700" cap="flat" cmpd="sng" algn="ctr">
          <a:solidFill>
            <a:schemeClr val="accent2">
              <a:shade val="60000"/>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4041A3B1-6B30-436F-A39A-8B3629193EF9}">
      <dsp:nvSpPr>
        <dsp:cNvPr id="0" name=""/>
        <dsp:cNvSpPr/>
      </dsp:nvSpPr>
      <dsp:spPr>
        <a:xfrm>
          <a:off x="378875" y="245526"/>
          <a:ext cx="8024429" cy="49083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Behavioural Patterns Part: I - Chain of Responsibility Pattern</a:t>
          </a:r>
        </a:p>
      </dsp:txBody>
      <dsp:txXfrm>
        <a:off x="378875" y="245526"/>
        <a:ext cx="8024429" cy="490836"/>
      </dsp:txXfrm>
    </dsp:sp>
    <dsp:sp modelId="{9FCCB15F-E614-45FB-AAB4-FA0E60A55E2E}">
      <dsp:nvSpPr>
        <dsp:cNvPr id="0" name=""/>
        <dsp:cNvSpPr/>
      </dsp:nvSpPr>
      <dsp:spPr>
        <a:xfrm>
          <a:off x="72102" y="184171"/>
          <a:ext cx="613545" cy="613545"/>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7BE6ED4C-509B-44E4-AA44-EB0711D49DBD}">
      <dsp:nvSpPr>
        <dsp:cNvPr id="0" name=""/>
        <dsp:cNvSpPr/>
      </dsp:nvSpPr>
      <dsp:spPr>
        <a:xfrm>
          <a:off x="823371" y="982212"/>
          <a:ext cx="7579933" cy="49083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Command Pattern</a:t>
          </a:r>
        </a:p>
      </dsp:txBody>
      <dsp:txXfrm>
        <a:off x="823371" y="982212"/>
        <a:ext cx="7579933" cy="490836"/>
      </dsp:txXfrm>
    </dsp:sp>
    <dsp:sp modelId="{0EDCD9DF-3883-453F-8112-16F5CCB0D3B4}">
      <dsp:nvSpPr>
        <dsp:cNvPr id="0" name=""/>
        <dsp:cNvSpPr/>
      </dsp:nvSpPr>
      <dsp:spPr>
        <a:xfrm>
          <a:off x="516598" y="920858"/>
          <a:ext cx="613545" cy="613545"/>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5AC9256A-E274-4EC0-AF26-CACB5C5BE9C7}">
      <dsp:nvSpPr>
        <dsp:cNvPr id="0" name=""/>
        <dsp:cNvSpPr/>
      </dsp:nvSpPr>
      <dsp:spPr>
        <a:xfrm>
          <a:off x="1066953" y="1718358"/>
          <a:ext cx="7336351" cy="49083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Interpreter Pattern</a:t>
          </a:r>
        </a:p>
      </dsp:txBody>
      <dsp:txXfrm>
        <a:off x="1066953" y="1718358"/>
        <a:ext cx="7336351" cy="490836"/>
      </dsp:txXfrm>
    </dsp:sp>
    <dsp:sp modelId="{2544928C-FB9E-453E-84B5-A839AC24E467}">
      <dsp:nvSpPr>
        <dsp:cNvPr id="0" name=""/>
        <dsp:cNvSpPr/>
      </dsp:nvSpPr>
      <dsp:spPr>
        <a:xfrm>
          <a:off x="760180" y="1657004"/>
          <a:ext cx="613545" cy="613545"/>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3077B55F-32B0-471E-94B1-B138ABD58765}">
      <dsp:nvSpPr>
        <dsp:cNvPr id="0" name=""/>
        <dsp:cNvSpPr/>
      </dsp:nvSpPr>
      <dsp:spPr>
        <a:xfrm>
          <a:off x="1144726" y="2455045"/>
          <a:ext cx="7258578" cy="49083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Iterator Pattern</a:t>
          </a:r>
        </a:p>
      </dsp:txBody>
      <dsp:txXfrm>
        <a:off x="1144726" y="2455045"/>
        <a:ext cx="7258578" cy="490836"/>
      </dsp:txXfrm>
    </dsp:sp>
    <dsp:sp modelId="{D9ABCE0C-46B0-4C8E-9885-5334671D1A2F}">
      <dsp:nvSpPr>
        <dsp:cNvPr id="0" name=""/>
        <dsp:cNvSpPr/>
      </dsp:nvSpPr>
      <dsp:spPr>
        <a:xfrm>
          <a:off x="837953" y="2393690"/>
          <a:ext cx="613545" cy="613545"/>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087F5578-7BB1-4479-A90C-51B9C61EB15B}">
      <dsp:nvSpPr>
        <dsp:cNvPr id="0" name=""/>
        <dsp:cNvSpPr/>
      </dsp:nvSpPr>
      <dsp:spPr>
        <a:xfrm>
          <a:off x="1066953" y="3191731"/>
          <a:ext cx="7336351" cy="49083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Behavioural Patterns Part: II - Mediator</a:t>
          </a:r>
        </a:p>
      </dsp:txBody>
      <dsp:txXfrm>
        <a:off x="1066953" y="3191731"/>
        <a:ext cx="7336351" cy="490836"/>
      </dsp:txXfrm>
    </dsp:sp>
    <dsp:sp modelId="{247E252F-0EE5-42CC-BB2C-5C01A411537B}">
      <dsp:nvSpPr>
        <dsp:cNvPr id="0" name=""/>
        <dsp:cNvSpPr/>
      </dsp:nvSpPr>
      <dsp:spPr>
        <a:xfrm>
          <a:off x="760180" y="3130377"/>
          <a:ext cx="613545" cy="613545"/>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8037028E-90A1-4917-B182-4153496C1BF5}">
      <dsp:nvSpPr>
        <dsp:cNvPr id="0" name=""/>
        <dsp:cNvSpPr/>
      </dsp:nvSpPr>
      <dsp:spPr>
        <a:xfrm>
          <a:off x="823371" y="3927878"/>
          <a:ext cx="7579933" cy="49083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Memento</a:t>
          </a:r>
        </a:p>
      </dsp:txBody>
      <dsp:txXfrm>
        <a:off x="823371" y="3927878"/>
        <a:ext cx="7579933" cy="490836"/>
      </dsp:txXfrm>
    </dsp:sp>
    <dsp:sp modelId="{3F6B4DD1-D397-4831-BBCC-3F93F5463D42}">
      <dsp:nvSpPr>
        <dsp:cNvPr id="0" name=""/>
        <dsp:cNvSpPr/>
      </dsp:nvSpPr>
      <dsp:spPr>
        <a:xfrm>
          <a:off x="516598" y="3866523"/>
          <a:ext cx="613545" cy="613545"/>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5F93AB3A-14DA-436B-9194-C42AF3EA4AB8}">
      <dsp:nvSpPr>
        <dsp:cNvPr id="0" name=""/>
        <dsp:cNvSpPr/>
      </dsp:nvSpPr>
      <dsp:spPr>
        <a:xfrm>
          <a:off x="378875" y="4664564"/>
          <a:ext cx="8024429" cy="49083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Observer Pattern</a:t>
          </a:r>
        </a:p>
      </dsp:txBody>
      <dsp:txXfrm>
        <a:off x="378875" y="4664564"/>
        <a:ext cx="8024429" cy="490836"/>
      </dsp:txXfrm>
    </dsp:sp>
    <dsp:sp modelId="{85628810-FA91-46B4-85FF-6303657FDB73}">
      <dsp:nvSpPr>
        <dsp:cNvPr id="0" name=""/>
        <dsp:cNvSpPr/>
      </dsp:nvSpPr>
      <dsp:spPr>
        <a:xfrm>
          <a:off x="72102" y="4603210"/>
          <a:ext cx="613545" cy="613545"/>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71294A-09C9-4D6E-A130-C7FC41E1332C}">
      <dsp:nvSpPr>
        <dsp:cNvPr id="0" name=""/>
        <dsp:cNvSpPr/>
      </dsp:nvSpPr>
      <dsp:spPr>
        <a:xfrm>
          <a:off x="-6106910" y="-934359"/>
          <a:ext cx="7269645" cy="7269645"/>
        </a:xfrm>
        <a:prstGeom prst="blockArc">
          <a:avLst>
            <a:gd name="adj1" fmla="val 18900000"/>
            <a:gd name="adj2" fmla="val 2700000"/>
            <a:gd name="adj3" fmla="val 297"/>
          </a:avLst>
        </a:prstGeom>
        <a:noFill/>
        <a:ln w="12700" cap="flat" cmpd="sng" algn="ctr">
          <a:solidFill>
            <a:schemeClr val="accent2">
              <a:shade val="60000"/>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4041A3B1-6B30-436F-A39A-8B3629193EF9}">
      <dsp:nvSpPr>
        <dsp:cNvPr id="0" name=""/>
        <dsp:cNvSpPr/>
      </dsp:nvSpPr>
      <dsp:spPr>
        <a:xfrm>
          <a:off x="508078" y="337449"/>
          <a:ext cx="7891026" cy="675331"/>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36045"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Behavioral Patterns Part: III - State Patterns</a:t>
          </a:r>
          <a:endParaRPr lang="en-IN" sz="2000" kern="1200" dirty="0">
            <a:latin typeface="Times New Roman" panose="02020603050405020304" pitchFamily="18" charset="0"/>
            <a:cs typeface="Times New Roman" panose="02020603050405020304" pitchFamily="18" charset="0"/>
          </a:endParaRPr>
        </a:p>
      </dsp:txBody>
      <dsp:txXfrm>
        <a:off x="508078" y="337449"/>
        <a:ext cx="7891026" cy="675331"/>
      </dsp:txXfrm>
    </dsp:sp>
    <dsp:sp modelId="{9FCCB15F-E614-45FB-AAB4-FA0E60A55E2E}">
      <dsp:nvSpPr>
        <dsp:cNvPr id="0" name=""/>
        <dsp:cNvSpPr/>
      </dsp:nvSpPr>
      <dsp:spPr>
        <a:xfrm>
          <a:off x="85995" y="253033"/>
          <a:ext cx="844164" cy="844164"/>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8D53FA69-9384-4A65-9682-35F59C9334E2}">
      <dsp:nvSpPr>
        <dsp:cNvPr id="0" name=""/>
        <dsp:cNvSpPr/>
      </dsp:nvSpPr>
      <dsp:spPr>
        <a:xfrm>
          <a:off x="992001" y="1350123"/>
          <a:ext cx="7407103" cy="675331"/>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36045"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Strategy</a:t>
          </a:r>
          <a:endParaRPr lang="en-IN" sz="2000" kern="1200" dirty="0">
            <a:latin typeface="Times New Roman" panose="02020603050405020304" pitchFamily="18" charset="0"/>
            <a:cs typeface="Times New Roman" panose="02020603050405020304" pitchFamily="18" charset="0"/>
          </a:endParaRPr>
        </a:p>
      </dsp:txBody>
      <dsp:txXfrm>
        <a:off x="992001" y="1350123"/>
        <a:ext cx="7407103" cy="675331"/>
      </dsp:txXfrm>
    </dsp:sp>
    <dsp:sp modelId="{E8C35F67-A6D9-4045-B694-55E420D504CE}">
      <dsp:nvSpPr>
        <dsp:cNvPr id="0" name=""/>
        <dsp:cNvSpPr/>
      </dsp:nvSpPr>
      <dsp:spPr>
        <a:xfrm>
          <a:off x="569919" y="1265707"/>
          <a:ext cx="844164" cy="844164"/>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DCA0AAE5-F292-44A2-8ED6-2F808462B4CC}">
      <dsp:nvSpPr>
        <dsp:cNvPr id="0" name=""/>
        <dsp:cNvSpPr/>
      </dsp:nvSpPr>
      <dsp:spPr>
        <a:xfrm>
          <a:off x="1140526" y="2362797"/>
          <a:ext cx="7258578" cy="675331"/>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36045"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Template Patterns</a:t>
          </a:r>
          <a:endParaRPr lang="en-IN" sz="2000" kern="1200" dirty="0">
            <a:latin typeface="Times New Roman" panose="02020603050405020304" pitchFamily="18" charset="0"/>
            <a:cs typeface="Times New Roman" panose="02020603050405020304" pitchFamily="18" charset="0"/>
          </a:endParaRPr>
        </a:p>
      </dsp:txBody>
      <dsp:txXfrm>
        <a:off x="1140526" y="2362797"/>
        <a:ext cx="7258578" cy="675331"/>
      </dsp:txXfrm>
    </dsp:sp>
    <dsp:sp modelId="{0283E900-9495-4459-8BF9-C23466668FD6}">
      <dsp:nvSpPr>
        <dsp:cNvPr id="0" name=""/>
        <dsp:cNvSpPr/>
      </dsp:nvSpPr>
      <dsp:spPr>
        <a:xfrm>
          <a:off x="718444" y="2278381"/>
          <a:ext cx="844164" cy="844164"/>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F4543FD8-0D05-4148-8747-0C5DEE0854A0}">
      <dsp:nvSpPr>
        <dsp:cNvPr id="0" name=""/>
        <dsp:cNvSpPr/>
      </dsp:nvSpPr>
      <dsp:spPr>
        <a:xfrm>
          <a:off x="992001" y="3375471"/>
          <a:ext cx="7407103" cy="675331"/>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36045"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Visitor</a:t>
          </a:r>
          <a:endParaRPr lang="en-IN" sz="2000" kern="1200" dirty="0">
            <a:latin typeface="Times New Roman" panose="02020603050405020304" pitchFamily="18" charset="0"/>
            <a:cs typeface="Times New Roman" panose="02020603050405020304" pitchFamily="18" charset="0"/>
          </a:endParaRPr>
        </a:p>
      </dsp:txBody>
      <dsp:txXfrm>
        <a:off x="992001" y="3375471"/>
        <a:ext cx="7407103" cy="675331"/>
      </dsp:txXfrm>
    </dsp:sp>
    <dsp:sp modelId="{7585D5F1-6E55-4E5F-984F-0324E7B5D61F}">
      <dsp:nvSpPr>
        <dsp:cNvPr id="0" name=""/>
        <dsp:cNvSpPr/>
      </dsp:nvSpPr>
      <dsp:spPr>
        <a:xfrm>
          <a:off x="569919" y="3291054"/>
          <a:ext cx="844164" cy="844164"/>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1448753A-C16D-4185-A730-D4DEDA902FEE}">
      <dsp:nvSpPr>
        <dsp:cNvPr id="0" name=""/>
        <dsp:cNvSpPr/>
      </dsp:nvSpPr>
      <dsp:spPr>
        <a:xfrm>
          <a:off x="517942" y="4388145"/>
          <a:ext cx="7891026" cy="675331"/>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36045"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Expectation from Design Patterns</a:t>
          </a:r>
          <a:endParaRPr lang="en-IN" sz="2000" kern="1200" dirty="0">
            <a:latin typeface="Times New Roman" panose="02020603050405020304" pitchFamily="18" charset="0"/>
            <a:cs typeface="Times New Roman" panose="02020603050405020304" pitchFamily="18" charset="0"/>
          </a:endParaRPr>
        </a:p>
      </dsp:txBody>
      <dsp:txXfrm>
        <a:off x="517942" y="4388145"/>
        <a:ext cx="7891026" cy="675331"/>
      </dsp:txXfrm>
    </dsp:sp>
    <dsp:sp modelId="{4A818014-1F36-4D56-BF5A-00D7842B61A2}">
      <dsp:nvSpPr>
        <dsp:cNvPr id="0" name=""/>
        <dsp:cNvSpPr/>
      </dsp:nvSpPr>
      <dsp:spPr>
        <a:xfrm>
          <a:off x="85995" y="4303728"/>
          <a:ext cx="844164" cy="844164"/>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18F1C8-632D-4593-8386-DC1BDD77A6F3}">
      <dsp:nvSpPr>
        <dsp:cNvPr id="0" name=""/>
        <dsp:cNvSpPr/>
      </dsp:nvSpPr>
      <dsp:spPr>
        <a:xfrm>
          <a:off x="0" y="176"/>
          <a:ext cx="6172199" cy="522866"/>
        </a:xfrm>
        <a:prstGeom prst="roundRect">
          <a:avLst/>
        </a:prstGeom>
        <a:solidFill>
          <a:schemeClr val="accent6">
            <a:lumMod val="75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In this semester, the students will </a:t>
          </a:r>
          <a:endParaRPr lang="en-IN" sz="2800" kern="1200" dirty="0"/>
        </a:p>
      </dsp:txBody>
      <dsp:txXfrm>
        <a:off x="25524" y="25700"/>
        <a:ext cx="6121151" cy="47181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E7BA34-FA84-45EB-89F5-AA12E2797A41}">
      <dsp:nvSpPr>
        <dsp:cNvPr id="0" name=""/>
        <dsp:cNvSpPr/>
      </dsp:nvSpPr>
      <dsp:spPr>
        <a:xfrm>
          <a:off x="0" y="430"/>
          <a:ext cx="10134600" cy="881787"/>
        </a:xfrm>
        <a:prstGeom prst="roundRect">
          <a:avLst/>
        </a:prstGeom>
        <a:solidFill>
          <a:schemeClr val="accent6"/>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Study how to </a:t>
          </a:r>
          <a:r>
            <a:rPr lang="en-US" sz="2400" b="0" i="0" kern="1200" dirty="0"/>
            <a:t>shows relationships and interactions between classes or objects.</a:t>
          </a:r>
          <a:r>
            <a:rPr lang="en-US" sz="2800" kern="1200" dirty="0"/>
            <a:t>.</a:t>
          </a:r>
          <a:endParaRPr lang="en-IN" sz="2800" kern="1200" dirty="0"/>
        </a:p>
      </dsp:txBody>
      <dsp:txXfrm>
        <a:off x="43045" y="43475"/>
        <a:ext cx="10048510" cy="79569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3ADADF-1651-46C2-846B-A7F79BFA24CF}">
      <dsp:nvSpPr>
        <dsp:cNvPr id="0" name=""/>
        <dsp:cNvSpPr/>
      </dsp:nvSpPr>
      <dsp:spPr>
        <a:xfrm>
          <a:off x="0" y="328"/>
          <a:ext cx="10134600" cy="953778"/>
        </a:xfrm>
        <a:prstGeom prst="roundRect">
          <a:avLst/>
        </a:prstGeom>
        <a:solidFill>
          <a:schemeClr val="accent6"/>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Study to </a:t>
          </a:r>
          <a:r>
            <a:rPr lang="en-US" sz="2400" b="0" i="0" kern="1200" dirty="0"/>
            <a:t>speed up the development process by providing well-tested, proven development/design paradigms. </a:t>
          </a:r>
          <a:endParaRPr lang="en-IN" sz="2400" kern="1200" dirty="0"/>
        </a:p>
      </dsp:txBody>
      <dsp:txXfrm>
        <a:off x="46560" y="46888"/>
        <a:ext cx="10041480" cy="86065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DF58AF-4B5A-40D5-876B-C773221F443C}">
      <dsp:nvSpPr>
        <dsp:cNvPr id="0" name=""/>
        <dsp:cNvSpPr/>
      </dsp:nvSpPr>
      <dsp:spPr>
        <a:xfrm>
          <a:off x="0" y="513513"/>
          <a:ext cx="10165080" cy="730615"/>
        </a:xfrm>
        <a:prstGeom prst="roundRect">
          <a:avLst/>
        </a:prstGeom>
        <a:solidFill>
          <a:schemeClr val="accent6"/>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dirty="0"/>
            <a:t>Select a specific design pattern for the solution of a given design problem.</a:t>
          </a:r>
          <a:endParaRPr lang="en-IN" sz="2400" kern="1200" dirty="0"/>
        </a:p>
      </dsp:txBody>
      <dsp:txXfrm>
        <a:off x="35666" y="549179"/>
        <a:ext cx="10093748" cy="65928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6B7FBA-CAF3-4274-AEB4-00729BD1494C}">
      <dsp:nvSpPr>
        <dsp:cNvPr id="0" name=""/>
        <dsp:cNvSpPr/>
      </dsp:nvSpPr>
      <dsp:spPr>
        <a:xfrm>
          <a:off x="0" y="84154"/>
          <a:ext cx="10165080" cy="1016670"/>
        </a:xfrm>
        <a:prstGeom prst="roundRect">
          <a:avLst/>
        </a:prstGeom>
        <a:solidFill>
          <a:schemeClr val="accent6"/>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dirty="0"/>
            <a:t>Create a catalogue entry for a simple design pattern whose purpose and application is understood.</a:t>
          </a:r>
          <a:endParaRPr lang="en-IN" sz="2800" kern="1200" dirty="0"/>
        </a:p>
      </dsp:txBody>
      <dsp:txXfrm>
        <a:off x="49630" y="133784"/>
        <a:ext cx="10065820" cy="91741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98B381-A99B-40FA-B837-D80DC4A60493}">
      <dsp:nvSpPr>
        <dsp:cNvPr id="0" name=""/>
        <dsp:cNvSpPr/>
      </dsp:nvSpPr>
      <dsp:spPr>
        <a:xfrm>
          <a:off x="0" y="43766"/>
          <a:ext cx="9601200" cy="598264"/>
        </a:xfrm>
        <a:prstGeom prst="roundRect">
          <a:avLst/>
        </a:prstGeom>
        <a:solidFill>
          <a:schemeClr val="accent4"/>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1" kern="1200" dirty="0"/>
            <a:t>At the end of course, the student  will be able to</a:t>
          </a:r>
          <a:r>
            <a:rPr lang="en-US" sz="2800" kern="1200" dirty="0"/>
            <a:t>:</a:t>
          </a:r>
          <a:endParaRPr lang="en-IN" sz="2800" kern="1200" dirty="0"/>
        </a:p>
      </dsp:txBody>
      <dsp:txXfrm>
        <a:off x="29205" y="72971"/>
        <a:ext cx="9542790" cy="539854"/>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DD9097-4AFF-4D2E-9357-46583571353B}">
      <dsp:nvSpPr>
        <dsp:cNvPr id="0" name=""/>
        <dsp:cNvSpPr/>
      </dsp:nvSpPr>
      <dsp:spPr>
        <a:xfrm>
          <a:off x="0" y="135"/>
          <a:ext cx="9601200" cy="671580"/>
        </a:xfrm>
        <a:prstGeom prst="roundRect">
          <a:avLst/>
        </a:prstGeom>
        <a:solidFill>
          <a:schemeClr val="accent6">
            <a:lumMod val="40000"/>
            <a:lumOff val="60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kern="1200" dirty="0">
              <a:solidFill>
                <a:schemeClr val="tx1"/>
              </a:solidFill>
            </a:rPr>
            <a:t>CO1 : Construct a design consisting of collection of modules.</a:t>
          </a:r>
          <a:endParaRPr lang="en-IN" sz="2800" kern="1200" dirty="0">
            <a:solidFill>
              <a:schemeClr val="tx1"/>
            </a:solidFill>
          </a:endParaRPr>
        </a:p>
      </dsp:txBody>
      <dsp:txXfrm>
        <a:off x="32784" y="32919"/>
        <a:ext cx="9535632" cy="60601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5036F8-A246-4E6A-8921-20C367BBB964}">
      <dsp:nvSpPr>
        <dsp:cNvPr id="0" name=""/>
        <dsp:cNvSpPr/>
      </dsp:nvSpPr>
      <dsp:spPr>
        <a:xfrm>
          <a:off x="0" y="24120"/>
          <a:ext cx="9601200" cy="623610"/>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dirty="0"/>
            <a:t>CO2 : Exploit well known design pattern such as Factory, visitor etc.</a:t>
          </a:r>
          <a:endParaRPr lang="en-IN" sz="2600" kern="1200" dirty="0"/>
        </a:p>
      </dsp:txBody>
      <dsp:txXfrm>
        <a:off x="30442" y="54562"/>
        <a:ext cx="9540316" cy="56272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029958-E145-4D8C-B815-F42AE9B5E6DF}">
      <dsp:nvSpPr>
        <dsp:cNvPr id="0" name=""/>
        <dsp:cNvSpPr/>
      </dsp:nvSpPr>
      <dsp:spPr>
        <a:xfrm>
          <a:off x="0" y="23995"/>
          <a:ext cx="9601200" cy="623610"/>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IN" sz="2600" b="1" kern="1200" dirty="0"/>
            <a:t>CO3 : Distinguish between different categories of design patterns.</a:t>
          </a:r>
          <a:endParaRPr lang="en-IN" sz="2600" kern="1200" dirty="0"/>
        </a:p>
      </dsp:txBody>
      <dsp:txXfrm>
        <a:off x="30442" y="54437"/>
        <a:ext cx="9540316" cy="562726"/>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92D58-280A-4A5B-8ABB-4AA8C3D0C486}">
      <dsp:nvSpPr>
        <dsp:cNvPr id="0" name=""/>
        <dsp:cNvSpPr/>
      </dsp:nvSpPr>
      <dsp:spPr>
        <a:xfrm>
          <a:off x="0" y="36113"/>
          <a:ext cx="9601201" cy="599625"/>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kern="1200" dirty="0"/>
            <a:t>CO4 : Ability to common design pattern for incremental development.</a:t>
          </a:r>
          <a:endParaRPr lang="en-IN" sz="2500" kern="1200" dirty="0"/>
        </a:p>
      </dsp:txBody>
      <dsp:txXfrm>
        <a:off x="29271" y="65384"/>
        <a:ext cx="9542659" cy="541083"/>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ED7F0D-5C80-4479-905C-E79E88227593}">
      <dsp:nvSpPr>
        <dsp:cNvPr id="0" name=""/>
        <dsp:cNvSpPr/>
      </dsp:nvSpPr>
      <dsp:spPr>
        <a:xfrm>
          <a:off x="0" y="191967"/>
          <a:ext cx="9601200" cy="1217286"/>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IN" sz="2500" b="1" kern="1200" dirty="0"/>
            <a:t>CO5 : Identify appropriate design pattern for a given problem and design the software using pattern oriented architecture.</a:t>
          </a:r>
          <a:endParaRPr lang="en-IN" sz="2500" kern="1200" dirty="0"/>
        </a:p>
      </dsp:txBody>
      <dsp:txXfrm>
        <a:off x="59423" y="251390"/>
        <a:ext cx="9482354" cy="109844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98B381-A99B-40FA-B837-D80DC4A60493}">
      <dsp:nvSpPr>
        <dsp:cNvPr id="0" name=""/>
        <dsp:cNvSpPr/>
      </dsp:nvSpPr>
      <dsp:spPr>
        <a:xfrm>
          <a:off x="0" y="334"/>
          <a:ext cx="7620000" cy="685128"/>
        </a:xfrm>
        <a:prstGeom prst="roundRect">
          <a:avLst/>
        </a:prstGeom>
        <a:solidFill>
          <a:schemeClr val="accent4"/>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t>Engineering Graduates will be able to</a:t>
          </a:r>
          <a:r>
            <a:rPr lang="en-US" sz="2800" kern="1200" dirty="0"/>
            <a:t>:</a:t>
          </a:r>
          <a:endParaRPr lang="en-IN" sz="2800" kern="1200" dirty="0"/>
        </a:p>
      </dsp:txBody>
      <dsp:txXfrm>
        <a:off x="33445" y="33779"/>
        <a:ext cx="7553110" cy="618238"/>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DD9097-4AFF-4D2E-9357-46583571353B}">
      <dsp:nvSpPr>
        <dsp:cNvPr id="0" name=""/>
        <dsp:cNvSpPr/>
      </dsp:nvSpPr>
      <dsp:spPr>
        <a:xfrm>
          <a:off x="0" y="135"/>
          <a:ext cx="7620000" cy="671580"/>
        </a:xfrm>
        <a:prstGeom prst="roundRect">
          <a:avLst/>
        </a:prstGeom>
        <a:solidFill>
          <a:schemeClr val="accent6">
            <a:lumMod val="60000"/>
            <a:lumOff val="4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kern="1200" dirty="0"/>
            <a:t>PO1 : </a:t>
          </a:r>
          <a:r>
            <a:rPr lang="en-US" sz="2800" b="1" kern="1200" dirty="0"/>
            <a:t>Engineering Knowledge</a:t>
          </a:r>
          <a:endParaRPr lang="en-IN" sz="2800" kern="1200" dirty="0"/>
        </a:p>
      </dsp:txBody>
      <dsp:txXfrm>
        <a:off x="32784" y="32919"/>
        <a:ext cx="7554432" cy="606012"/>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5036F8-A246-4E6A-8921-20C367BBB964}">
      <dsp:nvSpPr>
        <dsp:cNvPr id="0" name=""/>
        <dsp:cNvSpPr/>
      </dsp:nvSpPr>
      <dsp:spPr>
        <a:xfrm>
          <a:off x="0" y="135"/>
          <a:ext cx="7620000" cy="671580"/>
        </a:xfrm>
        <a:prstGeom prst="roundRect">
          <a:avLst/>
        </a:prstGeom>
        <a:solidFill>
          <a:schemeClr val="accent6">
            <a:lumMod val="60000"/>
            <a:lumOff val="4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t>PO2 : Problem Analysis</a:t>
          </a:r>
          <a:endParaRPr lang="en-IN" sz="2800" kern="1200" dirty="0"/>
        </a:p>
      </dsp:txBody>
      <dsp:txXfrm>
        <a:off x="32784" y="32919"/>
        <a:ext cx="7554432" cy="606012"/>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029958-E145-4D8C-B815-F42AE9B5E6DF}">
      <dsp:nvSpPr>
        <dsp:cNvPr id="0" name=""/>
        <dsp:cNvSpPr/>
      </dsp:nvSpPr>
      <dsp:spPr>
        <a:xfrm>
          <a:off x="0" y="135"/>
          <a:ext cx="7620000" cy="671580"/>
        </a:xfrm>
        <a:prstGeom prst="roundRect">
          <a:avLst/>
        </a:prstGeom>
        <a:solidFill>
          <a:schemeClr val="accent6">
            <a:lumMod val="60000"/>
            <a:lumOff val="4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kern="1200" dirty="0"/>
            <a:t>PO3 : </a:t>
          </a:r>
          <a:r>
            <a:rPr lang="en-US" sz="2800" b="1" kern="1200" dirty="0"/>
            <a:t>Design/Development of solutions</a:t>
          </a:r>
          <a:endParaRPr lang="en-IN" sz="2800" kern="1200" dirty="0"/>
        </a:p>
      </dsp:txBody>
      <dsp:txXfrm>
        <a:off x="32784" y="32919"/>
        <a:ext cx="7554432" cy="606012"/>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92D58-280A-4A5B-8ABB-4AA8C3D0C486}">
      <dsp:nvSpPr>
        <dsp:cNvPr id="0" name=""/>
        <dsp:cNvSpPr/>
      </dsp:nvSpPr>
      <dsp:spPr>
        <a:xfrm>
          <a:off x="0" y="12128"/>
          <a:ext cx="7619999" cy="647595"/>
        </a:xfrm>
        <a:prstGeom prst="roundRect">
          <a:avLst/>
        </a:prstGeom>
        <a:solidFill>
          <a:schemeClr val="accent6">
            <a:lumMod val="60000"/>
            <a:lumOff val="4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kern="1200" dirty="0"/>
            <a:t>PO4 : Conduct Investigations of complex problems</a:t>
          </a:r>
          <a:endParaRPr lang="en-IN" sz="2700" kern="1200" dirty="0"/>
        </a:p>
      </dsp:txBody>
      <dsp:txXfrm>
        <a:off x="31613" y="43741"/>
        <a:ext cx="7556773" cy="584369"/>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ED7F0D-5C80-4479-905C-E79E88227593}">
      <dsp:nvSpPr>
        <dsp:cNvPr id="0" name=""/>
        <dsp:cNvSpPr/>
      </dsp:nvSpPr>
      <dsp:spPr>
        <a:xfrm>
          <a:off x="0" y="270"/>
          <a:ext cx="7620000" cy="671580"/>
        </a:xfrm>
        <a:prstGeom prst="roundRect">
          <a:avLst/>
        </a:prstGeom>
        <a:solidFill>
          <a:schemeClr val="accent6">
            <a:lumMod val="60000"/>
            <a:lumOff val="4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kern="1200" dirty="0"/>
            <a:t>PO5 : </a:t>
          </a:r>
          <a:r>
            <a:rPr lang="en-US" sz="2800" b="1" kern="1200" dirty="0"/>
            <a:t>Modern tool usage</a:t>
          </a:r>
          <a:endParaRPr lang="en-IN" sz="2800" kern="1200" dirty="0"/>
        </a:p>
      </dsp:txBody>
      <dsp:txXfrm>
        <a:off x="32784" y="33054"/>
        <a:ext cx="7554432" cy="606012"/>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C17462-A62E-4245-BFD1-F10DCB528333}">
      <dsp:nvSpPr>
        <dsp:cNvPr id="0" name=""/>
        <dsp:cNvSpPr/>
      </dsp:nvSpPr>
      <dsp:spPr>
        <a:xfrm>
          <a:off x="0" y="656"/>
          <a:ext cx="7620000" cy="671194"/>
        </a:xfrm>
        <a:prstGeom prst="roundRect">
          <a:avLst/>
        </a:prstGeom>
        <a:solidFill>
          <a:schemeClr val="accent6">
            <a:lumMod val="60000"/>
            <a:lumOff val="4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t>PO6 : The engineer and society</a:t>
          </a:r>
          <a:endParaRPr lang="en-IN" sz="2800" kern="1200" dirty="0"/>
        </a:p>
      </dsp:txBody>
      <dsp:txXfrm>
        <a:off x="32765" y="33421"/>
        <a:ext cx="7554470" cy="605664"/>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98B381-A99B-40FA-B837-D80DC4A60493}">
      <dsp:nvSpPr>
        <dsp:cNvPr id="0" name=""/>
        <dsp:cNvSpPr/>
      </dsp:nvSpPr>
      <dsp:spPr>
        <a:xfrm>
          <a:off x="0" y="334"/>
          <a:ext cx="7620000" cy="685128"/>
        </a:xfrm>
        <a:prstGeom prst="roundRect">
          <a:avLst/>
        </a:prstGeom>
        <a:solidFill>
          <a:schemeClr val="accent4"/>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t>Engineering Graduates will be able to</a:t>
          </a:r>
          <a:r>
            <a:rPr lang="en-US" sz="2800" kern="1200" dirty="0"/>
            <a:t>:</a:t>
          </a:r>
          <a:endParaRPr lang="en-IN" sz="2800" kern="1200" dirty="0"/>
        </a:p>
      </dsp:txBody>
      <dsp:txXfrm>
        <a:off x="33445" y="33779"/>
        <a:ext cx="7553110" cy="618238"/>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DD9097-4AFF-4D2E-9357-46583571353B}">
      <dsp:nvSpPr>
        <dsp:cNvPr id="0" name=""/>
        <dsp:cNvSpPr/>
      </dsp:nvSpPr>
      <dsp:spPr>
        <a:xfrm>
          <a:off x="0" y="135"/>
          <a:ext cx="7620000" cy="671580"/>
        </a:xfrm>
        <a:prstGeom prst="roundRect">
          <a:avLst/>
        </a:prstGeom>
        <a:solidFill>
          <a:schemeClr val="accent6">
            <a:lumMod val="60000"/>
            <a:lumOff val="4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kern="1200" dirty="0">
              <a:latin typeface="+mj-lt"/>
            </a:rPr>
            <a:t>PO7 : </a:t>
          </a:r>
          <a:r>
            <a:rPr lang="en-US" sz="2800" b="1" kern="1200" dirty="0">
              <a:latin typeface="+mj-lt"/>
              <a:ea typeface="Calibri" panose="020F0502020204030204" pitchFamily="34" charset="0"/>
            </a:rPr>
            <a:t>Environment and sustainability</a:t>
          </a:r>
          <a:endParaRPr lang="en-IN" sz="2800" kern="1200" dirty="0"/>
        </a:p>
      </dsp:txBody>
      <dsp:txXfrm>
        <a:off x="32784" y="32919"/>
        <a:ext cx="7554432" cy="606012"/>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5036F8-A246-4E6A-8921-20C367BBB964}">
      <dsp:nvSpPr>
        <dsp:cNvPr id="0" name=""/>
        <dsp:cNvSpPr/>
      </dsp:nvSpPr>
      <dsp:spPr>
        <a:xfrm>
          <a:off x="0" y="135"/>
          <a:ext cx="7620000" cy="671580"/>
        </a:xfrm>
        <a:prstGeom prst="roundRect">
          <a:avLst/>
        </a:prstGeom>
        <a:solidFill>
          <a:schemeClr val="accent6">
            <a:lumMod val="60000"/>
            <a:lumOff val="4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latin typeface="+mj-lt"/>
              <a:ea typeface="Times New Roman" panose="02020603050405020304" pitchFamily="18" charset="0"/>
              <a:cs typeface="Times New Roman" panose="02020603050405020304" pitchFamily="18" charset="0"/>
            </a:rPr>
            <a:t>PO8 : Ethics</a:t>
          </a:r>
          <a:endParaRPr lang="en-IN" sz="2800" kern="1200" dirty="0"/>
        </a:p>
      </dsp:txBody>
      <dsp:txXfrm>
        <a:off x="32784" y="32919"/>
        <a:ext cx="7554432" cy="606012"/>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029958-E145-4D8C-B815-F42AE9B5E6DF}">
      <dsp:nvSpPr>
        <dsp:cNvPr id="0" name=""/>
        <dsp:cNvSpPr/>
      </dsp:nvSpPr>
      <dsp:spPr>
        <a:xfrm>
          <a:off x="0" y="135"/>
          <a:ext cx="7620000" cy="671580"/>
        </a:xfrm>
        <a:prstGeom prst="roundRect">
          <a:avLst/>
        </a:prstGeom>
        <a:solidFill>
          <a:schemeClr val="accent6">
            <a:lumMod val="60000"/>
            <a:lumOff val="4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latin typeface="+mj-lt"/>
              <a:ea typeface="Times New Roman" panose="02020603050405020304" pitchFamily="18" charset="0"/>
              <a:cs typeface="Times New Roman" panose="02020603050405020304" pitchFamily="18" charset="0"/>
            </a:rPr>
            <a:t>PO9 : Individual and teamwork</a:t>
          </a:r>
          <a:endParaRPr lang="en-IN" sz="2800" kern="1200" dirty="0"/>
        </a:p>
      </dsp:txBody>
      <dsp:txXfrm>
        <a:off x="32784" y="32919"/>
        <a:ext cx="7554432" cy="606012"/>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92D58-280A-4A5B-8ABB-4AA8C3D0C486}">
      <dsp:nvSpPr>
        <dsp:cNvPr id="0" name=""/>
        <dsp:cNvSpPr/>
      </dsp:nvSpPr>
      <dsp:spPr>
        <a:xfrm>
          <a:off x="0" y="135"/>
          <a:ext cx="7619999" cy="671580"/>
        </a:xfrm>
        <a:prstGeom prst="roundRect">
          <a:avLst/>
        </a:prstGeom>
        <a:solidFill>
          <a:schemeClr val="accent6">
            <a:lumMod val="60000"/>
            <a:lumOff val="4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kern="1200" dirty="0">
              <a:latin typeface="+mj-lt"/>
            </a:rPr>
            <a:t>PO10 : </a:t>
          </a:r>
          <a:r>
            <a:rPr lang="en-US" sz="2800" b="1" kern="1200" dirty="0">
              <a:latin typeface="+mj-lt"/>
              <a:ea typeface="Times New Roman" panose="02020603050405020304" pitchFamily="18" charset="0"/>
              <a:cs typeface="Times New Roman" panose="02020603050405020304" pitchFamily="18" charset="0"/>
            </a:rPr>
            <a:t>Communication</a:t>
          </a:r>
          <a:endParaRPr lang="en-IN" sz="2800" kern="1200" dirty="0"/>
        </a:p>
      </dsp:txBody>
      <dsp:txXfrm>
        <a:off x="32784" y="32919"/>
        <a:ext cx="7554431" cy="606012"/>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ED7F0D-5C80-4479-905C-E79E88227593}">
      <dsp:nvSpPr>
        <dsp:cNvPr id="0" name=""/>
        <dsp:cNvSpPr/>
      </dsp:nvSpPr>
      <dsp:spPr>
        <a:xfrm>
          <a:off x="0" y="270"/>
          <a:ext cx="7620000" cy="671580"/>
        </a:xfrm>
        <a:prstGeom prst="roundRect">
          <a:avLst/>
        </a:prstGeom>
        <a:solidFill>
          <a:schemeClr val="accent6">
            <a:lumMod val="60000"/>
            <a:lumOff val="4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latin typeface="+mj-lt"/>
              <a:ea typeface="Times New Roman" panose="02020603050405020304" pitchFamily="18" charset="0"/>
              <a:cs typeface="Times New Roman" panose="02020603050405020304" pitchFamily="18" charset="0"/>
            </a:rPr>
            <a:t>PO11 : Project management and finance</a:t>
          </a:r>
          <a:endParaRPr lang="en-IN" sz="2800" kern="1200" dirty="0"/>
        </a:p>
      </dsp:txBody>
      <dsp:txXfrm>
        <a:off x="32784" y="33054"/>
        <a:ext cx="7554432" cy="606012"/>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C17462-A62E-4245-BFD1-F10DCB528333}">
      <dsp:nvSpPr>
        <dsp:cNvPr id="0" name=""/>
        <dsp:cNvSpPr/>
      </dsp:nvSpPr>
      <dsp:spPr>
        <a:xfrm>
          <a:off x="0" y="0"/>
          <a:ext cx="7620000" cy="671194"/>
        </a:xfrm>
        <a:prstGeom prst="roundRect">
          <a:avLst/>
        </a:prstGeom>
        <a:solidFill>
          <a:schemeClr val="accent6">
            <a:lumMod val="60000"/>
            <a:lumOff val="4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latin typeface="+mj-lt"/>
              <a:ea typeface="Times New Roman" panose="02020603050405020304" pitchFamily="18" charset="0"/>
              <a:cs typeface="Times New Roman" panose="02020603050405020304" pitchFamily="18" charset="0"/>
            </a:rPr>
            <a:t>PO12 : Life-long learning</a:t>
          </a:r>
          <a:endParaRPr lang="en-IN" sz="2800" kern="1200" dirty="0"/>
        </a:p>
      </dsp:txBody>
      <dsp:txXfrm>
        <a:off x="32765" y="32765"/>
        <a:ext cx="7554470" cy="605664"/>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5.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0665F-BA1F-4779-8476-707A3E8E03A2}" type="datetimeFigureOut">
              <a:rPr lang="en-IN" smtClean="0"/>
              <a:t>22-10-2024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963CB7-4F11-4FBE-9867-4F94629DF99E}" type="slidenum">
              <a:rPr lang="en-IN" smtClean="0"/>
              <a:t>‹#›</a:t>
            </a:fld>
            <a:endParaRPr lang="en-IN"/>
          </a:p>
        </p:txBody>
      </p:sp>
    </p:spTree>
    <p:extLst>
      <p:ext uri="{BB962C8B-B14F-4D97-AF65-F5344CB8AC3E}">
        <p14:creationId xmlns:p14="http://schemas.microsoft.com/office/powerpoint/2010/main" val="17817324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dirty="0"/>
          </a:p>
        </p:txBody>
      </p:sp>
    </p:spTree>
    <p:extLst>
      <p:ext uri="{BB962C8B-B14F-4D97-AF65-F5344CB8AC3E}">
        <p14:creationId xmlns:p14="http://schemas.microsoft.com/office/powerpoint/2010/main" val="23700222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a:t>
            </a:fld>
            <a:endParaRPr lang="en-US"/>
          </a:p>
        </p:txBody>
      </p:sp>
    </p:spTree>
    <p:extLst>
      <p:ext uri="{BB962C8B-B14F-4D97-AF65-F5344CB8AC3E}">
        <p14:creationId xmlns:p14="http://schemas.microsoft.com/office/powerpoint/2010/main" val="34235541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26</a:t>
            </a:fld>
            <a:endParaRPr lang="en-US" dirty="0"/>
          </a:p>
        </p:txBody>
      </p:sp>
    </p:spTree>
    <p:extLst>
      <p:ext uri="{BB962C8B-B14F-4D97-AF65-F5344CB8AC3E}">
        <p14:creationId xmlns:p14="http://schemas.microsoft.com/office/powerpoint/2010/main" val="32327369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B963CB7-4F11-4FBE-9867-4F94629DF99E}" type="slidenum">
              <a:rPr lang="en-IN" smtClean="0"/>
              <a:t>58</a:t>
            </a:fld>
            <a:endParaRPr lang="en-IN"/>
          </a:p>
        </p:txBody>
      </p:sp>
    </p:spTree>
    <p:extLst>
      <p:ext uri="{BB962C8B-B14F-4D97-AF65-F5344CB8AC3E}">
        <p14:creationId xmlns:p14="http://schemas.microsoft.com/office/powerpoint/2010/main" val="283195614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36881-5EB1-1118-2614-7DFED8DB3B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4A4D6B8-229A-B55F-511F-1CD34F11F1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F372227-CFA1-7090-46F8-29832983BE0B}"/>
              </a:ext>
            </a:extLst>
          </p:cNvPr>
          <p:cNvSpPr>
            <a:spLocks noGrp="1"/>
          </p:cNvSpPr>
          <p:nvPr>
            <p:ph type="dt" sz="half" idx="10"/>
          </p:nvPr>
        </p:nvSpPr>
        <p:spPr/>
        <p:txBody>
          <a:bodyPr/>
          <a:lstStyle/>
          <a:p>
            <a:fld id="{661AC257-B112-4107-8FFA-9479DC67832B}" type="datetimeFigureOut">
              <a:rPr lang="en-IN" smtClean="0"/>
              <a:t>22-10-2024</a:t>
            </a:fld>
            <a:endParaRPr lang="en-IN"/>
          </a:p>
        </p:txBody>
      </p:sp>
      <p:sp>
        <p:nvSpPr>
          <p:cNvPr id="5" name="Footer Placeholder 4">
            <a:extLst>
              <a:ext uri="{FF2B5EF4-FFF2-40B4-BE49-F238E27FC236}">
                <a16:creationId xmlns:a16="http://schemas.microsoft.com/office/drawing/2014/main" id="{4C71E04E-4242-2564-BBBC-6CEFA2C276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2A115F-2E1D-B22F-50B6-BB11F4CAA152}"/>
              </a:ext>
            </a:extLst>
          </p:cNvPr>
          <p:cNvSpPr>
            <a:spLocks noGrp="1"/>
          </p:cNvSpPr>
          <p:nvPr>
            <p:ph type="sldNum" sz="quarter" idx="12"/>
          </p:nvPr>
        </p:nvSpPr>
        <p:spPr/>
        <p:txBody>
          <a:bodyPr/>
          <a:lstStyle/>
          <a:p>
            <a:fld id="{E9C3C5F8-876A-4A86-AD3A-5131E970E78F}" type="slidenum">
              <a:rPr lang="en-IN" smtClean="0"/>
              <a:t>‹#›</a:t>
            </a:fld>
            <a:endParaRPr lang="en-IN"/>
          </a:p>
        </p:txBody>
      </p:sp>
      <p:pic>
        <p:nvPicPr>
          <p:cNvPr id="7" name="Picture 6">
            <a:extLst>
              <a:ext uri="{FF2B5EF4-FFF2-40B4-BE49-F238E27FC236}">
                <a16:creationId xmlns:a16="http://schemas.microsoft.com/office/drawing/2014/main" id="{C89B8FCB-5BB2-4009-5BD5-9D416EF9BB7E}"/>
              </a:ext>
            </a:extLst>
          </p:cNvPr>
          <p:cNvPicPr>
            <a:picLocks noChangeAspect="1"/>
          </p:cNvPicPr>
          <p:nvPr userDrawn="1"/>
        </p:nvPicPr>
        <p:blipFill>
          <a:blip r:embed="rId2"/>
          <a:stretch>
            <a:fillRect/>
          </a:stretch>
        </p:blipFill>
        <p:spPr>
          <a:xfrm>
            <a:off x="2114439" y="0"/>
            <a:ext cx="10077561" cy="1005927"/>
          </a:xfrm>
          <a:prstGeom prst="rect">
            <a:avLst/>
          </a:prstGeom>
        </p:spPr>
      </p:pic>
      <p:pic>
        <p:nvPicPr>
          <p:cNvPr id="8" name="Picture 7">
            <a:extLst>
              <a:ext uri="{FF2B5EF4-FFF2-40B4-BE49-F238E27FC236}">
                <a16:creationId xmlns:a16="http://schemas.microsoft.com/office/drawing/2014/main" id="{000F27D4-2450-AC9A-9573-8D650ECA86E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 y="0"/>
            <a:ext cx="2307266" cy="978674"/>
          </a:xfrm>
          <a:prstGeom prst="rect">
            <a:avLst/>
          </a:prstGeom>
          <a:noFill/>
          <a:ln>
            <a:noFill/>
          </a:ln>
        </p:spPr>
      </p:pic>
    </p:spTree>
    <p:extLst>
      <p:ext uri="{BB962C8B-B14F-4D97-AF65-F5344CB8AC3E}">
        <p14:creationId xmlns:p14="http://schemas.microsoft.com/office/powerpoint/2010/main" val="16123815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C2276-81AD-6E3A-B4EB-B38C12901AD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7765D41-D110-AF65-F60A-BA7C18527BA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6F8AC4-7BDA-BC64-5AD3-8DEE5BE41EEC}"/>
              </a:ext>
            </a:extLst>
          </p:cNvPr>
          <p:cNvSpPr>
            <a:spLocks noGrp="1"/>
          </p:cNvSpPr>
          <p:nvPr>
            <p:ph type="dt" sz="half" idx="10"/>
          </p:nvPr>
        </p:nvSpPr>
        <p:spPr/>
        <p:txBody>
          <a:bodyPr/>
          <a:lstStyle/>
          <a:p>
            <a:fld id="{661AC257-B112-4107-8FFA-9479DC67832B}" type="datetimeFigureOut">
              <a:rPr lang="en-IN" smtClean="0"/>
              <a:t>22-10-2024</a:t>
            </a:fld>
            <a:endParaRPr lang="en-IN"/>
          </a:p>
        </p:txBody>
      </p:sp>
      <p:sp>
        <p:nvSpPr>
          <p:cNvPr id="5" name="Footer Placeholder 4">
            <a:extLst>
              <a:ext uri="{FF2B5EF4-FFF2-40B4-BE49-F238E27FC236}">
                <a16:creationId xmlns:a16="http://schemas.microsoft.com/office/drawing/2014/main" id="{9BEF71A5-00AB-CCC1-0AEC-E4676743C6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F15510-A4DE-5C82-468F-D5F10CB59649}"/>
              </a:ext>
            </a:extLst>
          </p:cNvPr>
          <p:cNvSpPr>
            <a:spLocks noGrp="1"/>
          </p:cNvSpPr>
          <p:nvPr>
            <p:ph type="sldNum" sz="quarter" idx="12"/>
          </p:nvPr>
        </p:nvSpPr>
        <p:spPr/>
        <p:txBody>
          <a:bodyPr/>
          <a:lstStyle/>
          <a:p>
            <a:fld id="{E9C3C5F8-876A-4A86-AD3A-5131E970E78F}" type="slidenum">
              <a:rPr lang="en-IN" smtClean="0"/>
              <a:t>‹#›</a:t>
            </a:fld>
            <a:endParaRPr lang="en-IN"/>
          </a:p>
        </p:txBody>
      </p:sp>
      <p:pic>
        <p:nvPicPr>
          <p:cNvPr id="7" name="Picture 6">
            <a:extLst>
              <a:ext uri="{FF2B5EF4-FFF2-40B4-BE49-F238E27FC236}">
                <a16:creationId xmlns:a16="http://schemas.microsoft.com/office/drawing/2014/main" id="{9F621E77-7B64-9539-9EBF-3C2E1786B1F1}"/>
              </a:ext>
            </a:extLst>
          </p:cNvPr>
          <p:cNvPicPr>
            <a:picLocks noChangeAspect="1"/>
          </p:cNvPicPr>
          <p:nvPr userDrawn="1"/>
        </p:nvPicPr>
        <p:blipFill>
          <a:blip r:embed="rId2"/>
          <a:stretch>
            <a:fillRect/>
          </a:stretch>
        </p:blipFill>
        <p:spPr>
          <a:xfrm>
            <a:off x="2209800" y="0"/>
            <a:ext cx="10077561" cy="1005927"/>
          </a:xfrm>
          <a:prstGeom prst="rect">
            <a:avLst/>
          </a:prstGeom>
        </p:spPr>
      </p:pic>
      <p:pic>
        <p:nvPicPr>
          <p:cNvPr id="8" name="Picture 7">
            <a:extLst>
              <a:ext uri="{FF2B5EF4-FFF2-40B4-BE49-F238E27FC236}">
                <a16:creationId xmlns:a16="http://schemas.microsoft.com/office/drawing/2014/main" id="{E29EFC53-AA20-41CC-570C-2994D889DC8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 y="0"/>
            <a:ext cx="2307266" cy="978674"/>
          </a:xfrm>
          <a:prstGeom prst="rect">
            <a:avLst/>
          </a:prstGeom>
          <a:noFill/>
          <a:ln>
            <a:noFill/>
          </a:ln>
        </p:spPr>
      </p:pic>
    </p:spTree>
    <p:extLst>
      <p:ext uri="{BB962C8B-B14F-4D97-AF65-F5344CB8AC3E}">
        <p14:creationId xmlns:p14="http://schemas.microsoft.com/office/powerpoint/2010/main" val="3624223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1303F-5AF2-D73E-97F0-E5278F639E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ED70027-2057-BAFA-3AEE-CCF5EB7A8A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B53F75C-D796-D193-6DB4-C785F2D5C129}"/>
              </a:ext>
            </a:extLst>
          </p:cNvPr>
          <p:cNvSpPr>
            <a:spLocks noGrp="1"/>
          </p:cNvSpPr>
          <p:nvPr>
            <p:ph type="dt" sz="half" idx="10"/>
          </p:nvPr>
        </p:nvSpPr>
        <p:spPr/>
        <p:txBody>
          <a:bodyPr/>
          <a:lstStyle/>
          <a:p>
            <a:fld id="{661AC257-B112-4107-8FFA-9479DC67832B}" type="datetimeFigureOut">
              <a:rPr lang="en-IN" smtClean="0"/>
              <a:t>22-10-2024</a:t>
            </a:fld>
            <a:endParaRPr lang="en-IN"/>
          </a:p>
        </p:txBody>
      </p:sp>
      <p:sp>
        <p:nvSpPr>
          <p:cNvPr id="5" name="Footer Placeholder 4">
            <a:extLst>
              <a:ext uri="{FF2B5EF4-FFF2-40B4-BE49-F238E27FC236}">
                <a16:creationId xmlns:a16="http://schemas.microsoft.com/office/drawing/2014/main" id="{DA4769AE-7F16-13F4-B77B-AFBDA34E5F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F63644-443B-1018-AAE9-BF448D55A9AC}"/>
              </a:ext>
            </a:extLst>
          </p:cNvPr>
          <p:cNvSpPr>
            <a:spLocks noGrp="1"/>
          </p:cNvSpPr>
          <p:nvPr>
            <p:ph type="sldNum" sz="quarter" idx="12"/>
          </p:nvPr>
        </p:nvSpPr>
        <p:spPr/>
        <p:txBody>
          <a:bodyPr/>
          <a:lstStyle/>
          <a:p>
            <a:fld id="{E9C3C5F8-876A-4A86-AD3A-5131E970E78F}" type="slidenum">
              <a:rPr lang="en-IN" smtClean="0"/>
              <a:t>‹#›</a:t>
            </a:fld>
            <a:endParaRPr lang="en-IN"/>
          </a:p>
        </p:txBody>
      </p:sp>
      <p:pic>
        <p:nvPicPr>
          <p:cNvPr id="7" name="Picture 6">
            <a:extLst>
              <a:ext uri="{FF2B5EF4-FFF2-40B4-BE49-F238E27FC236}">
                <a16:creationId xmlns:a16="http://schemas.microsoft.com/office/drawing/2014/main" id="{9A602CE1-228C-5CBF-D289-B43958980855}"/>
              </a:ext>
            </a:extLst>
          </p:cNvPr>
          <p:cNvPicPr>
            <a:picLocks noChangeAspect="1"/>
          </p:cNvPicPr>
          <p:nvPr userDrawn="1"/>
        </p:nvPicPr>
        <p:blipFill>
          <a:blip r:embed="rId2"/>
          <a:stretch>
            <a:fillRect/>
          </a:stretch>
        </p:blipFill>
        <p:spPr>
          <a:xfrm>
            <a:off x="2209800" y="0"/>
            <a:ext cx="10077561" cy="1005927"/>
          </a:xfrm>
          <a:prstGeom prst="rect">
            <a:avLst/>
          </a:prstGeom>
        </p:spPr>
      </p:pic>
      <p:pic>
        <p:nvPicPr>
          <p:cNvPr id="8" name="Picture 7">
            <a:extLst>
              <a:ext uri="{FF2B5EF4-FFF2-40B4-BE49-F238E27FC236}">
                <a16:creationId xmlns:a16="http://schemas.microsoft.com/office/drawing/2014/main" id="{02425835-6775-33B4-37CA-9E46F82387DE}"/>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 y="0"/>
            <a:ext cx="2307266" cy="978674"/>
          </a:xfrm>
          <a:prstGeom prst="rect">
            <a:avLst/>
          </a:prstGeom>
          <a:noFill/>
          <a:ln>
            <a:noFill/>
          </a:ln>
        </p:spPr>
      </p:pic>
    </p:spTree>
    <p:extLst>
      <p:ext uri="{BB962C8B-B14F-4D97-AF65-F5344CB8AC3E}">
        <p14:creationId xmlns:p14="http://schemas.microsoft.com/office/powerpoint/2010/main" val="1456743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00DDC-F4E6-36BB-29DB-0197CB0067A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7A6D27D-DE7C-759A-7CA3-3D2D43B457F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B349685-4822-7223-1F38-151F545890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FF8560F-3020-CD1D-0585-163B7F824319}"/>
              </a:ext>
            </a:extLst>
          </p:cNvPr>
          <p:cNvSpPr>
            <a:spLocks noGrp="1"/>
          </p:cNvSpPr>
          <p:nvPr>
            <p:ph type="dt" sz="half" idx="10"/>
          </p:nvPr>
        </p:nvSpPr>
        <p:spPr/>
        <p:txBody>
          <a:bodyPr/>
          <a:lstStyle/>
          <a:p>
            <a:fld id="{661AC257-B112-4107-8FFA-9479DC67832B}" type="datetimeFigureOut">
              <a:rPr lang="en-IN" smtClean="0"/>
              <a:t>22-10-2024</a:t>
            </a:fld>
            <a:endParaRPr lang="en-IN"/>
          </a:p>
        </p:txBody>
      </p:sp>
      <p:sp>
        <p:nvSpPr>
          <p:cNvPr id="6" name="Footer Placeholder 5">
            <a:extLst>
              <a:ext uri="{FF2B5EF4-FFF2-40B4-BE49-F238E27FC236}">
                <a16:creationId xmlns:a16="http://schemas.microsoft.com/office/drawing/2014/main" id="{6DF1B30A-0BBB-EB0C-3723-AC3FCB74F72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08D0594-6FD7-8A7F-DD8C-7932983C97A4}"/>
              </a:ext>
            </a:extLst>
          </p:cNvPr>
          <p:cNvSpPr>
            <a:spLocks noGrp="1"/>
          </p:cNvSpPr>
          <p:nvPr>
            <p:ph type="sldNum" sz="quarter" idx="12"/>
          </p:nvPr>
        </p:nvSpPr>
        <p:spPr/>
        <p:txBody>
          <a:bodyPr/>
          <a:lstStyle/>
          <a:p>
            <a:fld id="{E9C3C5F8-876A-4A86-AD3A-5131E970E78F}" type="slidenum">
              <a:rPr lang="en-IN" smtClean="0"/>
              <a:t>‹#›</a:t>
            </a:fld>
            <a:endParaRPr lang="en-IN"/>
          </a:p>
        </p:txBody>
      </p:sp>
    </p:spTree>
    <p:extLst>
      <p:ext uri="{BB962C8B-B14F-4D97-AF65-F5344CB8AC3E}">
        <p14:creationId xmlns:p14="http://schemas.microsoft.com/office/powerpoint/2010/main" val="37187485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E3683-50A3-9845-F3DD-D9FC07DABC5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C2324A2-78B4-A5D5-43F0-A53D6EA975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E30FAE-C435-6812-7A3C-03B09D5532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F0C02AA-C42A-4ADA-64C9-964850FE1F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B46FA9E-F1E7-40AC-22C8-4A0BAFAD614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E74E9D0-BC46-FC19-6DF7-F92648198058}"/>
              </a:ext>
            </a:extLst>
          </p:cNvPr>
          <p:cNvSpPr>
            <a:spLocks noGrp="1"/>
          </p:cNvSpPr>
          <p:nvPr>
            <p:ph type="dt" sz="half" idx="10"/>
          </p:nvPr>
        </p:nvSpPr>
        <p:spPr/>
        <p:txBody>
          <a:bodyPr/>
          <a:lstStyle/>
          <a:p>
            <a:fld id="{661AC257-B112-4107-8FFA-9479DC67832B}" type="datetimeFigureOut">
              <a:rPr lang="en-IN" smtClean="0"/>
              <a:t>22-10-2024</a:t>
            </a:fld>
            <a:endParaRPr lang="en-IN"/>
          </a:p>
        </p:txBody>
      </p:sp>
      <p:sp>
        <p:nvSpPr>
          <p:cNvPr id="8" name="Footer Placeholder 7">
            <a:extLst>
              <a:ext uri="{FF2B5EF4-FFF2-40B4-BE49-F238E27FC236}">
                <a16:creationId xmlns:a16="http://schemas.microsoft.com/office/drawing/2014/main" id="{4EA90A77-E803-236A-8D71-E319634C647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05350BC-F398-45EF-85B1-18492608DF0F}"/>
              </a:ext>
            </a:extLst>
          </p:cNvPr>
          <p:cNvSpPr>
            <a:spLocks noGrp="1"/>
          </p:cNvSpPr>
          <p:nvPr>
            <p:ph type="sldNum" sz="quarter" idx="12"/>
          </p:nvPr>
        </p:nvSpPr>
        <p:spPr/>
        <p:txBody>
          <a:bodyPr/>
          <a:lstStyle/>
          <a:p>
            <a:fld id="{E9C3C5F8-876A-4A86-AD3A-5131E970E78F}" type="slidenum">
              <a:rPr lang="en-IN" smtClean="0"/>
              <a:t>‹#›</a:t>
            </a:fld>
            <a:endParaRPr lang="en-IN"/>
          </a:p>
        </p:txBody>
      </p:sp>
    </p:spTree>
    <p:extLst>
      <p:ext uri="{BB962C8B-B14F-4D97-AF65-F5344CB8AC3E}">
        <p14:creationId xmlns:p14="http://schemas.microsoft.com/office/powerpoint/2010/main" val="1030066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3A074-F96E-54CA-5B1E-5DCDF68C79A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BFD2914-B07F-63C7-4DB9-D3E1E662D9DD}"/>
              </a:ext>
            </a:extLst>
          </p:cNvPr>
          <p:cNvSpPr>
            <a:spLocks noGrp="1"/>
          </p:cNvSpPr>
          <p:nvPr>
            <p:ph type="dt" sz="half" idx="10"/>
          </p:nvPr>
        </p:nvSpPr>
        <p:spPr/>
        <p:txBody>
          <a:bodyPr/>
          <a:lstStyle/>
          <a:p>
            <a:fld id="{661AC257-B112-4107-8FFA-9479DC67832B}" type="datetimeFigureOut">
              <a:rPr lang="en-IN" smtClean="0"/>
              <a:t>22-10-2024</a:t>
            </a:fld>
            <a:endParaRPr lang="en-IN"/>
          </a:p>
        </p:txBody>
      </p:sp>
      <p:sp>
        <p:nvSpPr>
          <p:cNvPr id="4" name="Footer Placeholder 3">
            <a:extLst>
              <a:ext uri="{FF2B5EF4-FFF2-40B4-BE49-F238E27FC236}">
                <a16:creationId xmlns:a16="http://schemas.microsoft.com/office/drawing/2014/main" id="{ADD22F86-37EF-85DA-8C67-B9DCD689B20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977712E-8BCA-2259-8D42-9148D6BD7B00}"/>
              </a:ext>
            </a:extLst>
          </p:cNvPr>
          <p:cNvSpPr>
            <a:spLocks noGrp="1"/>
          </p:cNvSpPr>
          <p:nvPr>
            <p:ph type="sldNum" sz="quarter" idx="12"/>
          </p:nvPr>
        </p:nvSpPr>
        <p:spPr/>
        <p:txBody>
          <a:bodyPr/>
          <a:lstStyle/>
          <a:p>
            <a:fld id="{E9C3C5F8-876A-4A86-AD3A-5131E970E78F}" type="slidenum">
              <a:rPr lang="en-IN" smtClean="0"/>
              <a:t>‹#›</a:t>
            </a:fld>
            <a:endParaRPr lang="en-IN"/>
          </a:p>
        </p:txBody>
      </p:sp>
    </p:spTree>
    <p:extLst>
      <p:ext uri="{BB962C8B-B14F-4D97-AF65-F5344CB8AC3E}">
        <p14:creationId xmlns:p14="http://schemas.microsoft.com/office/powerpoint/2010/main" val="4365826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D6BDD8-F05E-C69F-B799-1C54873FDC15}"/>
              </a:ext>
            </a:extLst>
          </p:cNvPr>
          <p:cNvSpPr>
            <a:spLocks noGrp="1"/>
          </p:cNvSpPr>
          <p:nvPr>
            <p:ph type="dt" sz="half" idx="10"/>
          </p:nvPr>
        </p:nvSpPr>
        <p:spPr/>
        <p:txBody>
          <a:bodyPr/>
          <a:lstStyle/>
          <a:p>
            <a:fld id="{661AC257-B112-4107-8FFA-9479DC67832B}" type="datetimeFigureOut">
              <a:rPr lang="en-IN" smtClean="0"/>
              <a:t>22-10-2024</a:t>
            </a:fld>
            <a:endParaRPr lang="en-IN"/>
          </a:p>
        </p:txBody>
      </p:sp>
      <p:sp>
        <p:nvSpPr>
          <p:cNvPr id="3" name="Footer Placeholder 2">
            <a:extLst>
              <a:ext uri="{FF2B5EF4-FFF2-40B4-BE49-F238E27FC236}">
                <a16:creationId xmlns:a16="http://schemas.microsoft.com/office/drawing/2014/main" id="{BB47F234-D1C0-F56D-2AFE-A680D52D5F0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A3867AC-5AB6-A66A-926C-3E8CE2A1B04F}"/>
              </a:ext>
            </a:extLst>
          </p:cNvPr>
          <p:cNvSpPr>
            <a:spLocks noGrp="1"/>
          </p:cNvSpPr>
          <p:nvPr>
            <p:ph type="sldNum" sz="quarter" idx="12"/>
          </p:nvPr>
        </p:nvSpPr>
        <p:spPr/>
        <p:txBody>
          <a:bodyPr/>
          <a:lstStyle/>
          <a:p>
            <a:fld id="{E9C3C5F8-876A-4A86-AD3A-5131E970E78F}" type="slidenum">
              <a:rPr lang="en-IN" smtClean="0"/>
              <a:t>‹#›</a:t>
            </a:fld>
            <a:endParaRPr lang="en-IN"/>
          </a:p>
        </p:txBody>
      </p:sp>
    </p:spTree>
    <p:extLst>
      <p:ext uri="{BB962C8B-B14F-4D97-AF65-F5344CB8AC3E}">
        <p14:creationId xmlns:p14="http://schemas.microsoft.com/office/powerpoint/2010/main" val="1083356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94A4A-25DE-8431-6E35-8D5153F9C9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C806BED-9B80-0039-D710-432C1C9591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F76FE19-F4B6-4BF4-E5E4-2448A89863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62ED50-09C5-19F6-27E6-B8DD895AB4F9}"/>
              </a:ext>
            </a:extLst>
          </p:cNvPr>
          <p:cNvSpPr>
            <a:spLocks noGrp="1"/>
          </p:cNvSpPr>
          <p:nvPr>
            <p:ph type="dt" sz="half" idx="10"/>
          </p:nvPr>
        </p:nvSpPr>
        <p:spPr/>
        <p:txBody>
          <a:bodyPr/>
          <a:lstStyle/>
          <a:p>
            <a:fld id="{661AC257-B112-4107-8FFA-9479DC67832B}" type="datetimeFigureOut">
              <a:rPr lang="en-IN" smtClean="0"/>
              <a:t>22-10-2024</a:t>
            </a:fld>
            <a:endParaRPr lang="en-IN"/>
          </a:p>
        </p:txBody>
      </p:sp>
      <p:sp>
        <p:nvSpPr>
          <p:cNvPr id="6" name="Footer Placeholder 5">
            <a:extLst>
              <a:ext uri="{FF2B5EF4-FFF2-40B4-BE49-F238E27FC236}">
                <a16:creationId xmlns:a16="http://schemas.microsoft.com/office/drawing/2014/main" id="{4E0CAD3D-2A34-1980-6A33-0007DD08BE1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D86178A-4866-9AD3-0A05-245BD0C35B54}"/>
              </a:ext>
            </a:extLst>
          </p:cNvPr>
          <p:cNvSpPr>
            <a:spLocks noGrp="1"/>
          </p:cNvSpPr>
          <p:nvPr>
            <p:ph type="sldNum" sz="quarter" idx="12"/>
          </p:nvPr>
        </p:nvSpPr>
        <p:spPr/>
        <p:txBody>
          <a:bodyPr/>
          <a:lstStyle/>
          <a:p>
            <a:fld id="{E9C3C5F8-876A-4A86-AD3A-5131E970E78F}" type="slidenum">
              <a:rPr lang="en-IN" smtClean="0"/>
              <a:t>‹#›</a:t>
            </a:fld>
            <a:endParaRPr lang="en-IN"/>
          </a:p>
        </p:txBody>
      </p:sp>
    </p:spTree>
    <p:extLst>
      <p:ext uri="{BB962C8B-B14F-4D97-AF65-F5344CB8AC3E}">
        <p14:creationId xmlns:p14="http://schemas.microsoft.com/office/powerpoint/2010/main" val="959522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E1B88-23B7-433F-B9F8-A5E7D5F9E5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C22174E-C5FE-D69C-6261-640858BD0A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EAC15E4-8502-59B6-B42A-ACED74BA73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6D0E71-5E94-95EB-15F3-3F9D50B120D2}"/>
              </a:ext>
            </a:extLst>
          </p:cNvPr>
          <p:cNvSpPr>
            <a:spLocks noGrp="1"/>
          </p:cNvSpPr>
          <p:nvPr>
            <p:ph type="dt" sz="half" idx="10"/>
          </p:nvPr>
        </p:nvSpPr>
        <p:spPr/>
        <p:txBody>
          <a:bodyPr/>
          <a:lstStyle/>
          <a:p>
            <a:fld id="{661AC257-B112-4107-8FFA-9479DC67832B}" type="datetimeFigureOut">
              <a:rPr lang="en-IN" smtClean="0"/>
              <a:t>22-10-2024</a:t>
            </a:fld>
            <a:endParaRPr lang="en-IN"/>
          </a:p>
        </p:txBody>
      </p:sp>
      <p:sp>
        <p:nvSpPr>
          <p:cNvPr id="6" name="Footer Placeholder 5">
            <a:extLst>
              <a:ext uri="{FF2B5EF4-FFF2-40B4-BE49-F238E27FC236}">
                <a16:creationId xmlns:a16="http://schemas.microsoft.com/office/drawing/2014/main" id="{0837DE67-F444-E102-F715-D1D8B677C0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AE5ECBD-30A9-B4E2-AA4E-EBFB824473FB}"/>
              </a:ext>
            </a:extLst>
          </p:cNvPr>
          <p:cNvSpPr>
            <a:spLocks noGrp="1"/>
          </p:cNvSpPr>
          <p:nvPr>
            <p:ph type="sldNum" sz="quarter" idx="12"/>
          </p:nvPr>
        </p:nvSpPr>
        <p:spPr/>
        <p:txBody>
          <a:bodyPr/>
          <a:lstStyle/>
          <a:p>
            <a:fld id="{E9C3C5F8-876A-4A86-AD3A-5131E970E78F}" type="slidenum">
              <a:rPr lang="en-IN" smtClean="0"/>
              <a:t>‹#›</a:t>
            </a:fld>
            <a:endParaRPr lang="en-IN"/>
          </a:p>
        </p:txBody>
      </p:sp>
    </p:spTree>
    <p:extLst>
      <p:ext uri="{BB962C8B-B14F-4D97-AF65-F5344CB8AC3E}">
        <p14:creationId xmlns:p14="http://schemas.microsoft.com/office/powerpoint/2010/main" val="16203739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8845A-EE6F-AD1F-BA4B-A6DBA9A2082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3D21103-6B5A-2B99-DA37-3A48578923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432EE3-0872-5700-8C23-EA3C8D0D7EDD}"/>
              </a:ext>
            </a:extLst>
          </p:cNvPr>
          <p:cNvSpPr>
            <a:spLocks noGrp="1"/>
          </p:cNvSpPr>
          <p:nvPr>
            <p:ph type="dt" sz="half" idx="10"/>
          </p:nvPr>
        </p:nvSpPr>
        <p:spPr/>
        <p:txBody>
          <a:bodyPr/>
          <a:lstStyle/>
          <a:p>
            <a:fld id="{661AC257-B112-4107-8FFA-9479DC67832B}" type="datetimeFigureOut">
              <a:rPr lang="en-IN" smtClean="0"/>
              <a:t>22-10-2024</a:t>
            </a:fld>
            <a:endParaRPr lang="en-IN"/>
          </a:p>
        </p:txBody>
      </p:sp>
      <p:sp>
        <p:nvSpPr>
          <p:cNvPr id="5" name="Footer Placeholder 4">
            <a:extLst>
              <a:ext uri="{FF2B5EF4-FFF2-40B4-BE49-F238E27FC236}">
                <a16:creationId xmlns:a16="http://schemas.microsoft.com/office/drawing/2014/main" id="{7889FBCB-8291-BD7A-411A-45424951483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4D69D9-DB1A-505F-B09B-28217978A5C5}"/>
              </a:ext>
            </a:extLst>
          </p:cNvPr>
          <p:cNvSpPr>
            <a:spLocks noGrp="1"/>
          </p:cNvSpPr>
          <p:nvPr>
            <p:ph type="sldNum" sz="quarter" idx="12"/>
          </p:nvPr>
        </p:nvSpPr>
        <p:spPr/>
        <p:txBody>
          <a:bodyPr/>
          <a:lstStyle/>
          <a:p>
            <a:fld id="{E9C3C5F8-876A-4A86-AD3A-5131E970E78F}" type="slidenum">
              <a:rPr lang="en-IN" smtClean="0"/>
              <a:t>‹#›</a:t>
            </a:fld>
            <a:endParaRPr lang="en-IN"/>
          </a:p>
        </p:txBody>
      </p:sp>
    </p:spTree>
    <p:extLst>
      <p:ext uri="{BB962C8B-B14F-4D97-AF65-F5344CB8AC3E}">
        <p14:creationId xmlns:p14="http://schemas.microsoft.com/office/powerpoint/2010/main" val="31826105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FF7AE1-2A5C-7F98-E21B-F420AB8EAAC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FD55CDF-F3B6-E9CE-F24A-B879F04F89D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6A0FE8-4B2E-34E9-7C0A-D47C7DDA20EE}"/>
              </a:ext>
            </a:extLst>
          </p:cNvPr>
          <p:cNvSpPr>
            <a:spLocks noGrp="1"/>
          </p:cNvSpPr>
          <p:nvPr>
            <p:ph type="dt" sz="half" idx="10"/>
          </p:nvPr>
        </p:nvSpPr>
        <p:spPr/>
        <p:txBody>
          <a:bodyPr/>
          <a:lstStyle/>
          <a:p>
            <a:fld id="{661AC257-B112-4107-8FFA-9479DC67832B}" type="datetimeFigureOut">
              <a:rPr lang="en-IN" smtClean="0"/>
              <a:t>22-10-2024</a:t>
            </a:fld>
            <a:endParaRPr lang="en-IN"/>
          </a:p>
        </p:txBody>
      </p:sp>
      <p:sp>
        <p:nvSpPr>
          <p:cNvPr id="5" name="Footer Placeholder 4">
            <a:extLst>
              <a:ext uri="{FF2B5EF4-FFF2-40B4-BE49-F238E27FC236}">
                <a16:creationId xmlns:a16="http://schemas.microsoft.com/office/drawing/2014/main" id="{87F7A8A2-0C6B-601A-85FD-F855FA3735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4DB214-C23B-6FF8-F56A-ADCAF877AA6D}"/>
              </a:ext>
            </a:extLst>
          </p:cNvPr>
          <p:cNvSpPr>
            <a:spLocks noGrp="1"/>
          </p:cNvSpPr>
          <p:nvPr>
            <p:ph type="sldNum" sz="quarter" idx="12"/>
          </p:nvPr>
        </p:nvSpPr>
        <p:spPr/>
        <p:txBody>
          <a:bodyPr/>
          <a:lstStyle/>
          <a:p>
            <a:fld id="{E9C3C5F8-876A-4A86-AD3A-5131E970E78F}" type="slidenum">
              <a:rPr lang="en-IN" smtClean="0"/>
              <a:t>‹#›</a:t>
            </a:fld>
            <a:endParaRPr lang="en-IN"/>
          </a:p>
        </p:txBody>
      </p:sp>
    </p:spTree>
    <p:extLst>
      <p:ext uri="{BB962C8B-B14F-4D97-AF65-F5344CB8AC3E}">
        <p14:creationId xmlns:p14="http://schemas.microsoft.com/office/powerpoint/2010/main" val="3483004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B878DD-B6CD-99AB-6F92-F8F2EE3495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9F19EEE-139A-037A-DE6F-56ACD6AB5A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E590867-EACC-F794-A57E-66E96411FB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1AC257-B112-4107-8FFA-9479DC67832B}" type="datetimeFigureOut">
              <a:rPr lang="en-IN" smtClean="0"/>
              <a:t>22-10-2024</a:t>
            </a:fld>
            <a:endParaRPr lang="en-IN"/>
          </a:p>
        </p:txBody>
      </p:sp>
      <p:sp>
        <p:nvSpPr>
          <p:cNvPr id="5" name="Footer Placeholder 4">
            <a:extLst>
              <a:ext uri="{FF2B5EF4-FFF2-40B4-BE49-F238E27FC236}">
                <a16:creationId xmlns:a16="http://schemas.microsoft.com/office/drawing/2014/main" id="{9F4AFD3A-2F61-FCA3-01E0-C152BC6F1B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81B5AE5-2D0E-8FF5-712F-B8939B3CAD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C3C5F8-876A-4A86-AD3A-5131E970E78F}" type="slidenum">
              <a:rPr lang="en-IN" smtClean="0"/>
              <a:t>‹#›</a:t>
            </a:fld>
            <a:endParaRPr lang="en-IN"/>
          </a:p>
        </p:txBody>
      </p:sp>
    </p:spTree>
    <p:extLst>
      <p:ext uri="{BB962C8B-B14F-4D97-AF65-F5344CB8AC3E}">
        <p14:creationId xmlns:p14="http://schemas.microsoft.com/office/powerpoint/2010/main" val="28313153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8.png"/><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diagramLayout" Target="../diagrams/layout7.xml"/><Relationship Id="rId13" Type="http://schemas.openxmlformats.org/officeDocument/2006/relationships/diagramLayout" Target="../diagrams/layout8.xml"/><Relationship Id="rId18" Type="http://schemas.openxmlformats.org/officeDocument/2006/relationships/diagramLayout" Target="../diagrams/layout9.xml"/><Relationship Id="rId26" Type="http://schemas.microsoft.com/office/2007/relationships/diagramDrawing" Target="../diagrams/drawing10.xml"/><Relationship Id="rId3" Type="http://schemas.openxmlformats.org/officeDocument/2006/relationships/diagramLayout" Target="../diagrams/layout6.xml"/><Relationship Id="rId21" Type="http://schemas.microsoft.com/office/2007/relationships/diagramDrawing" Target="../diagrams/drawing9.xml"/><Relationship Id="rId7" Type="http://schemas.openxmlformats.org/officeDocument/2006/relationships/diagramData" Target="../diagrams/data7.xml"/><Relationship Id="rId12" Type="http://schemas.openxmlformats.org/officeDocument/2006/relationships/diagramData" Target="../diagrams/data8.xml"/><Relationship Id="rId17" Type="http://schemas.openxmlformats.org/officeDocument/2006/relationships/diagramData" Target="../diagrams/data9.xml"/><Relationship Id="rId25" Type="http://schemas.openxmlformats.org/officeDocument/2006/relationships/diagramColors" Target="../diagrams/colors10.xml"/><Relationship Id="rId2" Type="http://schemas.openxmlformats.org/officeDocument/2006/relationships/diagramData" Target="../diagrams/data6.xml"/><Relationship Id="rId16" Type="http://schemas.microsoft.com/office/2007/relationships/diagramDrawing" Target="../diagrams/drawing8.xml"/><Relationship Id="rId20" Type="http://schemas.openxmlformats.org/officeDocument/2006/relationships/diagramColors" Target="../diagrams/colors9.xml"/><Relationship Id="rId1" Type="http://schemas.openxmlformats.org/officeDocument/2006/relationships/slideLayout" Target="../slideLayouts/slideLayout2.xml"/><Relationship Id="rId6" Type="http://schemas.microsoft.com/office/2007/relationships/diagramDrawing" Target="../diagrams/drawing6.xml"/><Relationship Id="rId11" Type="http://schemas.microsoft.com/office/2007/relationships/diagramDrawing" Target="../diagrams/drawing7.xml"/><Relationship Id="rId24" Type="http://schemas.openxmlformats.org/officeDocument/2006/relationships/diagramQuickStyle" Target="../diagrams/quickStyle10.xml"/><Relationship Id="rId5" Type="http://schemas.openxmlformats.org/officeDocument/2006/relationships/diagramColors" Target="../diagrams/colors6.xml"/><Relationship Id="rId15" Type="http://schemas.openxmlformats.org/officeDocument/2006/relationships/diagramColors" Target="../diagrams/colors8.xml"/><Relationship Id="rId23" Type="http://schemas.openxmlformats.org/officeDocument/2006/relationships/diagramLayout" Target="../diagrams/layout10.xml"/><Relationship Id="rId10" Type="http://schemas.openxmlformats.org/officeDocument/2006/relationships/diagramColors" Target="../diagrams/colors7.xml"/><Relationship Id="rId19" Type="http://schemas.openxmlformats.org/officeDocument/2006/relationships/diagramQuickStyle" Target="../diagrams/quickStyle9.xml"/><Relationship Id="rId4" Type="http://schemas.openxmlformats.org/officeDocument/2006/relationships/diagramQuickStyle" Target="../diagrams/quickStyle6.xml"/><Relationship Id="rId9" Type="http://schemas.openxmlformats.org/officeDocument/2006/relationships/diagramQuickStyle" Target="../diagrams/quickStyle7.xml"/><Relationship Id="rId14" Type="http://schemas.openxmlformats.org/officeDocument/2006/relationships/diagramQuickStyle" Target="../diagrams/quickStyle8.xml"/><Relationship Id="rId22" Type="http://schemas.openxmlformats.org/officeDocument/2006/relationships/diagramData" Target="../diagrams/data10.xml"/></Relationships>
</file>

<file path=ppt/slides/_rels/slide11.xml.rels><?xml version="1.0" encoding="UTF-8" standalone="yes"?>
<Relationships xmlns="http://schemas.openxmlformats.org/package/2006/relationships"><Relationship Id="rId8" Type="http://schemas.openxmlformats.org/officeDocument/2006/relationships/diagramLayout" Target="../diagrams/layout12.xml"/><Relationship Id="rId13" Type="http://schemas.openxmlformats.org/officeDocument/2006/relationships/diagramLayout" Target="../diagrams/layout13.xml"/><Relationship Id="rId18" Type="http://schemas.openxmlformats.org/officeDocument/2006/relationships/diagramLayout" Target="../diagrams/layout14.xml"/><Relationship Id="rId26" Type="http://schemas.microsoft.com/office/2007/relationships/diagramDrawing" Target="../diagrams/drawing15.xml"/><Relationship Id="rId3" Type="http://schemas.openxmlformats.org/officeDocument/2006/relationships/diagramLayout" Target="../diagrams/layout11.xml"/><Relationship Id="rId21" Type="http://schemas.microsoft.com/office/2007/relationships/diagramDrawing" Target="../diagrams/drawing14.xml"/><Relationship Id="rId7" Type="http://schemas.openxmlformats.org/officeDocument/2006/relationships/diagramData" Target="../diagrams/data12.xml"/><Relationship Id="rId12" Type="http://schemas.openxmlformats.org/officeDocument/2006/relationships/diagramData" Target="../diagrams/data13.xml"/><Relationship Id="rId17" Type="http://schemas.openxmlformats.org/officeDocument/2006/relationships/diagramData" Target="../diagrams/data14.xml"/><Relationship Id="rId25" Type="http://schemas.openxmlformats.org/officeDocument/2006/relationships/diagramColors" Target="../diagrams/colors15.xml"/><Relationship Id="rId2" Type="http://schemas.openxmlformats.org/officeDocument/2006/relationships/diagramData" Target="../diagrams/data11.xml"/><Relationship Id="rId16" Type="http://schemas.microsoft.com/office/2007/relationships/diagramDrawing" Target="../diagrams/drawing13.xml"/><Relationship Id="rId20" Type="http://schemas.openxmlformats.org/officeDocument/2006/relationships/diagramColors" Target="../diagrams/colors14.xml"/><Relationship Id="rId29" Type="http://schemas.openxmlformats.org/officeDocument/2006/relationships/diagramQuickStyle" Target="../diagrams/quickStyle16.xml"/><Relationship Id="rId1" Type="http://schemas.openxmlformats.org/officeDocument/2006/relationships/slideLayout" Target="../slideLayouts/slideLayout2.xml"/><Relationship Id="rId6" Type="http://schemas.microsoft.com/office/2007/relationships/diagramDrawing" Target="../diagrams/drawing11.xml"/><Relationship Id="rId11" Type="http://schemas.microsoft.com/office/2007/relationships/diagramDrawing" Target="../diagrams/drawing12.xml"/><Relationship Id="rId24" Type="http://schemas.openxmlformats.org/officeDocument/2006/relationships/diagramQuickStyle" Target="../diagrams/quickStyle15.xml"/><Relationship Id="rId5" Type="http://schemas.openxmlformats.org/officeDocument/2006/relationships/diagramColors" Target="../diagrams/colors11.xml"/><Relationship Id="rId15" Type="http://schemas.openxmlformats.org/officeDocument/2006/relationships/diagramColors" Target="../diagrams/colors13.xml"/><Relationship Id="rId23" Type="http://schemas.openxmlformats.org/officeDocument/2006/relationships/diagramLayout" Target="../diagrams/layout15.xml"/><Relationship Id="rId28" Type="http://schemas.openxmlformats.org/officeDocument/2006/relationships/diagramLayout" Target="../diagrams/layout16.xml"/><Relationship Id="rId10" Type="http://schemas.openxmlformats.org/officeDocument/2006/relationships/diagramColors" Target="../diagrams/colors12.xml"/><Relationship Id="rId19" Type="http://schemas.openxmlformats.org/officeDocument/2006/relationships/diagramQuickStyle" Target="../diagrams/quickStyle14.xml"/><Relationship Id="rId31" Type="http://schemas.microsoft.com/office/2007/relationships/diagramDrawing" Target="../diagrams/drawing16.xml"/><Relationship Id="rId4" Type="http://schemas.openxmlformats.org/officeDocument/2006/relationships/diagramQuickStyle" Target="../diagrams/quickStyle11.xml"/><Relationship Id="rId9" Type="http://schemas.openxmlformats.org/officeDocument/2006/relationships/diagramQuickStyle" Target="../diagrams/quickStyle12.xml"/><Relationship Id="rId14" Type="http://schemas.openxmlformats.org/officeDocument/2006/relationships/diagramQuickStyle" Target="../diagrams/quickStyle13.xml"/><Relationship Id="rId22" Type="http://schemas.openxmlformats.org/officeDocument/2006/relationships/diagramData" Target="../diagrams/data15.xml"/><Relationship Id="rId27" Type="http://schemas.openxmlformats.org/officeDocument/2006/relationships/diagramData" Target="../diagrams/data16.xml"/><Relationship Id="rId30" Type="http://schemas.openxmlformats.org/officeDocument/2006/relationships/diagramColors" Target="../diagrams/colors16.xml"/></Relationships>
</file>

<file path=ppt/slides/_rels/slide12.xml.rels><?xml version="1.0" encoding="UTF-8" standalone="yes"?>
<Relationships xmlns="http://schemas.openxmlformats.org/package/2006/relationships"><Relationship Id="rId13" Type="http://schemas.openxmlformats.org/officeDocument/2006/relationships/diagramLayout" Target="../diagrams/layout19.xml"/><Relationship Id="rId18" Type="http://schemas.openxmlformats.org/officeDocument/2006/relationships/diagramLayout" Target="../diagrams/layout20.xml"/><Relationship Id="rId26" Type="http://schemas.microsoft.com/office/2007/relationships/diagramDrawing" Target="../diagrams/drawing21.xml"/><Relationship Id="rId3" Type="http://schemas.openxmlformats.org/officeDocument/2006/relationships/diagramLayout" Target="../diagrams/layout17.xml"/><Relationship Id="rId21" Type="http://schemas.microsoft.com/office/2007/relationships/diagramDrawing" Target="../diagrams/drawing20.xml"/><Relationship Id="rId34" Type="http://schemas.openxmlformats.org/officeDocument/2006/relationships/diagramQuickStyle" Target="../diagrams/quickStyle23.xml"/><Relationship Id="rId7" Type="http://schemas.openxmlformats.org/officeDocument/2006/relationships/diagramData" Target="../diagrams/data18.xml"/><Relationship Id="rId12" Type="http://schemas.openxmlformats.org/officeDocument/2006/relationships/diagramData" Target="../diagrams/data19.xml"/><Relationship Id="rId17" Type="http://schemas.openxmlformats.org/officeDocument/2006/relationships/diagramData" Target="../diagrams/data20.xml"/><Relationship Id="rId25" Type="http://schemas.openxmlformats.org/officeDocument/2006/relationships/diagramColors" Target="../diagrams/colors21.xml"/><Relationship Id="rId33" Type="http://schemas.openxmlformats.org/officeDocument/2006/relationships/diagramLayout" Target="../diagrams/layout23.xml"/><Relationship Id="rId2" Type="http://schemas.openxmlformats.org/officeDocument/2006/relationships/diagramData" Target="../diagrams/data17.xml"/><Relationship Id="rId16" Type="http://schemas.microsoft.com/office/2007/relationships/diagramDrawing" Target="../diagrams/drawing19.xml"/><Relationship Id="rId20" Type="http://schemas.openxmlformats.org/officeDocument/2006/relationships/diagramColors" Target="../diagrams/colors20.xml"/><Relationship Id="rId29" Type="http://schemas.openxmlformats.org/officeDocument/2006/relationships/diagramQuickStyle" Target="../diagrams/quickStyle22.xml"/><Relationship Id="rId1" Type="http://schemas.openxmlformats.org/officeDocument/2006/relationships/slideLayout" Target="../slideLayouts/slideLayout2.xml"/><Relationship Id="rId6" Type="http://schemas.microsoft.com/office/2007/relationships/diagramDrawing" Target="../diagrams/drawing17.xml"/><Relationship Id="rId11" Type="http://schemas.microsoft.com/office/2007/relationships/diagramDrawing" Target="../diagrams/drawing18.xml"/><Relationship Id="rId24" Type="http://schemas.openxmlformats.org/officeDocument/2006/relationships/diagramQuickStyle" Target="../diagrams/quickStyle21.xml"/><Relationship Id="rId32" Type="http://schemas.openxmlformats.org/officeDocument/2006/relationships/diagramData" Target="../diagrams/data23.xml"/><Relationship Id="rId5" Type="http://schemas.openxmlformats.org/officeDocument/2006/relationships/diagramColors" Target="../diagrams/colors17.xml"/><Relationship Id="rId15" Type="http://schemas.openxmlformats.org/officeDocument/2006/relationships/diagramColors" Target="../diagrams/colors19.xml"/><Relationship Id="rId23" Type="http://schemas.openxmlformats.org/officeDocument/2006/relationships/diagramLayout" Target="../diagrams/layout21.xml"/><Relationship Id="rId28" Type="http://schemas.openxmlformats.org/officeDocument/2006/relationships/diagramLayout" Target="../diagrams/layout22.xml"/><Relationship Id="rId36" Type="http://schemas.microsoft.com/office/2007/relationships/diagramDrawing" Target="../diagrams/drawing23.xml"/><Relationship Id="rId10" Type="http://schemas.openxmlformats.org/officeDocument/2006/relationships/diagramColors" Target="../diagrams/colors18.xml"/><Relationship Id="rId19" Type="http://schemas.openxmlformats.org/officeDocument/2006/relationships/diagramQuickStyle" Target="../diagrams/quickStyle20.xml"/><Relationship Id="rId31" Type="http://schemas.microsoft.com/office/2007/relationships/diagramDrawing" Target="../diagrams/drawing22.xml"/><Relationship Id="rId4" Type="http://schemas.openxmlformats.org/officeDocument/2006/relationships/diagramQuickStyle" Target="../diagrams/quickStyle17.xml"/><Relationship Id="rId9" Type="http://schemas.openxmlformats.org/officeDocument/2006/relationships/diagramQuickStyle" Target="../diagrams/quickStyle18.xml"/><Relationship Id="rId14" Type="http://schemas.openxmlformats.org/officeDocument/2006/relationships/diagramQuickStyle" Target="../diagrams/quickStyle19.xml"/><Relationship Id="rId22" Type="http://schemas.openxmlformats.org/officeDocument/2006/relationships/diagramData" Target="../diagrams/data21.xml"/><Relationship Id="rId27" Type="http://schemas.openxmlformats.org/officeDocument/2006/relationships/diagramData" Target="../diagrams/data22.xml"/><Relationship Id="rId30" Type="http://schemas.openxmlformats.org/officeDocument/2006/relationships/diagramColors" Target="../diagrams/colors22.xml"/><Relationship Id="rId35" Type="http://schemas.openxmlformats.org/officeDocument/2006/relationships/diagramColors" Target="../diagrams/colors23.xml"/><Relationship Id="rId8" Type="http://schemas.openxmlformats.org/officeDocument/2006/relationships/diagramLayout" Target="../diagrams/layout18.xml"/></Relationships>
</file>

<file path=ppt/slides/_rels/slide13.xml.rels><?xml version="1.0" encoding="UTF-8" standalone="yes"?>
<Relationships xmlns="http://schemas.openxmlformats.org/package/2006/relationships"><Relationship Id="rId13" Type="http://schemas.openxmlformats.org/officeDocument/2006/relationships/diagramLayout" Target="../diagrams/layout26.xml"/><Relationship Id="rId18" Type="http://schemas.openxmlformats.org/officeDocument/2006/relationships/diagramLayout" Target="../diagrams/layout27.xml"/><Relationship Id="rId26" Type="http://schemas.microsoft.com/office/2007/relationships/diagramDrawing" Target="../diagrams/drawing28.xml"/><Relationship Id="rId3" Type="http://schemas.openxmlformats.org/officeDocument/2006/relationships/diagramLayout" Target="../diagrams/layout24.xml"/><Relationship Id="rId21" Type="http://schemas.microsoft.com/office/2007/relationships/diagramDrawing" Target="../diagrams/drawing27.xml"/><Relationship Id="rId34" Type="http://schemas.openxmlformats.org/officeDocument/2006/relationships/diagramQuickStyle" Target="../diagrams/quickStyle30.xml"/><Relationship Id="rId7" Type="http://schemas.openxmlformats.org/officeDocument/2006/relationships/diagramData" Target="../diagrams/data25.xml"/><Relationship Id="rId12" Type="http://schemas.openxmlformats.org/officeDocument/2006/relationships/diagramData" Target="../diagrams/data26.xml"/><Relationship Id="rId17" Type="http://schemas.openxmlformats.org/officeDocument/2006/relationships/diagramData" Target="../diagrams/data27.xml"/><Relationship Id="rId25" Type="http://schemas.openxmlformats.org/officeDocument/2006/relationships/diagramColors" Target="../diagrams/colors28.xml"/><Relationship Id="rId33" Type="http://schemas.openxmlformats.org/officeDocument/2006/relationships/diagramLayout" Target="../diagrams/layout30.xml"/><Relationship Id="rId2" Type="http://schemas.openxmlformats.org/officeDocument/2006/relationships/diagramData" Target="../diagrams/data24.xml"/><Relationship Id="rId16" Type="http://schemas.microsoft.com/office/2007/relationships/diagramDrawing" Target="../diagrams/drawing26.xml"/><Relationship Id="rId20" Type="http://schemas.openxmlformats.org/officeDocument/2006/relationships/diagramColors" Target="../diagrams/colors27.xml"/><Relationship Id="rId29" Type="http://schemas.openxmlformats.org/officeDocument/2006/relationships/diagramQuickStyle" Target="../diagrams/quickStyle29.xml"/><Relationship Id="rId1" Type="http://schemas.openxmlformats.org/officeDocument/2006/relationships/slideLayout" Target="../slideLayouts/slideLayout2.xml"/><Relationship Id="rId6" Type="http://schemas.microsoft.com/office/2007/relationships/diagramDrawing" Target="../diagrams/drawing24.xml"/><Relationship Id="rId11" Type="http://schemas.microsoft.com/office/2007/relationships/diagramDrawing" Target="../diagrams/drawing25.xml"/><Relationship Id="rId24" Type="http://schemas.openxmlformats.org/officeDocument/2006/relationships/diagramQuickStyle" Target="../diagrams/quickStyle28.xml"/><Relationship Id="rId32" Type="http://schemas.openxmlformats.org/officeDocument/2006/relationships/diagramData" Target="../diagrams/data30.xml"/><Relationship Id="rId5" Type="http://schemas.openxmlformats.org/officeDocument/2006/relationships/diagramColors" Target="../diagrams/colors24.xml"/><Relationship Id="rId15" Type="http://schemas.openxmlformats.org/officeDocument/2006/relationships/diagramColors" Target="../diagrams/colors26.xml"/><Relationship Id="rId23" Type="http://schemas.openxmlformats.org/officeDocument/2006/relationships/diagramLayout" Target="../diagrams/layout28.xml"/><Relationship Id="rId28" Type="http://schemas.openxmlformats.org/officeDocument/2006/relationships/diagramLayout" Target="../diagrams/layout29.xml"/><Relationship Id="rId36" Type="http://schemas.microsoft.com/office/2007/relationships/diagramDrawing" Target="../diagrams/drawing30.xml"/><Relationship Id="rId10" Type="http://schemas.openxmlformats.org/officeDocument/2006/relationships/diagramColors" Target="../diagrams/colors25.xml"/><Relationship Id="rId19" Type="http://schemas.openxmlformats.org/officeDocument/2006/relationships/diagramQuickStyle" Target="../diagrams/quickStyle27.xml"/><Relationship Id="rId31" Type="http://schemas.microsoft.com/office/2007/relationships/diagramDrawing" Target="../diagrams/drawing29.xml"/><Relationship Id="rId4" Type="http://schemas.openxmlformats.org/officeDocument/2006/relationships/diagramQuickStyle" Target="../diagrams/quickStyle24.xml"/><Relationship Id="rId9" Type="http://schemas.openxmlformats.org/officeDocument/2006/relationships/diagramQuickStyle" Target="../diagrams/quickStyle25.xml"/><Relationship Id="rId14" Type="http://schemas.openxmlformats.org/officeDocument/2006/relationships/diagramQuickStyle" Target="../diagrams/quickStyle26.xml"/><Relationship Id="rId22" Type="http://schemas.openxmlformats.org/officeDocument/2006/relationships/diagramData" Target="../diagrams/data28.xml"/><Relationship Id="rId27" Type="http://schemas.openxmlformats.org/officeDocument/2006/relationships/diagramData" Target="../diagrams/data29.xml"/><Relationship Id="rId30" Type="http://schemas.openxmlformats.org/officeDocument/2006/relationships/diagramColors" Target="../diagrams/colors29.xml"/><Relationship Id="rId35" Type="http://schemas.openxmlformats.org/officeDocument/2006/relationships/diagramColors" Target="../diagrams/colors30.xml"/><Relationship Id="rId8" Type="http://schemas.openxmlformats.org/officeDocument/2006/relationships/diagramLayout" Target="../diagrams/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048000" y="1066800"/>
            <a:ext cx="6400800" cy="1752600"/>
          </a:xfrm>
          <a:ln>
            <a:solidFill>
              <a:srgbClr val="FF7474"/>
            </a:solidFill>
          </a:ln>
        </p:spPr>
        <p:style>
          <a:lnRef idx="2">
            <a:schemeClr val="accent5"/>
          </a:lnRef>
          <a:fillRef idx="1">
            <a:schemeClr val="lt1"/>
          </a:fillRef>
          <a:effectRef idx="0">
            <a:schemeClr val="accent5"/>
          </a:effectRef>
          <a:fontRef idx="minor">
            <a:schemeClr val="dk1"/>
          </a:fontRef>
        </p:style>
        <p:txBody>
          <a:bodyPr anchor="ctr">
            <a:normAutofit/>
          </a:bodyPr>
          <a:lstStyle/>
          <a:p>
            <a:r>
              <a:rPr lang="en-US" sz="3600" dirty="0">
                <a:solidFill>
                  <a:schemeClr val="tx1"/>
                </a:solidFill>
              </a:rPr>
              <a:t>Design Pattern</a:t>
            </a:r>
          </a:p>
        </p:txBody>
      </p:sp>
      <p:sp>
        <p:nvSpPr>
          <p:cNvPr id="6" name="Subtitle 2"/>
          <p:cNvSpPr txBox="1">
            <a:spLocks/>
          </p:cNvSpPr>
          <p:nvPr/>
        </p:nvSpPr>
        <p:spPr>
          <a:xfrm>
            <a:off x="8382000" y="4038600"/>
            <a:ext cx="3048000" cy="1752600"/>
          </a:xfrm>
          <a:prstGeom prst="rect">
            <a:avLst/>
          </a:prstGeom>
          <a:ln>
            <a:solidFill>
              <a:srgbClr val="FF0000"/>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lnSpcReduction="10000"/>
          </a:bodyPr>
          <a:lstStyle/>
          <a:p>
            <a:pPr algn="ctr">
              <a:spcBef>
                <a:spcPct val="20000"/>
              </a:spcBef>
              <a:defRPr/>
            </a:pPr>
            <a:endParaRPr lang="en-US" sz="2400" dirty="0">
              <a:solidFill>
                <a:schemeClr val="tx1"/>
              </a:solidFill>
            </a:endParaRPr>
          </a:p>
          <a:p>
            <a:pPr algn="ctr">
              <a:spcBef>
                <a:spcPct val="20000"/>
              </a:spcBef>
              <a:defRPr/>
            </a:pPr>
            <a:r>
              <a:rPr lang="en-US" sz="2400" dirty="0">
                <a:solidFill>
                  <a:schemeClr val="tx1"/>
                </a:solidFill>
              </a:rPr>
              <a:t>Pooja Kumari </a:t>
            </a:r>
          </a:p>
          <a:p>
            <a:pPr algn="ctr">
              <a:spcBef>
                <a:spcPct val="20000"/>
              </a:spcBef>
              <a:defRPr/>
            </a:pPr>
            <a:r>
              <a:rPr lang="en-US" sz="2400" dirty="0">
                <a:solidFill>
                  <a:schemeClr val="tx1"/>
                </a:solidFill>
              </a:rPr>
              <a:t>(Asst. Professor)</a:t>
            </a:r>
          </a:p>
          <a:p>
            <a:pPr algn="ctr">
              <a:spcBef>
                <a:spcPct val="20000"/>
              </a:spcBef>
              <a:defRPr/>
            </a:pPr>
            <a:r>
              <a:rPr lang="en-US" sz="2400" dirty="0">
                <a:solidFill>
                  <a:schemeClr val="tx1"/>
                </a:solidFill>
              </a:rPr>
              <a:t>CSE Department</a:t>
            </a:r>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1417320" y="5897568"/>
            <a:ext cx="533400" cy="533400"/>
          </a:xfrm>
          <a:prstGeom prst="rect">
            <a:avLst/>
          </a:prstGeom>
          <a:noFill/>
        </p:spPr>
      </p:pic>
      <p:sp>
        <p:nvSpPr>
          <p:cNvPr id="9" name="Date Placeholder 8"/>
          <p:cNvSpPr>
            <a:spLocks noGrp="1"/>
          </p:cNvSpPr>
          <p:nvPr>
            <p:ph type="dt" sz="half" idx="10"/>
          </p:nvPr>
        </p:nvSpPr>
        <p:spPr>
          <a:xfrm>
            <a:off x="1482634" y="6430968"/>
            <a:ext cx="2133600" cy="365125"/>
          </a:xfrm>
        </p:spPr>
        <p:txBody>
          <a:bodyPr/>
          <a:lstStyle/>
          <a:p>
            <a:fld id="{FEB9F457-48C9-4009-A2A9-56E8B8BDD3DA}" type="datetime1">
              <a:rPr lang="en-US" smtClean="0"/>
              <a:t>10/22/2024</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dirty="0"/>
          </a:p>
        </p:txBody>
      </p:sp>
      <p:pic>
        <p:nvPicPr>
          <p:cNvPr id="11" name="Picture 4" descr="C:\Users\Manks\Downloads\speak.png"/>
          <p:cNvPicPr>
            <a:picLocks noChangeAspect="1" noChangeArrowheads="1"/>
          </p:cNvPicPr>
          <p:nvPr/>
        </p:nvPicPr>
        <p:blipFill>
          <a:blip r:embed="rId4" cstate="print"/>
          <a:srcRect/>
          <a:stretch>
            <a:fillRect/>
          </a:stretch>
        </p:blipFill>
        <p:spPr bwMode="auto">
          <a:xfrm>
            <a:off x="8839200" y="2590800"/>
            <a:ext cx="1524000" cy="1524000"/>
          </a:xfrm>
          <a:prstGeom prst="rect">
            <a:avLst/>
          </a:prstGeom>
          <a:noFill/>
        </p:spPr>
      </p:pic>
      <p:sp>
        <p:nvSpPr>
          <p:cNvPr id="12" name="Subtitle 2"/>
          <p:cNvSpPr txBox="1">
            <a:spLocks/>
          </p:cNvSpPr>
          <p:nvPr/>
        </p:nvSpPr>
        <p:spPr>
          <a:xfrm>
            <a:off x="1447800" y="2971800"/>
            <a:ext cx="2057400" cy="533400"/>
          </a:xfrm>
          <a:prstGeom prst="rect">
            <a:avLst/>
          </a:prstGeom>
          <a:ln>
            <a:solidFill>
              <a:srgbClr val="FF0000"/>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500" dirty="0">
                <a:solidFill>
                  <a:schemeClr val="tx1"/>
                </a:solidFill>
              </a:rPr>
              <a:t>Unit</a:t>
            </a:r>
            <a:r>
              <a:rPr lang="en-US" sz="2500">
                <a:solidFill>
                  <a:schemeClr val="tx1"/>
                </a:solidFill>
              </a:rPr>
              <a:t>: 4</a:t>
            </a:r>
            <a:endParaRPr lang="en-US" sz="2500" dirty="0">
              <a:solidFill>
                <a:schemeClr val="tx1"/>
              </a:solidFill>
            </a:endParaRPr>
          </a:p>
        </p:txBody>
      </p:sp>
      <p:sp>
        <p:nvSpPr>
          <p:cNvPr id="14" name="Subtitle 2"/>
          <p:cNvSpPr txBox="1">
            <a:spLocks/>
          </p:cNvSpPr>
          <p:nvPr/>
        </p:nvSpPr>
        <p:spPr>
          <a:xfrm>
            <a:off x="1447800" y="3810000"/>
            <a:ext cx="4191000" cy="838200"/>
          </a:xfrm>
          <a:prstGeom prst="rect">
            <a:avLst/>
          </a:prstGeom>
          <a:ln>
            <a:solidFill>
              <a:srgbClr val="FF7474"/>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chor="ctr">
            <a:normAutofit/>
          </a:bodyPr>
          <a:lstStyle/>
          <a:p>
            <a:r>
              <a:rPr lang="en-US" sz="2400" dirty="0">
                <a:solidFill>
                  <a:schemeClr val="tx1"/>
                </a:solidFill>
              </a:rPr>
              <a:t>  </a:t>
            </a:r>
            <a:r>
              <a:rPr lang="en-US" sz="2300" dirty="0">
                <a:solidFill>
                  <a:schemeClr val="tx1"/>
                </a:solidFill>
              </a:rPr>
              <a:t> Design Pattern  : </a:t>
            </a:r>
            <a:r>
              <a:rPr lang="en-US" sz="2400" dirty="0">
                <a:solidFill>
                  <a:schemeClr val="tx1"/>
                </a:solidFill>
                <a:latin typeface="Times New Roman" panose="02020603050405020304" pitchFamily="18" charset="0"/>
                <a:cs typeface="Times New Roman" panose="02020603050405020304" pitchFamily="18" charset="0"/>
              </a:rPr>
              <a:t>ACSE0514</a:t>
            </a:r>
          </a:p>
          <a:p>
            <a:endParaRPr lang="en-US" sz="2300" b="1" dirty="0">
              <a:solidFill>
                <a:schemeClr val="tx1"/>
              </a:solidFill>
            </a:endParaRPr>
          </a:p>
        </p:txBody>
      </p:sp>
      <p:sp>
        <p:nvSpPr>
          <p:cNvPr id="15" name="Subtitle 2"/>
          <p:cNvSpPr txBox="1">
            <a:spLocks/>
          </p:cNvSpPr>
          <p:nvPr/>
        </p:nvSpPr>
        <p:spPr>
          <a:xfrm>
            <a:off x="1447800" y="4876800"/>
            <a:ext cx="4191000" cy="838200"/>
          </a:xfrm>
          <a:prstGeom prst="rect">
            <a:avLst/>
          </a:prstGeom>
          <a:ln>
            <a:solidFill>
              <a:srgbClr val="FF7474"/>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000" dirty="0">
                <a:solidFill>
                  <a:schemeClr val="tx1"/>
                </a:solidFill>
              </a:rPr>
              <a:t>Course Details</a:t>
            </a:r>
            <a:br>
              <a:rPr lang="en-US" sz="2000" dirty="0">
                <a:solidFill>
                  <a:schemeClr val="tx1"/>
                </a:solidFill>
              </a:rPr>
            </a:br>
            <a:r>
              <a:rPr lang="en-US" sz="2000" dirty="0">
                <a:solidFill>
                  <a:schemeClr val="tx1"/>
                </a:solidFill>
              </a:rPr>
              <a:t>(B. Tech. 5</a:t>
            </a:r>
            <a:r>
              <a:rPr lang="en-US" sz="2000" baseline="30000" dirty="0">
                <a:solidFill>
                  <a:schemeClr val="tx1"/>
                </a:solidFill>
              </a:rPr>
              <a:t>th</a:t>
            </a:r>
            <a:r>
              <a:rPr lang="en-US" sz="2000" dirty="0">
                <a:solidFill>
                  <a:schemeClr val="tx1"/>
                </a:solidFill>
              </a:rPr>
              <a:t> Sem)</a:t>
            </a:r>
          </a:p>
        </p:txBody>
      </p:sp>
      <p:sp>
        <p:nvSpPr>
          <p:cNvPr id="16" name="Footer Placeholder 4"/>
          <p:cNvSpPr>
            <a:spLocks noGrp="1"/>
          </p:cNvSpPr>
          <p:nvPr>
            <p:ph type="ftr" sz="quarter" idx="11"/>
          </p:nvPr>
        </p:nvSpPr>
        <p:spPr>
          <a:xfrm>
            <a:off x="4038600" y="6356356"/>
            <a:ext cx="5029200" cy="365125"/>
          </a:xfrm>
        </p:spPr>
        <p:txBody>
          <a:bodyPr/>
          <a:lstStyle/>
          <a:p>
            <a:r>
              <a:rPr lang="en-US" dirty="0"/>
              <a:t>Pooja Kumari       Design Pattern          Unit V</a:t>
            </a:r>
          </a:p>
        </p:txBody>
      </p:sp>
      <p:sp>
        <p:nvSpPr>
          <p:cNvPr id="4" name="AutoShape 2">
            <a:extLst>
              <a:ext uri="{FF2B5EF4-FFF2-40B4-BE49-F238E27FC236}">
                <a16:creationId xmlns:a16="http://schemas.microsoft.com/office/drawing/2014/main" id="{E740A6D7-9397-1736-5CD5-FB051C35BD4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TextBox 6">
            <a:extLst>
              <a:ext uri="{FF2B5EF4-FFF2-40B4-BE49-F238E27FC236}">
                <a16:creationId xmlns:a16="http://schemas.microsoft.com/office/drawing/2014/main" id="{7A60E21F-6BE6-8E16-C03D-28854D70A1E2}"/>
              </a:ext>
            </a:extLst>
          </p:cNvPr>
          <p:cNvSpPr txBox="1"/>
          <p:nvPr/>
        </p:nvSpPr>
        <p:spPr>
          <a:xfrm>
            <a:off x="2327564" y="342899"/>
            <a:ext cx="8697191" cy="523220"/>
          </a:xfrm>
          <a:prstGeom prst="rect">
            <a:avLst/>
          </a:prstGeom>
          <a:noFill/>
        </p:spPr>
        <p:txBody>
          <a:bodyPr wrap="square" rtlCol="0">
            <a:spAutoFit/>
          </a:bodyPr>
          <a:lstStyle/>
          <a:p>
            <a:r>
              <a:rPr lang="en-US" sz="2800" dirty="0"/>
              <a:t>Noida Institute  of engineering  and  Technology</a:t>
            </a:r>
            <a:endParaRPr lang="en-IN"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0" y="3115686"/>
            <a:ext cx="8534400" cy="3024764"/>
          </a:xfrm>
        </p:spPr>
        <p:txBody>
          <a:bodyPr>
            <a:normAutofit/>
          </a:bodyPr>
          <a:lstStyle/>
          <a:p>
            <a:r>
              <a:rPr lang="en-US" sz="2000" dirty="0">
                <a:latin typeface="Times New Roman" panose="02020603050405020304" pitchFamily="18" charset="0"/>
                <a:cs typeface="Times New Roman" panose="02020603050405020304" pitchFamily="18" charset="0"/>
              </a:rPr>
              <a:t>Certificate of Recognition for role as </a:t>
            </a:r>
            <a:r>
              <a:rPr lang="en-US" sz="2000" b="1" dirty="0">
                <a:latin typeface="Times New Roman" panose="02020603050405020304" pitchFamily="18" charset="0"/>
                <a:cs typeface="Times New Roman" panose="02020603050405020304" pitchFamily="18" charset="0"/>
              </a:rPr>
              <a:t>Faculty</a:t>
            </a:r>
            <a:r>
              <a:rPr lang="en-US" sz="2000" dirty="0">
                <a:latin typeface="Times New Roman" panose="02020603050405020304" pitchFamily="18" charset="0"/>
                <a:cs typeface="Times New Roman" panose="02020603050405020304" pitchFamily="18" charset="0"/>
              </a:rPr>
              <a:t> in DU </a:t>
            </a:r>
          </a:p>
          <a:p>
            <a:r>
              <a:rPr lang="en-US" sz="2000" dirty="0">
                <a:latin typeface="Times New Roman" panose="02020603050405020304" pitchFamily="18" charset="0"/>
                <a:cs typeface="Times New Roman" panose="02020603050405020304" pitchFamily="18" charset="0"/>
              </a:rPr>
              <a:t>Worked on Deep learning  technology under the topic </a:t>
            </a:r>
            <a:r>
              <a:rPr lang="en-IN" sz="2000" b="1" dirty="0">
                <a:effectLst/>
                <a:latin typeface="Calibri" panose="020F0502020204030204" pitchFamily="34" charset="0"/>
                <a:ea typeface="Calibri" panose="020F0502020204030204" pitchFamily="34" charset="0"/>
                <a:cs typeface="Times New Roman" panose="02020603050405020304" pitchFamily="18" charset="0"/>
              </a:rPr>
              <a:t>Mining  suggestions  from  imbalanced  datasets  of  online  reviews  using  SMOTE-Random  multi-model  Deep Learning</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in </a:t>
            </a:r>
            <a:r>
              <a:rPr lang="en-US" sz="2000" dirty="0" err="1">
                <a:latin typeface="Times New Roman" panose="02020603050405020304" pitchFamily="18" charset="0"/>
                <a:cs typeface="Times New Roman" panose="02020603050405020304" pitchFamily="18" charset="0"/>
              </a:rPr>
              <a:t>M.Tech</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 Published paper in International journal of research computer  science engineering </a:t>
            </a:r>
            <a:r>
              <a:rPr lang="en-US" sz="2000" b="1" dirty="0">
                <a:latin typeface="Times New Roman" panose="02020603050405020304" pitchFamily="18" charset="0"/>
                <a:cs typeface="Times New Roman" panose="02020603050405020304" pitchFamily="18" charset="0"/>
              </a:rPr>
              <a:t>(IJRECE)</a:t>
            </a:r>
            <a:r>
              <a:rPr lang="en-US" sz="2000" dirty="0">
                <a:latin typeface="Times New Roman" panose="02020603050405020304" pitchFamily="18" charset="0"/>
                <a:cs typeface="Times New Roman" panose="02020603050405020304" pitchFamily="18" charset="0"/>
              </a:rPr>
              <a:t> on </a:t>
            </a:r>
            <a:r>
              <a:rPr lang="en-US" sz="2000" b="1" dirty="0">
                <a:latin typeface="Times New Roman" panose="02020603050405020304" pitchFamily="18" charset="0"/>
                <a:cs typeface="Times New Roman" panose="02020603050405020304" pitchFamily="18" charset="0"/>
              </a:rPr>
              <a:t>“</a:t>
            </a:r>
            <a:r>
              <a:rPr lang="en-IN" sz="2000" b="1" dirty="0">
                <a:effectLst/>
                <a:latin typeface="Calibri" panose="020F0502020204030204" pitchFamily="34" charset="0"/>
                <a:ea typeface="Calibri" panose="020F0502020204030204" pitchFamily="34" charset="0"/>
                <a:cs typeface="Times New Roman" panose="02020603050405020304" pitchFamily="18" charset="0"/>
              </a:rPr>
              <a:t>Mining  suggestions  from  imbalanced  datasets  of  online  reviews  using  SMOTE-Random  multi-model  Deep Learning</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(April-June 2021).</a:t>
            </a:r>
          </a:p>
          <a:p>
            <a:r>
              <a:rPr lang="en-US" sz="2000" b="1" dirty="0">
                <a:latin typeface="Times New Roman" panose="02020603050405020304" pitchFamily="18" charset="0"/>
                <a:cs typeface="Times New Roman" panose="02020603050405020304" pitchFamily="18" charset="0"/>
              </a:rPr>
              <a:t>Area of Interest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Fullstack</a:t>
            </a:r>
            <a:r>
              <a:rPr lang="en-US" sz="2000" dirty="0">
                <a:latin typeface="Times New Roman" panose="02020603050405020304" pitchFamily="18" charset="0"/>
                <a:cs typeface="Times New Roman" panose="02020603050405020304" pitchFamily="18" charset="0"/>
              </a:rPr>
              <a:t>  Web Development, Machine Learning, </a:t>
            </a:r>
            <a:r>
              <a:rPr lang="en-US" sz="2000" dirty="0" err="1">
                <a:latin typeface="Times New Roman" panose="02020603050405020304" pitchFamily="18" charset="0"/>
                <a:cs typeface="Times New Roman" panose="02020603050405020304" pitchFamily="18" charset="0"/>
              </a:rPr>
              <a:t>IOT,python</a:t>
            </a:r>
            <a:endParaRPr lang="en-US" sz="2000" dirty="0">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1EA5F286-7DED-4C9A-B719-A0E4078F7DCA}" type="datetime1">
              <a:rPr lang="en-US" smtClean="0"/>
              <a:t>10/22/2024</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2</a:t>
            </a:fld>
            <a:endParaRPr lang="en-US" dirty="0"/>
          </a:p>
        </p:txBody>
      </p:sp>
      <p:sp>
        <p:nvSpPr>
          <p:cNvPr id="11" name="Footer Placeholder 12"/>
          <p:cNvSpPr>
            <a:spLocks noGrp="1"/>
          </p:cNvSpPr>
          <p:nvPr>
            <p:ph type="ftr" sz="quarter" idx="11"/>
          </p:nvPr>
        </p:nvSpPr>
        <p:spPr>
          <a:xfrm>
            <a:off x="2286000" y="6248401"/>
            <a:ext cx="7010400" cy="365125"/>
          </a:xfrm>
        </p:spPr>
        <p:txBody>
          <a:bodyPr/>
          <a:lstStyle/>
          <a:p>
            <a:r>
              <a:rPr lang="en-US" dirty="0"/>
              <a:t>Pooja Kumari         Design Pattern                            Unit I</a:t>
            </a:r>
          </a:p>
        </p:txBody>
      </p:sp>
      <p:graphicFrame>
        <p:nvGraphicFramePr>
          <p:cNvPr id="2" name="Table 1"/>
          <p:cNvGraphicFramePr>
            <a:graphicFrameLocks noGrp="1"/>
          </p:cNvGraphicFramePr>
          <p:nvPr>
            <p:extLst>
              <p:ext uri="{D42A27DB-BD31-4B8C-83A1-F6EECF244321}">
                <p14:modId xmlns:p14="http://schemas.microsoft.com/office/powerpoint/2010/main" val="48246693"/>
              </p:ext>
            </p:extLst>
          </p:nvPr>
        </p:nvGraphicFramePr>
        <p:xfrm>
          <a:off x="1981200" y="1055388"/>
          <a:ext cx="6629400" cy="1800838"/>
        </p:xfrm>
        <a:graphic>
          <a:graphicData uri="http://schemas.openxmlformats.org/drawingml/2006/table">
            <a:tbl>
              <a:tblPr firstRow="1" firstCol="1" bandRow="1">
                <a:tableStyleId>{5C22544A-7EE6-4342-B048-85BDC9FD1C3A}</a:tableStyleId>
              </a:tblPr>
              <a:tblGrid>
                <a:gridCol w="1354583">
                  <a:extLst>
                    <a:ext uri="{9D8B030D-6E8A-4147-A177-3AD203B41FA5}">
                      <a16:colId xmlns:a16="http://schemas.microsoft.com/office/drawing/2014/main" val="20000"/>
                    </a:ext>
                  </a:extLst>
                </a:gridCol>
                <a:gridCol w="2966395">
                  <a:extLst>
                    <a:ext uri="{9D8B030D-6E8A-4147-A177-3AD203B41FA5}">
                      <a16:colId xmlns:a16="http://schemas.microsoft.com/office/drawing/2014/main" val="20001"/>
                    </a:ext>
                  </a:extLst>
                </a:gridCol>
                <a:gridCol w="2308422">
                  <a:extLst>
                    <a:ext uri="{9D8B030D-6E8A-4147-A177-3AD203B41FA5}">
                      <a16:colId xmlns:a16="http://schemas.microsoft.com/office/drawing/2014/main" val="20002"/>
                    </a:ext>
                  </a:extLst>
                </a:gridCol>
              </a:tblGrid>
              <a:tr h="706022">
                <a:tc>
                  <a:txBody>
                    <a:bodyPr/>
                    <a:lstStyle/>
                    <a:p>
                      <a:pPr marL="0" marR="0" algn="just">
                        <a:lnSpc>
                          <a:spcPct val="115000"/>
                        </a:lnSpc>
                        <a:spcBef>
                          <a:spcPts val="0"/>
                        </a:spcBef>
                        <a:spcAft>
                          <a:spcPts val="0"/>
                        </a:spcAft>
                      </a:pPr>
                      <a:r>
                        <a:rPr lang="en-US" sz="1600" dirty="0">
                          <a:effectLst/>
                        </a:rPr>
                        <a:t>COURSE</a:t>
                      </a:r>
                    </a:p>
                    <a:p>
                      <a:pPr marL="0" marR="0" algn="just">
                        <a:lnSpc>
                          <a:spcPct val="115000"/>
                        </a:lnSpc>
                        <a:spcBef>
                          <a:spcPts val="0"/>
                        </a:spcBef>
                        <a:spcAft>
                          <a:spcPts val="0"/>
                        </a:spcAft>
                      </a:pPr>
                      <a:r>
                        <a:rPr lang="en-US" sz="1600" dirty="0">
                          <a:effectLst/>
                        </a:rPr>
                        <a:t> </a:t>
                      </a:r>
                      <a:endParaRPr lang="en-US"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solidFill>
                      <a:schemeClr val="accent6"/>
                    </a:solidFill>
                  </a:tcPr>
                </a:tc>
                <a:tc>
                  <a:txBody>
                    <a:bodyPr/>
                    <a:lstStyle/>
                    <a:p>
                      <a:pPr marL="0" marR="0" algn="just">
                        <a:lnSpc>
                          <a:spcPct val="115000"/>
                        </a:lnSpc>
                        <a:spcBef>
                          <a:spcPts val="0"/>
                        </a:spcBef>
                        <a:spcAft>
                          <a:spcPts val="0"/>
                        </a:spcAft>
                      </a:pPr>
                      <a:r>
                        <a:rPr lang="en-US" sz="1600" dirty="0">
                          <a:effectLst/>
                        </a:rPr>
                        <a:t>BOARD/UNIVERSITY</a:t>
                      </a:r>
                      <a:endParaRPr lang="en-US"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solidFill>
                      <a:schemeClr val="accent6"/>
                    </a:solidFill>
                  </a:tcPr>
                </a:tc>
                <a:tc>
                  <a:txBody>
                    <a:bodyPr/>
                    <a:lstStyle/>
                    <a:p>
                      <a:pPr marL="0" marR="0" algn="just">
                        <a:lnSpc>
                          <a:spcPct val="115000"/>
                        </a:lnSpc>
                        <a:spcBef>
                          <a:spcPts val="0"/>
                        </a:spcBef>
                        <a:spcAft>
                          <a:spcPts val="0"/>
                        </a:spcAft>
                      </a:pPr>
                      <a:r>
                        <a:rPr lang="en-US" sz="1600" dirty="0">
                          <a:effectLst/>
                        </a:rPr>
                        <a:t>YEAR OF PASSING</a:t>
                      </a:r>
                      <a:endParaRPr lang="en-US"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solidFill>
                      <a:schemeClr val="accent6"/>
                    </a:solidFill>
                  </a:tcPr>
                </a:tc>
                <a:extLst>
                  <a:ext uri="{0D108BD9-81ED-4DB2-BD59-A6C34878D82A}">
                    <a16:rowId xmlns:a16="http://schemas.microsoft.com/office/drawing/2014/main" val="10000"/>
                  </a:ext>
                </a:extLst>
              </a:tr>
              <a:tr h="547408">
                <a:tc>
                  <a:txBody>
                    <a:bodyPr/>
                    <a:lstStyle/>
                    <a:p>
                      <a:pPr marL="0" marR="0" algn="just">
                        <a:lnSpc>
                          <a:spcPct val="115000"/>
                        </a:lnSpc>
                        <a:spcBef>
                          <a:spcPts val="0"/>
                        </a:spcBef>
                        <a:spcAft>
                          <a:spcPts val="0"/>
                        </a:spcAft>
                      </a:pPr>
                      <a:r>
                        <a:rPr lang="en-US" sz="1600" dirty="0">
                          <a:effectLst/>
                        </a:rPr>
                        <a:t>M.Tech</a:t>
                      </a:r>
                      <a:endParaRPr lang="en-US"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solidFill>
                      <a:schemeClr val="accent6"/>
                    </a:solidFill>
                  </a:tcPr>
                </a:tc>
                <a:tc>
                  <a:txBody>
                    <a:bodyPr/>
                    <a:lstStyle/>
                    <a:p>
                      <a:pPr marL="0" marR="0" algn="just">
                        <a:lnSpc>
                          <a:spcPct val="115000"/>
                        </a:lnSpc>
                        <a:spcBef>
                          <a:spcPts val="0"/>
                        </a:spcBef>
                        <a:spcAft>
                          <a:spcPts val="0"/>
                        </a:spcAft>
                      </a:pPr>
                      <a:r>
                        <a:rPr lang="en-US" sz="1600" dirty="0">
                          <a:effectLst/>
                        </a:rPr>
                        <a:t>PCST,RGPV,</a:t>
                      </a:r>
                      <a:r>
                        <a:rPr lang="en-US" sz="1600" baseline="0" dirty="0">
                          <a:effectLst/>
                        </a:rPr>
                        <a:t> Bhopal</a:t>
                      </a:r>
                      <a:endParaRPr lang="en-US"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solidFill>
                      <a:schemeClr val="accent6">
                        <a:lumMod val="40000"/>
                        <a:lumOff val="60000"/>
                      </a:schemeClr>
                    </a:solidFill>
                  </a:tcPr>
                </a:tc>
                <a:tc>
                  <a:txBody>
                    <a:bodyPr/>
                    <a:lstStyle/>
                    <a:p>
                      <a:pPr marL="0" marR="0" algn="just">
                        <a:lnSpc>
                          <a:spcPct val="115000"/>
                        </a:lnSpc>
                        <a:spcBef>
                          <a:spcPts val="0"/>
                        </a:spcBef>
                        <a:spcAft>
                          <a:spcPts val="0"/>
                        </a:spcAft>
                      </a:pPr>
                      <a:r>
                        <a:rPr lang="en-US" sz="1600" dirty="0">
                          <a:effectLst/>
                        </a:rPr>
                        <a:t>2021</a:t>
                      </a:r>
                      <a:endParaRPr lang="en-US"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solidFill>
                      <a:schemeClr val="accent6">
                        <a:lumMod val="40000"/>
                        <a:lumOff val="60000"/>
                      </a:schemeClr>
                    </a:solidFill>
                  </a:tcPr>
                </a:tc>
                <a:extLst>
                  <a:ext uri="{0D108BD9-81ED-4DB2-BD59-A6C34878D82A}">
                    <a16:rowId xmlns:a16="http://schemas.microsoft.com/office/drawing/2014/main" val="10001"/>
                  </a:ext>
                </a:extLst>
              </a:tr>
              <a:tr h="547408">
                <a:tc>
                  <a:txBody>
                    <a:bodyPr/>
                    <a:lstStyle/>
                    <a:p>
                      <a:pPr marL="0" marR="0" algn="just">
                        <a:lnSpc>
                          <a:spcPct val="115000"/>
                        </a:lnSpc>
                        <a:spcBef>
                          <a:spcPts val="0"/>
                        </a:spcBef>
                        <a:spcAft>
                          <a:spcPts val="0"/>
                        </a:spcAft>
                      </a:pPr>
                      <a:r>
                        <a:rPr lang="en-US" sz="1600" dirty="0" err="1">
                          <a:effectLst/>
                        </a:rPr>
                        <a:t>B.Tech</a:t>
                      </a:r>
                      <a:endParaRPr lang="en-US"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solidFill>
                      <a:schemeClr val="accent6"/>
                    </a:solidFill>
                  </a:tcPr>
                </a:tc>
                <a:tc>
                  <a:txBody>
                    <a:bodyPr/>
                    <a:lstStyle/>
                    <a:p>
                      <a:pPr marL="0" marR="0" algn="just">
                        <a:lnSpc>
                          <a:spcPct val="115000"/>
                        </a:lnSpc>
                        <a:spcBef>
                          <a:spcPts val="0"/>
                        </a:spcBef>
                        <a:spcAft>
                          <a:spcPts val="0"/>
                        </a:spcAft>
                      </a:pPr>
                      <a:r>
                        <a:rPr lang="en-US" sz="1600" dirty="0">
                          <a:effectLst/>
                        </a:rPr>
                        <a:t> SKP,</a:t>
                      </a:r>
                      <a:r>
                        <a:rPr lang="en-US" sz="1600" baseline="0" dirty="0">
                          <a:effectLst/>
                        </a:rPr>
                        <a:t> ANNA, CHENNAI</a:t>
                      </a:r>
                      <a:endParaRPr lang="en-US"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solidFill>
                      <a:schemeClr val="accent6">
                        <a:lumMod val="20000"/>
                        <a:lumOff val="80000"/>
                      </a:schemeClr>
                    </a:solidFill>
                  </a:tcPr>
                </a:tc>
                <a:tc>
                  <a:txBody>
                    <a:bodyPr/>
                    <a:lstStyle/>
                    <a:p>
                      <a:pPr marL="0" marR="0" algn="just">
                        <a:lnSpc>
                          <a:spcPct val="115000"/>
                        </a:lnSpc>
                        <a:spcBef>
                          <a:spcPts val="0"/>
                        </a:spcBef>
                        <a:spcAft>
                          <a:spcPts val="0"/>
                        </a:spcAft>
                      </a:pPr>
                      <a:r>
                        <a:rPr lang="en-US" sz="1600" dirty="0">
                          <a:effectLst/>
                        </a:rPr>
                        <a:t>2015</a:t>
                      </a:r>
                      <a:endParaRPr lang="en-US"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solidFill>
                      <a:schemeClr val="accent6">
                        <a:lumMod val="20000"/>
                        <a:lumOff val="80000"/>
                      </a:schemeClr>
                    </a:solidFill>
                  </a:tcPr>
                </a:tc>
                <a:extLst>
                  <a:ext uri="{0D108BD9-81ED-4DB2-BD59-A6C34878D82A}">
                    <a16:rowId xmlns:a16="http://schemas.microsoft.com/office/drawing/2014/main" val="10002"/>
                  </a:ext>
                </a:extLst>
              </a:tr>
            </a:tbl>
          </a:graphicData>
        </a:graphic>
      </p:graphicFrame>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45856" y="999262"/>
            <a:ext cx="1569744" cy="2132321"/>
          </a:xfrm>
          <a:prstGeom prst="rect">
            <a:avLst/>
          </a:prstGeom>
        </p:spPr>
      </p:pic>
      <p:pic>
        <p:nvPicPr>
          <p:cNvPr id="9" name="Picture 8">
            <a:extLst>
              <a:ext uri="{FF2B5EF4-FFF2-40B4-BE49-F238E27FC236}">
                <a16:creationId xmlns:a16="http://schemas.microsoft.com/office/drawing/2014/main" id="{7A267FD7-97A2-6C03-6924-1F9E3FEC610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37600" y="999262"/>
            <a:ext cx="1930400" cy="2137145"/>
          </a:xfrm>
          <a:prstGeom prst="rect">
            <a:avLst/>
          </a:prstGeom>
        </p:spPr>
      </p:pic>
      <p:sp>
        <p:nvSpPr>
          <p:cNvPr id="10" name="TextBox 9">
            <a:extLst>
              <a:ext uri="{FF2B5EF4-FFF2-40B4-BE49-F238E27FC236}">
                <a16:creationId xmlns:a16="http://schemas.microsoft.com/office/drawing/2014/main" id="{C7D21FAE-F2F7-6305-FF53-3157C67C84AC}"/>
              </a:ext>
            </a:extLst>
          </p:cNvPr>
          <p:cNvSpPr txBox="1"/>
          <p:nvPr/>
        </p:nvSpPr>
        <p:spPr>
          <a:xfrm>
            <a:off x="2851722" y="216583"/>
            <a:ext cx="6998860" cy="523220"/>
          </a:xfrm>
          <a:prstGeom prst="rect">
            <a:avLst/>
          </a:prstGeom>
          <a:noFill/>
        </p:spPr>
        <p:txBody>
          <a:bodyPr wrap="square" rtlCol="0">
            <a:spAutoFit/>
          </a:bodyPr>
          <a:lstStyle/>
          <a:p>
            <a:r>
              <a:rPr lang="en-IN" sz="2800" dirty="0"/>
              <a:t>Brief introduction  of faculty</a:t>
            </a:r>
          </a:p>
        </p:txBody>
      </p:sp>
    </p:spTree>
    <p:extLst>
      <p:ext uri="{BB962C8B-B14F-4D97-AF65-F5344CB8AC3E}">
        <p14:creationId xmlns:p14="http://schemas.microsoft.com/office/powerpoint/2010/main" val="39573433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E95197F-CCEE-4967-B49B-F70F459CB3E0}" type="datetime1">
              <a:rPr lang="en-US" smtClean="0"/>
              <a:t>10/22/2024</a:t>
            </a:fld>
            <a:endParaRPr lang="en-US" dirty="0"/>
          </a:p>
        </p:txBody>
      </p:sp>
      <p:sp>
        <p:nvSpPr>
          <p:cNvPr id="5" name="Footer Placeholder 4"/>
          <p:cNvSpPr>
            <a:spLocks noGrp="1"/>
          </p:cNvSpPr>
          <p:nvPr>
            <p:ph type="ftr" sz="quarter" idx="11"/>
          </p:nvPr>
        </p:nvSpPr>
        <p:spPr>
          <a:xfrm>
            <a:off x="4343400" y="6248406"/>
            <a:ext cx="4724400" cy="365125"/>
          </a:xfrm>
        </p:spPr>
        <p:txBody>
          <a:bodyPr/>
          <a:lstStyle/>
          <a:p>
            <a:r>
              <a:rPr lang="en-US"/>
              <a:t>Rajat Kumar                                           Design Pattern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dirty="0"/>
          </a:p>
        </p:txBody>
      </p:sp>
      <p:pic>
        <p:nvPicPr>
          <p:cNvPr id="2" name="Picture 1"/>
          <p:cNvPicPr>
            <a:picLocks noChangeAspect="1"/>
          </p:cNvPicPr>
          <p:nvPr/>
        </p:nvPicPr>
        <p:blipFill>
          <a:blip r:embed="rId2"/>
          <a:stretch>
            <a:fillRect/>
          </a:stretch>
        </p:blipFill>
        <p:spPr>
          <a:xfrm>
            <a:off x="1676400" y="793757"/>
            <a:ext cx="9390164" cy="5855044"/>
          </a:xfrm>
          <a:prstGeom prst="rect">
            <a:avLst/>
          </a:prstGeom>
          <a:ln>
            <a:solidFill>
              <a:schemeClr val="accent1"/>
            </a:solidFill>
          </a:ln>
        </p:spPr>
      </p:pic>
      <p:sp>
        <p:nvSpPr>
          <p:cNvPr id="9" name="TextBox 8"/>
          <p:cNvSpPr txBox="1"/>
          <p:nvPr/>
        </p:nvSpPr>
        <p:spPr>
          <a:xfrm>
            <a:off x="2933700" y="4114800"/>
            <a:ext cx="2819400" cy="461665"/>
          </a:xfrm>
          <a:prstGeom prst="rect">
            <a:avLst/>
          </a:prstGeom>
          <a:solidFill>
            <a:srgbClr val="C00000"/>
          </a:solidFill>
          <a:ln>
            <a:solidFill>
              <a:schemeClr val="bg1"/>
            </a:solidFill>
          </a:ln>
        </p:spPr>
        <p:txBody>
          <a:bodyPr wrap="square" rtlCol="0">
            <a:spAutoFit/>
          </a:bodyPr>
          <a:lstStyle/>
          <a:p>
            <a:r>
              <a:rPr lang="en-US" sz="1200" dirty="0"/>
              <a:t>Python Web development with Django</a:t>
            </a:r>
          </a:p>
          <a:p>
            <a:r>
              <a:rPr lang="en-US" sz="1200" dirty="0"/>
              <a:t>Design Pattern</a:t>
            </a:r>
          </a:p>
        </p:txBody>
      </p:sp>
      <p:sp>
        <p:nvSpPr>
          <p:cNvPr id="8" name="TextBox 7">
            <a:extLst>
              <a:ext uri="{FF2B5EF4-FFF2-40B4-BE49-F238E27FC236}">
                <a16:creationId xmlns:a16="http://schemas.microsoft.com/office/drawing/2014/main" id="{D8B00FED-27EF-86B9-8054-92A7D4685BE7}"/>
              </a:ext>
            </a:extLst>
          </p:cNvPr>
          <p:cNvSpPr txBox="1"/>
          <p:nvPr/>
        </p:nvSpPr>
        <p:spPr>
          <a:xfrm>
            <a:off x="4100946" y="110830"/>
            <a:ext cx="5881254" cy="523220"/>
          </a:xfrm>
          <a:prstGeom prst="rect">
            <a:avLst/>
          </a:prstGeom>
          <a:noFill/>
        </p:spPr>
        <p:txBody>
          <a:bodyPr wrap="square" rtlCol="0">
            <a:spAutoFit/>
          </a:bodyPr>
          <a:lstStyle/>
          <a:p>
            <a:r>
              <a:rPr lang="en-IN" sz="2800" dirty="0"/>
              <a:t>Evaluation</a:t>
            </a:r>
            <a:r>
              <a:rPr lang="en-IN" dirty="0"/>
              <a:t>   </a:t>
            </a:r>
            <a:r>
              <a:rPr lang="en-IN" sz="2800" dirty="0"/>
              <a:t>Scheme</a:t>
            </a:r>
          </a:p>
        </p:txBody>
      </p:sp>
    </p:spTree>
    <p:extLst>
      <p:ext uri="{BB962C8B-B14F-4D97-AF65-F5344CB8AC3E}">
        <p14:creationId xmlns:p14="http://schemas.microsoft.com/office/powerpoint/2010/main" val="1270560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E9301-AC8A-6D8B-768B-A760703590D7}"/>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sz="2400" dirty="0">
                <a:latin typeface="Times New Roman" panose="02020603050405020304" pitchFamily="18" charset="0"/>
                <a:cs typeface="Times New Roman" panose="02020603050405020304" pitchFamily="18" charset="0"/>
              </a:rPr>
              <a:t>Syllabus </a:t>
            </a:r>
          </a:p>
        </p:txBody>
      </p:sp>
      <p:graphicFrame>
        <p:nvGraphicFramePr>
          <p:cNvPr id="11" name="Diagram 10">
            <a:extLst>
              <a:ext uri="{FF2B5EF4-FFF2-40B4-BE49-F238E27FC236}">
                <a16:creationId xmlns:a16="http://schemas.microsoft.com/office/drawing/2014/main" id="{A8B8EE91-248F-03D6-3AB5-A8062153E985}"/>
              </a:ext>
            </a:extLst>
          </p:cNvPr>
          <p:cNvGraphicFramePr/>
          <p:nvPr/>
        </p:nvGraphicFramePr>
        <p:xfrm>
          <a:off x="3588782" y="1245679"/>
          <a:ext cx="8475407" cy="54009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TextBox 11">
            <a:extLst>
              <a:ext uri="{FF2B5EF4-FFF2-40B4-BE49-F238E27FC236}">
                <a16:creationId xmlns:a16="http://schemas.microsoft.com/office/drawing/2014/main" id="{E903C9C0-1DEC-FC13-921D-298E2B03C103}"/>
              </a:ext>
            </a:extLst>
          </p:cNvPr>
          <p:cNvSpPr txBox="1"/>
          <p:nvPr/>
        </p:nvSpPr>
        <p:spPr>
          <a:xfrm>
            <a:off x="0" y="3264139"/>
            <a:ext cx="4090220" cy="815608"/>
          </a:xfrm>
          <a:prstGeom prst="rect">
            <a:avLst/>
          </a:prstGeom>
          <a:noFill/>
        </p:spPr>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UNIT I</a:t>
            </a:r>
            <a:r>
              <a:rPr lang="en-US" sz="2800"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algn="ctr"/>
            <a:r>
              <a:rPr lang="en-US" sz="1900" b="1" dirty="0">
                <a:latin typeface="Times New Roman" panose="02020603050405020304" pitchFamily="18" charset="0"/>
                <a:cs typeface="Times New Roman" panose="02020603050405020304" pitchFamily="18" charset="0"/>
              </a:rPr>
              <a:t>INTRODUCTION</a:t>
            </a:r>
            <a:endParaRPr lang="en-IN" sz="1900" b="1" dirty="0">
              <a:latin typeface="Times New Roman" panose="02020603050405020304" pitchFamily="18" charset="0"/>
              <a:cs typeface="Times New Roman" panose="02020603050405020304" pitchFamily="18" charset="0"/>
            </a:endParaRPr>
          </a:p>
        </p:txBody>
      </p:sp>
      <p:sp>
        <p:nvSpPr>
          <p:cNvPr id="7" name="Date Placeholder 8">
            <a:extLst>
              <a:ext uri="{FF2B5EF4-FFF2-40B4-BE49-F238E27FC236}">
                <a16:creationId xmlns:a16="http://schemas.microsoft.com/office/drawing/2014/main" id="{B41D572F-1D41-A80D-3851-256D9F8E1FA9}"/>
              </a:ext>
            </a:extLst>
          </p:cNvPr>
          <p:cNvSpPr>
            <a:spLocks noGrp="1"/>
          </p:cNvSpPr>
          <p:nvPr>
            <p:ph type="dt" sz="half" idx="10"/>
          </p:nvPr>
        </p:nvSpPr>
        <p:spPr>
          <a:xfrm>
            <a:off x="2209800" y="6475522"/>
            <a:ext cx="2133600" cy="365125"/>
          </a:xfrm>
        </p:spPr>
        <p:txBody>
          <a:bodyPr/>
          <a:lstStyle/>
          <a:p>
            <a:fld id="{D03A9178-A193-474D-B1A9-E69043C2C3E6}" type="datetime1">
              <a:rPr lang="en-US" smtClean="0">
                <a:latin typeface="Times New Roman" panose="02020603050405020304" pitchFamily="18" charset="0"/>
                <a:cs typeface="Times New Roman" panose="02020603050405020304" pitchFamily="18" charset="0"/>
              </a:rPr>
              <a:t>10/22/2024</a:t>
            </a:fld>
            <a:endParaRPr lang="en-US" dirty="0">
              <a:latin typeface="Times New Roman" panose="02020603050405020304" pitchFamily="18" charset="0"/>
              <a:cs typeface="Times New Roman" panose="02020603050405020304" pitchFamily="18" charset="0"/>
            </a:endParaRPr>
          </a:p>
        </p:txBody>
      </p:sp>
      <p:sp>
        <p:nvSpPr>
          <p:cNvPr id="8" name="Footer Placeholder 12">
            <a:extLst>
              <a:ext uri="{FF2B5EF4-FFF2-40B4-BE49-F238E27FC236}">
                <a16:creationId xmlns:a16="http://schemas.microsoft.com/office/drawing/2014/main" id="{F4951045-FDAD-A02F-3044-58C406C54735}"/>
              </a:ext>
            </a:extLst>
          </p:cNvPr>
          <p:cNvSpPr>
            <a:spLocks noGrp="1"/>
          </p:cNvSpPr>
          <p:nvPr>
            <p:ph type="ftr" sz="quarter" idx="11"/>
          </p:nvPr>
        </p:nvSpPr>
        <p:spPr>
          <a:xfrm>
            <a:off x="4090220" y="6464043"/>
            <a:ext cx="5029200" cy="365125"/>
          </a:xfrm>
        </p:spPr>
        <p:txBody>
          <a:bodyPr/>
          <a:lstStyle/>
          <a:p>
            <a:r>
              <a:rPr lang="en-US" dirty="0">
                <a:latin typeface="Times New Roman" panose="02020603050405020304" pitchFamily="18" charset="0"/>
                <a:cs typeface="Times New Roman" panose="02020603050405020304" pitchFamily="18" charset="0"/>
              </a:rPr>
              <a:t>Pooja Kumari             ACSE0514 (Design Patterns)                Unit 1</a:t>
            </a:r>
          </a:p>
        </p:txBody>
      </p:sp>
      <p:sp>
        <p:nvSpPr>
          <p:cNvPr id="4" name="Slide Number Placeholder 3">
            <a:extLst>
              <a:ext uri="{FF2B5EF4-FFF2-40B4-BE49-F238E27FC236}">
                <a16:creationId xmlns:a16="http://schemas.microsoft.com/office/drawing/2014/main" id="{75EBAC75-DB69-6114-FA42-7B553D270BE8}"/>
              </a:ext>
            </a:extLst>
          </p:cNvPr>
          <p:cNvSpPr>
            <a:spLocks noGrp="1"/>
          </p:cNvSpPr>
          <p:nvPr>
            <p:ph type="sldNum" sz="quarter" idx="12"/>
          </p:nvPr>
        </p:nvSpPr>
        <p:spPr/>
        <p:txBody>
          <a:bodyPr/>
          <a:lstStyle/>
          <a:p>
            <a:fld id="{1C240D67-9971-404E-B037-96858983E437}" type="slidenum">
              <a:rPr lang="en-IN" smtClean="0">
                <a:latin typeface="Times New Roman" panose="02020603050405020304" pitchFamily="18" charset="0"/>
                <a:cs typeface="Times New Roman" panose="02020603050405020304" pitchFamily="18" charset="0"/>
              </a:rPr>
              <a:t>4</a:t>
            </a:fld>
            <a:endParaRPr lang="en-IN">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B80E293-533A-D7B3-E852-9C75F9A14741}"/>
              </a:ext>
            </a:extLst>
          </p:cNvPr>
          <p:cNvPicPr>
            <a:picLocks noChangeAspect="1"/>
          </p:cNvPicPr>
          <p:nvPr/>
        </p:nvPicPr>
        <p:blipFill>
          <a:blip r:embed="rId7"/>
          <a:stretch>
            <a:fillRect/>
          </a:stretch>
        </p:blipFill>
        <p:spPr>
          <a:xfrm>
            <a:off x="-94688" y="-15949"/>
            <a:ext cx="2304488" cy="981541"/>
          </a:xfrm>
          <a:prstGeom prst="rect">
            <a:avLst/>
          </a:prstGeom>
        </p:spPr>
      </p:pic>
    </p:spTree>
    <p:extLst>
      <p:ext uri="{BB962C8B-B14F-4D97-AF65-F5344CB8AC3E}">
        <p14:creationId xmlns:p14="http://schemas.microsoft.com/office/powerpoint/2010/main" val="2848138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E9301-AC8A-6D8B-768B-A760703590D7}"/>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dirty="0">
                <a:latin typeface="Times New Roman" panose="02020603050405020304" pitchFamily="18" charset="0"/>
                <a:cs typeface="Times New Roman" panose="02020603050405020304" pitchFamily="18" charset="0"/>
              </a:rPr>
              <a:t>Syllabus </a:t>
            </a: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815608"/>
          </a:xfrm>
          <a:prstGeom prst="rect">
            <a:avLst/>
          </a:prstGeom>
        </p:spPr>
      </p:pic>
      <p:graphicFrame>
        <p:nvGraphicFramePr>
          <p:cNvPr id="11" name="Diagram 10">
            <a:extLst>
              <a:ext uri="{FF2B5EF4-FFF2-40B4-BE49-F238E27FC236}">
                <a16:creationId xmlns:a16="http://schemas.microsoft.com/office/drawing/2014/main" id="{A8B8EE91-248F-03D6-3AB5-A8062153E985}"/>
              </a:ext>
            </a:extLst>
          </p:cNvPr>
          <p:cNvGraphicFramePr/>
          <p:nvPr/>
        </p:nvGraphicFramePr>
        <p:xfrm>
          <a:off x="3588782" y="1245679"/>
          <a:ext cx="8475407" cy="54009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TextBox 11">
            <a:extLst>
              <a:ext uri="{FF2B5EF4-FFF2-40B4-BE49-F238E27FC236}">
                <a16:creationId xmlns:a16="http://schemas.microsoft.com/office/drawing/2014/main" id="{E903C9C0-1DEC-FC13-921D-298E2B03C103}"/>
              </a:ext>
            </a:extLst>
          </p:cNvPr>
          <p:cNvSpPr txBox="1"/>
          <p:nvPr/>
        </p:nvSpPr>
        <p:spPr>
          <a:xfrm>
            <a:off x="0" y="3264139"/>
            <a:ext cx="4090220" cy="815608"/>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UNIT II </a:t>
            </a:r>
            <a:endParaRPr lang="en-US" dirty="0">
              <a:latin typeface="Times New Roman" panose="02020603050405020304" pitchFamily="18" charset="0"/>
              <a:cs typeface="Times New Roman" panose="02020603050405020304" pitchFamily="18" charset="0"/>
            </a:endParaRPr>
          </a:p>
          <a:p>
            <a:pPr algn="ctr"/>
            <a:r>
              <a:rPr lang="en-US" sz="1900" b="1" dirty="0">
                <a:latin typeface="Times New Roman" panose="02020603050405020304" pitchFamily="18" charset="0"/>
                <a:cs typeface="Times New Roman" panose="02020603050405020304" pitchFamily="18" charset="0"/>
              </a:rPr>
              <a:t>CREATIONAL DESIGN PATTERNS</a:t>
            </a:r>
            <a:endParaRPr lang="en-IN" sz="1900" b="1" dirty="0">
              <a:latin typeface="Times New Roman" panose="02020603050405020304" pitchFamily="18" charset="0"/>
              <a:cs typeface="Times New Roman" panose="02020603050405020304" pitchFamily="18" charset="0"/>
            </a:endParaRPr>
          </a:p>
        </p:txBody>
      </p:sp>
      <p:sp>
        <p:nvSpPr>
          <p:cNvPr id="4" name="Date Placeholder 8">
            <a:extLst>
              <a:ext uri="{FF2B5EF4-FFF2-40B4-BE49-F238E27FC236}">
                <a16:creationId xmlns:a16="http://schemas.microsoft.com/office/drawing/2014/main" id="{E7FBB543-0011-9F4E-610A-04D665AF8F8B}"/>
              </a:ext>
            </a:extLst>
          </p:cNvPr>
          <p:cNvSpPr>
            <a:spLocks noGrp="1"/>
          </p:cNvSpPr>
          <p:nvPr>
            <p:ph type="dt" sz="half" idx="10"/>
          </p:nvPr>
        </p:nvSpPr>
        <p:spPr>
          <a:xfrm>
            <a:off x="2209800" y="6475522"/>
            <a:ext cx="2133600" cy="365125"/>
          </a:xfrm>
        </p:spPr>
        <p:txBody>
          <a:bodyPr/>
          <a:lstStyle/>
          <a:p>
            <a:fld id="{5466DD66-F326-4635-97A5-9B980D6F3773}" type="datetime1">
              <a:rPr lang="en-US" smtClean="0">
                <a:latin typeface="Times New Roman" panose="02020603050405020304" pitchFamily="18" charset="0"/>
                <a:cs typeface="Times New Roman" panose="02020603050405020304" pitchFamily="18" charset="0"/>
              </a:rPr>
              <a:t>10/22/2024</a:t>
            </a:fld>
            <a:endParaRPr lang="en-US" dirty="0">
              <a:latin typeface="Times New Roman" panose="02020603050405020304" pitchFamily="18" charset="0"/>
              <a:cs typeface="Times New Roman" panose="02020603050405020304" pitchFamily="18" charset="0"/>
            </a:endParaRPr>
          </a:p>
        </p:txBody>
      </p:sp>
      <p:sp>
        <p:nvSpPr>
          <p:cNvPr id="5" name="Footer Placeholder 12">
            <a:extLst>
              <a:ext uri="{FF2B5EF4-FFF2-40B4-BE49-F238E27FC236}">
                <a16:creationId xmlns:a16="http://schemas.microsoft.com/office/drawing/2014/main" id="{A3F71A58-C557-12B5-79E7-4E29EDFBB3C3}"/>
              </a:ext>
            </a:extLst>
          </p:cNvPr>
          <p:cNvSpPr>
            <a:spLocks noGrp="1"/>
          </p:cNvSpPr>
          <p:nvPr>
            <p:ph type="ftr" sz="quarter" idx="11"/>
          </p:nvPr>
        </p:nvSpPr>
        <p:spPr>
          <a:xfrm>
            <a:off x="4090220" y="6464043"/>
            <a:ext cx="5029200" cy="365125"/>
          </a:xfrm>
        </p:spPr>
        <p:txBody>
          <a:bodyPr/>
          <a:lstStyle/>
          <a:p>
            <a:r>
              <a:rPr lang="en-US" dirty="0">
                <a:latin typeface="Times New Roman" panose="02020603050405020304" pitchFamily="18" charset="0"/>
                <a:cs typeface="Times New Roman" panose="02020603050405020304" pitchFamily="18" charset="0"/>
              </a:rPr>
              <a:t>Pooja Kumari         ACSE0514 (Design Patterns)                Unit 1</a:t>
            </a:r>
          </a:p>
        </p:txBody>
      </p:sp>
      <p:sp>
        <p:nvSpPr>
          <p:cNvPr id="6" name="Slide Number Placeholder 5">
            <a:extLst>
              <a:ext uri="{FF2B5EF4-FFF2-40B4-BE49-F238E27FC236}">
                <a16:creationId xmlns:a16="http://schemas.microsoft.com/office/drawing/2014/main" id="{9BBC03A9-CD63-7298-52C9-A1F623619DBF}"/>
              </a:ext>
            </a:extLst>
          </p:cNvPr>
          <p:cNvSpPr>
            <a:spLocks noGrp="1"/>
          </p:cNvSpPr>
          <p:nvPr>
            <p:ph type="sldNum" sz="quarter" idx="12"/>
          </p:nvPr>
        </p:nvSpPr>
        <p:spPr/>
        <p:txBody>
          <a:bodyPr/>
          <a:lstStyle/>
          <a:p>
            <a:fld id="{1C240D67-9971-404E-B037-96858983E437}" type="slidenum">
              <a:rPr lang="en-IN" smtClean="0">
                <a:latin typeface="Times New Roman" panose="02020603050405020304" pitchFamily="18" charset="0"/>
                <a:cs typeface="Times New Roman" panose="02020603050405020304" pitchFamily="18" charset="0"/>
              </a:rPr>
              <a:t>5</a:t>
            </a:fld>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1701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E9301-AC8A-6D8B-768B-A760703590D7}"/>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sz="2400" dirty="0">
                <a:latin typeface="Times New Roman" panose="02020603050405020304" pitchFamily="18" charset="0"/>
                <a:cs typeface="Times New Roman" panose="02020603050405020304" pitchFamily="18" charset="0"/>
              </a:rPr>
              <a:t>Syllabus </a:t>
            </a: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graphicFrame>
        <p:nvGraphicFramePr>
          <p:cNvPr id="11" name="Diagram 10">
            <a:extLst>
              <a:ext uri="{FF2B5EF4-FFF2-40B4-BE49-F238E27FC236}">
                <a16:creationId xmlns:a16="http://schemas.microsoft.com/office/drawing/2014/main" id="{A8B8EE91-248F-03D6-3AB5-A8062153E985}"/>
              </a:ext>
            </a:extLst>
          </p:cNvPr>
          <p:cNvGraphicFramePr/>
          <p:nvPr/>
        </p:nvGraphicFramePr>
        <p:xfrm>
          <a:off x="3529787" y="1147355"/>
          <a:ext cx="8475407" cy="54009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TextBox 11">
            <a:extLst>
              <a:ext uri="{FF2B5EF4-FFF2-40B4-BE49-F238E27FC236}">
                <a16:creationId xmlns:a16="http://schemas.microsoft.com/office/drawing/2014/main" id="{E903C9C0-1DEC-FC13-921D-298E2B03C103}"/>
              </a:ext>
            </a:extLst>
          </p:cNvPr>
          <p:cNvSpPr txBox="1"/>
          <p:nvPr/>
        </p:nvSpPr>
        <p:spPr>
          <a:xfrm>
            <a:off x="-687061" y="3130534"/>
            <a:ext cx="5523332" cy="815608"/>
          </a:xfrm>
          <a:prstGeom prst="rect">
            <a:avLst/>
          </a:prstGeom>
          <a:noFill/>
        </p:spPr>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UNIT III</a:t>
            </a:r>
            <a:r>
              <a:rPr lang="en-US" sz="2800"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algn="ctr"/>
            <a:r>
              <a:rPr lang="en-US" sz="1900" b="1" dirty="0">
                <a:latin typeface="Times New Roman" panose="02020603050405020304" pitchFamily="18" charset="0"/>
                <a:cs typeface="Times New Roman" panose="02020603050405020304" pitchFamily="18" charset="0"/>
              </a:rPr>
              <a:t>STRACTURAL DESIGN PATTERNS</a:t>
            </a:r>
            <a:endParaRPr lang="en-IN" sz="1900" b="1" dirty="0">
              <a:latin typeface="Times New Roman" panose="02020603050405020304" pitchFamily="18" charset="0"/>
              <a:cs typeface="Times New Roman" panose="02020603050405020304" pitchFamily="18" charset="0"/>
            </a:endParaRPr>
          </a:p>
        </p:txBody>
      </p:sp>
      <p:sp>
        <p:nvSpPr>
          <p:cNvPr id="4" name="Date Placeholder 8">
            <a:extLst>
              <a:ext uri="{FF2B5EF4-FFF2-40B4-BE49-F238E27FC236}">
                <a16:creationId xmlns:a16="http://schemas.microsoft.com/office/drawing/2014/main" id="{468CD47F-B4B2-174C-4473-1096BA561D31}"/>
              </a:ext>
            </a:extLst>
          </p:cNvPr>
          <p:cNvSpPr>
            <a:spLocks noGrp="1"/>
          </p:cNvSpPr>
          <p:nvPr>
            <p:ph type="dt" sz="half" idx="10"/>
          </p:nvPr>
        </p:nvSpPr>
        <p:spPr>
          <a:xfrm>
            <a:off x="2209800" y="6475522"/>
            <a:ext cx="2133600" cy="365125"/>
          </a:xfrm>
        </p:spPr>
        <p:txBody>
          <a:bodyPr/>
          <a:lstStyle/>
          <a:p>
            <a:fld id="{2AD298B9-7302-4C17-B259-5F363A303846}" type="datetime1">
              <a:rPr lang="en-US" smtClean="0">
                <a:latin typeface="Times New Roman" panose="02020603050405020304" pitchFamily="18" charset="0"/>
                <a:cs typeface="Times New Roman" panose="02020603050405020304" pitchFamily="18" charset="0"/>
              </a:rPr>
              <a:t>10/22/2024</a:t>
            </a:fld>
            <a:endParaRPr lang="en-US" dirty="0">
              <a:latin typeface="Times New Roman" panose="02020603050405020304" pitchFamily="18" charset="0"/>
              <a:cs typeface="Times New Roman" panose="02020603050405020304" pitchFamily="18" charset="0"/>
            </a:endParaRPr>
          </a:p>
        </p:txBody>
      </p:sp>
      <p:sp>
        <p:nvSpPr>
          <p:cNvPr id="5" name="Footer Placeholder 12">
            <a:extLst>
              <a:ext uri="{FF2B5EF4-FFF2-40B4-BE49-F238E27FC236}">
                <a16:creationId xmlns:a16="http://schemas.microsoft.com/office/drawing/2014/main" id="{24969DD4-FE63-B949-4052-1B3761775868}"/>
              </a:ext>
            </a:extLst>
          </p:cNvPr>
          <p:cNvSpPr>
            <a:spLocks noGrp="1"/>
          </p:cNvSpPr>
          <p:nvPr>
            <p:ph type="ftr" sz="quarter" idx="11"/>
          </p:nvPr>
        </p:nvSpPr>
        <p:spPr>
          <a:xfrm>
            <a:off x="4090220" y="6464043"/>
            <a:ext cx="5029200" cy="365125"/>
          </a:xfrm>
        </p:spPr>
        <p:txBody>
          <a:bodyPr/>
          <a:lstStyle/>
          <a:p>
            <a:r>
              <a:rPr lang="en-US" dirty="0">
                <a:latin typeface="Times New Roman" panose="02020603050405020304" pitchFamily="18" charset="0"/>
                <a:cs typeface="Times New Roman" panose="02020603050405020304" pitchFamily="18" charset="0"/>
              </a:rPr>
              <a:t>Prateek Mathur             ACSE0514 (Design Patterns)                Unit 1</a:t>
            </a:r>
          </a:p>
        </p:txBody>
      </p:sp>
      <p:sp>
        <p:nvSpPr>
          <p:cNvPr id="6" name="Slide Number Placeholder 5">
            <a:extLst>
              <a:ext uri="{FF2B5EF4-FFF2-40B4-BE49-F238E27FC236}">
                <a16:creationId xmlns:a16="http://schemas.microsoft.com/office/drawing/2014/main" id="{0D02B77C-2ADB-E107-381F-E268CEA14B5C}"/>
              </a:ext>
            </a:extLst>
          </p:cNvPr>
          <p:cNvSpPr>
            <a:spLocks noGrp="1"/>
          </p:cNvSpPr>
          <p:nvPr>
            <p:ph type="sldNum" sz="quarter" idx="12"/>
          </p:nvPr>
        </p:nvSpPr>
        <p:spPr/>
        <p:txBody>
          <a:bodyPr/>
          <a:lstStyle/>
          <a:p>
            <a:fld id="{1C240D67-9971-404E-B037-96858983E437}" type="slidenum">
              <a:rPr lang="en-IN" smtClean="0">
                <a:latin typeface="Times New Roman" panose="02020603050405020304" pitchFamily="18" charset="0"/>
                <a:cs typeface="Times New Roman" panose="02020603050405020304" pitchFamily="18" charset="0"/>
              </a:rPr>
              <a:t>6</a:t>
            </a:fld>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9191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E9301-AC8A-6D8B-768B-A760703590D7}"/>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sz="2400" dirty="0">
                <a:latin typeface="Times New Roman" panose="02020603050405020304" pitchFamily="18" charset="0"/>
                <a:cs typeface="Times New Roman" panose="02020603050405020304" pitchFamily="18" charset="0"/>
              </a:rPr>
              <a:t>Syllabus </a:t>
            </a: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graphicFrame>
        <p:nvGraphicFramePr>
          <p:cNvPr id="11" name="Diagram 10">
            <a:extLst>
              <a:ext uri="{FF2B5EF4-FFF2-40B4-BE49-F238E27FC236}">
                <a16:creationId xmlns:a16="http://schemas.microsoft.com/office/drawing/2014/main" id="{A8B8EE91-248F-03D6-3AB5-A8062153E985}"/>
              </a:ext>
            </a:extLst>
          </p:cNvPr>
          <p:cNvGraphicFramePr/>
          <p:nvPr/>
        </p:nvGraphicFramePr>
        <p:xfrm>
          <a:off x="3529787" y="1147355"/>
          <a:ext cx="8475407" cy="54009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TextBox 11">
            <a:extLst>
              <a:ext uri="{FF2B5EF4-FFF2-40B4-BE49-F238E27FC236}">
                <a16:creationId xmlns:a16="http://schemas.microsoft.com/office/drawing/2014/main" id="{E903C9C0-1DEC-FC13-921D-298E2B03C103}"/>
              </a:ext>
            </a:extLst>
          </p:cNvPr>
          <p:cNvSpPr txBox="1"/>
          <p:nvPr/>
        </p:nvSpPr>
        <p:spPr>
          <a:xfrm>
            <a:off x="-588741" y="3130534"/>
            <a:ext cx="5523332" cy="815608"/>
          </a:xfrm>
          <a:prstGeom prst="rect">
            <a:avLst/>
          </a:prstGeom>
          <a:noFill/>
        </p:spPr>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UNIT IV</a:t>
            </a:r>
            <a:r>
              <a:rPr lang="en-US" sz="2800"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algn="ctr"/>
            <a:r>
              <a:rPr lang="en-US" sz="1900" b="1" dirty="0">
                <a:latin typeface="Times New Roman" panose="02020603050405020304" pitchFamily="18" charset="0"/>
                <a:cs typeface="Times New Roman" panose="02020603050405020304" pitchFamily="18" charset="0"/>
              </a:rPr>
              <a:t>BEHAVIOURAL DESIGN PATTERN – I </a:t>
            </a:r>
            <a:endParaRPr lang="en-IN" sz="1900" b="1" dirty="0">
              <a:latin typeface="Times New Roman" panose="02020603050405020304" pitchFamily="18" charset="0"/>
              <a:cs typeface="Times New Roman" panose="02020603050405020304" pitchFamily="18" charset="0"/>
            </a:endParaRPr>
          </a:p>
        </p:txBody>
      </p:sp>
      <p:sp>
        <p:nvSpPr>
          <p:cNvPr id="4" name="Date Placeholder 8">
            <a:extLst>
              <a:ext uri="{FF2B5EF4-FFF2-40B4-BE49-F238E27FC236}">
                <a16:creationId xmlns:a16="http://schemas.microsoft.com/office/drawing/2014/main" id="{313F5054-7A9C-F6B3-D023-F5807FC8CF03}"/>
              </a:ext>
            </a:extLst>
          </p:cNvPr>
          <p:cNvSpPr>
            <a:spLocks noGrp="1"/>
          </p:cNvSpPr>
          <p:nvPr>
            <p:ph type="dt" sz="half" idx="10"/>
          </p:nvPr>
        </p:nvSpPr>
        <p:spPr>
          <a:xfrm>
            <a:off x="2209800" y="6475522"/>
            <a:ext cx="2133600" cy="365125"/>
          </a:xfrm>
        </p:spPr>
        <p:txBody>
          <a:bodyPr/>
          <a:lstStyle/>
          <a:p>
            <a:fld id="{9182A052-A699-4EBD-833F-C8491F46AE5D}" type="datetime1">
              <a:rPr lang="en-US" smtClean="0">
                <a:latin typeface="Times New Roman" panose="02020603050405020304" pitchFamily="18" charset="0"/>
                <a:cs typeface="Times New Roman" panose="02020603050405020304" pitchFamily="18" charset="0"/>
              </a:rPr>
              <a:t>10/22/2024</a:t>
            </a:fld>
            <a:endParaRPr lang="en-US" dirty="0">
              <a:latin typeface="Times New Roman" panose="02020603050405020304" pitchFamily="18" charset="0"/>
              <a:cs typeface="Times New Roman" panose="02020603050405020304" pitchFamily="18" charset="0"/>
            </a:endParaRPr>
          </a:p>
        </p:txBody>
      </p:sp>
      <p:sp>
        <p:nvSpPr>
          <p:cNvPr id="5" name="Footer Placeholder 12">
            <a:extLst>
              <a:ext uri="{FF2B5EF4-FFF2-40B4-BE49-F238E27FC236}">
                <a16:creationId xmlns:a16="http://schemas.microsoft.com/office/drawing/2014/main" id="{527A2DAC-B9D6-C0DE-5F47-04D35BD4E460}"/>
              </a:ext>
            </a:extLst>
          </p:cNvPr>
          <p:cNvSpPr>
            <a:spLocks noGrp="1"/>
          </p:cNvSpPr>
          <p:nvPr>
            <p:ph type="ftr" sz="quarter" idx="11"/>
          </p:nvPr>
        </p:nvSpPr>
        <p:spPr>
          <a:xfrm>
            <a:off x="4090220" y="6464043"/>
            <a:ext cx="5029200" cy="365125"/>
          </a:xfrm>
        </p:spPr>
        <p:txBody>
          <a:bodyPr/>
          <a:lstStyle/>
          <a:p>
            <a:r>
              <a:rPr lang="en-US" dirty="0">
                <a:latin typeface="Times New Roman" panose="02020603050405020304" pitchFamily="18" charset="0"/>
                <a:cs typeface="Times New Roman" panose="02020603050405020304" pitchFamily="18" charset="0"/>
              </a:rPr>
              <a:t>Prateek Mathur             ACSE0514 (Design Patterns)                Unit 1</a:t>
            </a:r>
          </a:p>
        </p:txBody>
      </p:sp>
      <p:sp>
        <p:nvSpPr>
          <p:cNvPr id="6" name="Slide Number Placeholder 5">
            <a:extLst>
              <a:ext uri="{FF2B5EF4-FFF2-40B4-BE49-F238E27FC236}">
                <a16:creationId xmlns:a16="http://schemas.microsoft.com/office/drawing/2014/main" id="{0FA1FEB8-329B-4797-9515-EDA4FFF1853F}"/>
              </a:ext>
            </a:extLst>
          </p:cNvPr>
          <p:cNvSpPr>
            <a:spLocks noGrp="1"/>
          </p:cNvSpPr>
          <p:nvPr>
            <p:ph type="sldNum" sz="quarter" idx="12"/>
          </p:nvPr>
        </p:nvSpPr>
        <p:spPr/>
        <p:txBody>
          <a:bodyPr/>
          <a:lstStyle/>
          <a:p>
            <a:fld id="{1C240D67-9971-404E-B037-96858983E437}" type="slidenum">
              <a:rPr lang="en-IN" smtClean="0"/>
              <a:t>7</a:t>
            </a:fld>
            <a:endParaRPr lang="en-IN"/>
          </a:p>
        </p:txBody>
      </p:sp>
    </p:spTree>
    <p:extLst>
      <p:ext uri="{BB962C8B-B14F-4D97-AF65-F5344CB8AC3E}">
        <p14:creationId xmlns:p14="http://schemas.microsoft.com/office/powerpoint/2010/main" val="3954871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E9301-AC8A-6D8B-768B-A760703590D7}"/>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sz="2400" dirty="0">
                <a:latin typeface="Times New Roman" panose="02020603050405020304" pitchFamily="18" charset="0"/>
                <a:cs typeface="Times New Roman" panose="02020603050405020304" pitchFamily="18" charset="0"/>
              </a:rPr>
              <a:t>Syllabus </a:t>
            </a: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7353"/>
            <a:ext cx="2209800" cy="947268"/>
          </a:xfrm>
          <a:prstGeom prst="rect">
            <a:avLst/>
          </a:prstGeom>
        </p:spPr>
      </p:pic>
      <p:graphicFrame>
        <p:nvGraphicFramePr>
          <p:cNvPr id="11" name="Diagram 10">
            <a:extLst>
              <a:ext uri="{FF2B5EF4-FFF2-40B4-BE49-F238E27FC236}">
                <a16:creationId xmlns:a16="http://schemas.microsoft.com/office/drawing/2014/main" id="{A8B8EE91-248F-03D6-3AB5-A8062153E985}"/>
              </a:ext>
            </a:extLst>
          </p:cNvPr>
          <p:cNvGraphicFramePr/>
          <p:nvPr/>
        </p:nvGraphicFramePr>
        <p:xfrm>
          <a:off x="3696936" y="1147355"/>
          <a:ext cx="8475407" cy="54009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TextBox 11">
            <a:extLst>
              <a:ext uri="{FF2B5EF4-FFF2-40B4-BE49-F238E27FC236}">
                <a16:creationId xmlns:a16="http://schemas.microsoft.com/office/drawing/2014/main" id="{E903C9C0-1DEC-FC13-921D-298E2B03C103}"/>
              </a:ext>
            </a:extLst>
          </p:cNvPr>
          <p:cNvSpPr txBox="1"/>
          <p:nvPr/>
        </p:nvSpPr>
        <p:spPr>
          <a:xfrm>
            <a:off x="-588741" y="3130534"/>
            <a:ext cx="5523332" cy="815608"/>
          </a:xfrm>
          <a:prstGeom prst="rect">
            <a:avLst/>
          </a:prstGeom>
          <a:noFill/>
        </p:spPr>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UNIT V</a:t>
            </a:r>
            <a:r>
              <a:rPr lang="en-US" sz="2800"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algn="ctr"/>
            <a:r>
              <a:rPr lang="en-US" sz="1900" b="1" dirty="0">
                <a:latin typeface="Times New Roman" panose="02020603050405020304" pitchFamily="18" charset="0"/>
                <a:cs typeface="Times New Roman" panose="02020603050405020304" pitchFamily="18" charset="0"/>
              </a:rPr>
              <a:t>BEHAVIOURAL DESIGN PATTERN – II </a:t>
            </a:r>
            <a:endParaRPr lang="en-IN" sz="1900" b="1" dirty="0">
              <a:latin typeface="Times New Roman" panose="02020603050405020304" pitchFamily="18" charset="0"/>
              <a:cs typeface="Times New Roman" panose="02020603050405020304" pitchFamily="18" charset="0"/>
            </a:endParaRPr>
          </a:p>
        </p:txBody>
      </p:sp>
      <p:sp>
        <p:nvSpPr>
          <p:cNvPr id="4" name="Date Placeholder 8">
            <a:extLst>
              <a:ext uri="{FF2B5EF4-FFF2-40B4-BE49-F238E27FC236}">
                <a16:creationId xmlns:a16="http://schemas.microsoft.com/office/drawing/2014/main" id="{9D8FFC1A-B054-FC9C-5FBE-7700CB36DB3A}"/>
              </a:ext>
            </a:extLst>
          </p:cNvPr>
          <p:cNvSpPr>
            <a:spLocks noGrp="1"/>
          </p:cNvSpPr>
          <p:nvPr>
            <p:ph type="dt" sz="half" idx="10"/>
          </p:nvPr>
        </p:nvSpPr>
        <p:spPr>
          <a:xfrm>
            <a:off x="2209800" y="6475522"/>
            <a:ext cx="2133600" cy="365125"/>
          </a:xfrm>
        </p:spPr>
        <p:txBody>
          <a:bodyPr/>
          <a:lstStyle/>
          <a:p>
            <a:fld id="{AB427727-1A94-497F-ADA1-63C3C784857C}" type="datetime1">
              <a:rPr lang="en-US" smtClean="0">
                <a:latin typeface="Times New Roman" panose="02020603050405020304" pitchFamily="18" charset="0"/>
                <a:cs typeface="Times New Roman" panose="02020603050405020304" pitchFamily="18" charset="0"/>
              </a:rPr>
              <a:t>10/22/2024</a:t>
            </a:fld>
            <a:endParaRPr lang="en-US" dirty="0">
              <a:latin typeface="Times New Roman" panose="02020603050405020304" pitchFamily="18" charset="0"/>
              <a:cs typeface="Times New Roman" panose="02020603050405020304" pitchFamily="18" charset="0"/>
            </a:endParaRPr>
          </a:p>
        </p:txBody>
      </p:sp>
      <p:sp>
        <p:nvSpPr>
          <p:cNvPr id="5" name="Footer Placeholder 12">
            <a:extLst>
              <a:ext uri="{FF2B5EF4-FFF2-40B4-BE49-F238E27FC236}">
                <a16:creationId xmlns:a16="http://schemas.microsoft.com/office/drawing/2014/main" id="{62E4B7F3-F272-D32D-060E-B73EFB1C67FB}"/>
              </a:ext>
            </a:extLst>
          </p:cNvPr>
          <p:cNvSpPr>
            <a:spLocks noGrp="1"/>
          </p:cNvSpPr>
          <p:nvPr>
            <p:ph type="ftr" sz="quarter" idx="11"/>
          </p:nvPr>
        </p:nvSpPr>
        <p:spPr>
          <a:xfrm>
            <a:off x="4090220" y="6464043"/>
            <a:ext cx="5029200" cy="365125"/>
          </a:xfrm>
        </p:spPr>
        <p:txBody>
          <a:bodyPr/>
          <a:lstStyle/>
          <a:p>
            <a:r>
              <a:rPr lang="en-US" dirty="0">
                <a:latin typeface="Times New Roman" panose="02020603050405020304" pitchFamily="18" charset="0"/>
                <a:cs typeface="Times New Roman" panose="02020603050405020304" pitchFamily="18" charset="0"/>
              </a:rPr>
              <a:t>Prateek Mathur             ACSE0514 (Design Patterns)                Unit 1</a:t>
            </a:r>
          </a:p>
        </p:txBody>
      </p:sp>
      <p:sp>
        <p:nvSpPr>
          <p:cNvPr id="6" name="Slide Number Placeholder 5">
            <a:extLst>
              <a:ext uri="{FF2B5EF4-FFF2-40B4-BE49-F238E27FC236}">
                <a16:creationId xmlns:a16="http://schemas.microsoft.com/office/drawing/2014/main" id="{0FFD0DE3-26BB-DE71-BF6D-B62EEE89F52F}"/>
              </a:ext>
            </a:extLst>
          </p:cNvPr>
          <p:cNvSpPr>
            <a:spLocks noGrp="1"/>
          </p:cNvSpPr>
          <p:nvPr>
            <p:ph type="sldNum" sz="quarter" idx="12"/>
          </p:nvPr>
        </p:nvSpPr>
        <p:spPr/>
        <p:txBody>
          <a:bodyPr/>
          <a:lstStyle/>
          <a:p>
            <a:fld id="{1C240D67-9971-404E-B037-96858983E437}" type="slidenum">
              <a:rPr lang="en-IN" smtClean="0"/>
              <a:t>8</a:t>
            </a:fld>
            <a:endParaRPr lang="en-IN"/>
          </a:p>
        </p:txBody>
      </p:sp>
    </p:spTree>
    <p:extLst>
      <p:ext uri="{BB962C8B-B14F-4D97-AF65-F5344CB8AC3E}">
        <p14:creationId xmlns:p14="http://schemas.microsoft.com/office/powerpoint/2010/main" val="3144454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318D5AC-5526-4E7B-9D25-5192735CAAE2}" type="datetime1">
              <a:rPr lang="en-US" smtClean="0"/>
              <a:t>10/22/2024</a:t>
            </a:fld>
            <a:endParaRPr lang="en-US" dirty="0"/>
          </a:p>
        </p:txBody>
      </p:sp>
      <p:sp>
        <p:nvSpPr>
          <p:cNvPr id="5" name="Footer Placeholder 4"/>
          <p:cNvSpPr>
            <a:spLocks noGrp="1"/>
          </p:cNvSpPr>
          <p:nvPr>
            <p:ph type="ftr" sz="quarter" idx="11"/>
          </p:nvPr>
        </p:nvSpPr>
        <p:spPr>
          <a:xfrm>
            <a:off x="4343400" y="6248406"/>
            <a:ext cx="4724400" cy="365125"/>
          </a:xfrm>
        </p:spPr>
        <p:txBody>
          <a:bodyPr/>
          <a:lstStyle/>
          <a:p>
            <a:r>
              <a:rPr lang="en-US" dirty="0"/>
              <a:t>Pooja Kumari Design Pattern                                    Unit IV</a:t>
            </a:r>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4000671844"/>
              </p:ext>
            </p:extLst>
          </p:nvPr>
        </p:nvGraphicFramePr>
        <p:xfrm>
          <a:off x="1143000" y="1355331"/>
          <a:ext cx="10134600" cy="4703637"/>
        </p:xfrm>
        <a:graphic>
          <a:graphicData uri="http://schemas.openxmlformats.org/drawingml/2006/table">
            <a:tbl>
              <a:tblPr firstRow="1" bandRow="1">
                <a:tableStyleId>{5C22544A-7EE6-4342-B048-85BDC9FD1C3A}</a:tableStyleId>
              </a:tblPr>
              <a:tblGrid>
                <a:gridCol w="10134600">
                  <a:extLst>
                    <a:ext uri="{9D8B030D-6E8A-4147-A177-3AD203B41FA5}">
                      <a16:colId xmlns:a16="http://schemas.microsoft.com/office/drawing/2014/main" val="3381697907"/>
                    </a:ext>
                  </a:extLst>
                </a:gridCol>
              </a:tblGrid>
              <a:tr h="370840">
                <a:tc>
                  <a:txBody>
                    <a:bodyPr/>
                    <a:lstStyle/>
                    <a:p>
                      <a:r>
                        <a:rPr lang="en-US" sz="2400" b="0" dirty="0">
                          <a:solidFill>
                            <a:schemeClr val="accent4">
                              <a:lumMod val="50000"/>
                            </a:schemeClr>
                          </a:solidFill>
                        </a:rPr>
                        <a:t>1. Real time web analytics</a:t>
                      </a:r>
                    </a:p>
                  </a:txBody>
                  <a:tcPr>
                    <a:solidFill>
                      <a:schemeClr val="accent6">
                        <a:lumMod val="40000"/>
                        <a:lumOff val="60000"/>
                      </a:schemeClr>
                    </a:solidFill>
                  </a:tcPr>
                </a:tc>
                <a:extLst>
                  <a:ext uri="{0D108BD9-81ED-4DB2-BD59-A6C34878D82A}">
                    <a16:rowId xmlns:a16="http://schemas.microsoft.com/office/drawing/2014/main" val="2041522289"/>
                  </a:ext>
                </a:extLst>
              </a:tr>
              <a:tr h="370840">
                <a:tc>
                  <a:txBody>
                    <a:bodyPr/>
                    <a:lstStyle/>
                    <a:p>
                      <a:pPr marL="0" indent="0">
                        <a:lnSpc>
                          <a:spcPct val="120000"/>
                        </a:lnSpc>
                        <a:buNone/>
                      </a:pPr>
                      <a:r>
                        <a:rPr lang="en-US" sz="2400" b="0" dirty="0">
                          <a:solidFill>
                            <a:schemeClr val="accent4">
                              <a:lumMod val="50000"/>
                            </a:schemeClr>
                          </a:solidFill>
                        </a:rPr>
                        <a:t>2. Digital Advertising</a:t>
                      </a:r>
                    </a:p>
                  </a:txBody>
                  <a:tcPr/>
                </a:tc>
                <a:extLst>
                  <a:ext uri="{0D108BD9-81ED-4DB2-BD59-A6C34878D82A}">
                    <a16:rowId xmlns:a16="http://schemas.microsoft.com/office/drawing/2014/main" val="4237819354"/>
                  </a:ext>
                </a:extLst>
              </a:tr>
              <a:tr h="370840">
                <a:tc>
                  <a:txBody>
                    <a:bodyPr/>
                    <a:lstStyle/>
                    <a:p>
                      <a:r>
                        <a:rPr lang="en-US" sz="2400" b="0" dirty="0">
                          <a:solidFill>
                            <a:schemeClr val="accent4">
                              <a:lumMod val="50000"/>
                            </a:schemeClr>
                          </a:solidFill>
                        </a:rPr>
                        <a:t>3. E-Commerce</a:t>
                      </a:r>
                    </a:p>
                  </a:txBody>
                  <a:tcPr>
                    <a:solidFill>
                      <a:schemeClr val="accent6">
                        <a:lumMod val="20000"/>
                        <a:lumOff val="80000"/>
                      </a:schemeClr>
                    </a:solidFill>
                  </a:tcPr>
                </a:tc>
                <a:extLst>
                  <a:ext uri="{0D108BD9-81ED-4DB2-BD59-A6C34878D82A}">
                    <a16:rowId xmlns:a16="http://schemas.microsoft.com/office/drawing/2014/main" val="3364231830"/>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2400" b="0" dirty="0">
                          <a:solidFill>
                            <a:schemeClr val="accent4">
                              <a:lumMod val="50000"/>
                            </a:schemeClr>
                          </a:solidFill>
                        </a:rPr>
                        <a:t>4. Publishing</a:t>
                      </a:r>
                    </a:p>
                  </a:txBody>
                  <a:tcPr/>
                </a:tc>
                <a:extLst>
                  <a:ext uri="{0D108BD9-81ED-4DB2-BD59-A6C34878D82A}">
                    <a16:rowId xmlns:a16="http://schemas.microsoft.com/office/drawing/2014/main" val="859735425"/>
                  </a:ext>
                </a:extLst>
              </a:tr>
              <a:tr h="370840">
                <a:tc>
                  <a:txBody>
                    <a:bodyPr/>
                    <a:lstStyle/>
                    <a:p>
                      <a:pPr marL="0" indent="0">
                        <a:lnSpc>
                          <a:spcPct val="120000"/>
                        </a:lnSpc>
                        <a:buNone/>
                      </a:pPr>
                      <a:r>
                        <a:rPr lang="en-US" sz="2400" b="0" dirty="0">
                          <a:solidFill>
                            <a:schemeClr val="accent4">
                              <a:lumMod val="50000"/>
                            </a:schemeClr>
                          </a:solidFill>
                        </a:rPr>
                        <a:t>5. Massively Multiplayer Online Games</a:t>
                      </a:r>
                    </a:p>
                  </a:txBody>
                  <a:tcPr>
                    <a:solidFill>
                      <a:schemeClr val="accent6">
                        <a:lumMod val="20000"/>
                        <a:lumOff val="80000"/>
                      </a:schemeClr>
                    </a:solidFill>
                  </a:tcPr>
                </a:tc>
                <a:extLst>
                  <a:ext uri="{0D108BD9-81ED-4DB2-BD59-A6C34878D82A}">
                    <a16:rowId xmlns:a16="http://schemas.microsoft.com/office/drawing/2014/main" val="3838202114"/>
                  </a:ext>
                </a:extLst>
              </a:tr>
              <a:tr h="370840">
                <a:tc>
                  <a:txBody>
                    <a:bodyPr/>
                    <a:lstStyle/>
                    <a:p>
                      <a:r>
                        <a:rPr lang="en-US" sz="2400" b="0" dirty="0">
                          <a:solidFill>
                            <a:schemeClr val="accent4">
                              <a:lumMod val="50000"/>
                            </a:schemeClr>
                          </a:solidFill>
                        </a:rPr>
                        <a:t>6. Backend Services and Messaging</a:t>
                      </a:r>
                    </a:p>
                  </a:txBody>
                  <a:tcPr/>
                </a:tc>
                <a:extLst>
                  <a:ext uri="{0D108BD9-81ED-4DB2-BD59-A6C34878D82A}">
                    <a16:rowId xmlns:a16="http://schemas.microsoft.com/office/drawing/2014/main" val="2179510869"/>
                  </a:ext>
                </a:extLst>
              </a:tr>
              <a:tr h="370840">
                <a:tc>
                  <a:txBody>
                    <a:bodyPr/>
                    <a:lstStyle/>
                    <a:p>
                      <a:r>
                        <a:rPr lang="en-US" sz="2400" b="0" dirty="0">
                          <a:solidFill>
                            <a:schemeClr val="accent4">
                              <a:lumMod val="50000"/>
                            </a:schemeClr>
                          </a:solidFill>
                        </a:rPr>
                        <a:t>7. Project Management &amp; Collaboration</a:t>
                      </a:r>
                    </a:p>
                  </a:txBody>
                  <a:tcPr>
                    <a:solidFill>
                      <a:schemeClr val="accent6">
                        <a:lumMod val="20000"/>
                        <a:lumOff val="80000"/>
                      </a:schemeClr>
                    </a:solidFill>
                  </a:tcPr>
                </a:tc>
                <a:extLst>
                  <a:ext uri="{0D108BD9-81ED-4DB2-BD59-A6C34878D82A}">
                    <a16:rowId xmlns:a16="http://schemas.microsoft.com/office/drawing/2014/main" val="4231919225"/>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2400" b="0" dirty="0">
                          <a:solidFill>
                            <a:schemeClr val="accent4">
                              <a:lumMod val="50000"/>
                            </a:schemeClr>
                          </a:solidFill>
                        </a:rPr>
                        <a:t>8. Real time Monitoring Services</a:t>
                      </a:r>
                    </a:p>
                  </a:txBody>
                  <a:tcPr/>
                </a:tc>
                <a:extLst>
                  <a:ext uri="{0D108BD9-81ED-4DB2-BD59-A6C34878D82A}">
                    <a16:rowId xmlns:a16="http://schemas.microsoft.com/office/drawing/2014/main" val="2668177381"/>
                  </a:ext>
                </a:extLst>
              </a:tr>
              <a:tr h="370840">
                <a:tc>
                  <a:txBody>
                    <a:bodyPr/>
                    <a:lstStyle/>
                    <a:p>
                      <a:r>
                        <a:rPr lang="en-US" sz="2400" b="0" dirty="0">
                          <a:solidFill>
                            <a:schemeClr val="accent4">
                              <a:lumMod val="50000"/>
                            </a:schemeClr>
                          </a:solidFill>
                        </a:rPr>
                        <a:t>9.Live Charting and Graphing</a:t>
                      </a:r>
                    </a:p>
                  </a:txBody>
                  <a:tcPr>
                    <a:solidFill>
                      <a:schemeClr val="accent6">
                        <a:lumMod val="20000"/>
                        <a:lumOff val="80000"/>
                      </a:schemeClr>
                    </a:solidFill>
                  </a:tcPr>
                </a:tc>
                <a:extLst>
                  <a:ext uri="{0D108BD9-81ED-4DB2-BD59-A6C34878D82A}">
                    <a16:rowId xmlns:a16="http://schemas.microsoft.com/office/drawing/2014/main" val="3851611393"/>
                  </a:ext>
                </a:extLst>
              </a:tr>
              <a:tr h="370840">
                <a:tc>
                  <a:txBody>
                    <a:bodyPr/>
                    <a:lstStyle/>
                    <a:p>
                      <a:pPr marL="0" indent="0">
                        <a:lnSpc>
                          <a:spcPct val="120000"/>
                        </a:lnSpc>
                        <a:buNone/>
                      </a:pPr>
                      <a:r>
                        <a:rPr lang="en-US" sz="2400" b="0" dirty="0">
                          <a:solidFill>
                            <a:schemeClr val="accent4">
                              <a:lumMod val="50000"/>
                            </a:schemeClr>
                          </a:solidFill>
                        </a:rPr>
                        <a:t>10. Group and Private Chat</a:t>
                      </a:r>
                    </a:p>
                  </a:txBody>
                  <a:tcPr/>
                </a:tc>
                <a:extLst>
                  <a:ext uri="{0D108BD9-81ED-4DB2-BD59-A6C34878D82A}">
                    <a16:rowId xmlns:a16="http://schemas.microsoft.com/office/drawing/2014/main" val="3340821400"/>
                  </a:ext>
                </a:extLst>
              </a:tr>
            </a:tbl>
          </a:graphicData>
        </a:graphic>
      </p:graphicFrame>
      <p:sp>
        <p:nvSpPr>
          <p:cNvPr id="3" name="TextBox 2">
            <a:extLst>
              <a:ext uri="{FF2B5EF4-FFF2-40B4-BE49-F238E27FC236}">
                <a16:creationId xmlns:a16="http://schemas.microsoft.com/office/drawing/2014/main" id="{BF19929F-8C66-8D86-A026-66792A3A0367}"/>
              </a:ext>
            </a:extLst>
          </p:cNvPr>
          <p:cNvSpPr txBox="1"/>
          <p:nvPr/>
        </p:nvSpPr>
        <p:spPr>
          <a:xfrm>
            <a:off x="4769429" y="81289"/>
            <a:ext cx="6224154" cy="523220"/>
          </a:xfrm>
          <a:prstGeom prst="rect">
            <a:avLst/>
          </a:prstGeom>
          <a:noFill/>
        </p:spPr>
        <p:txBody>
          <a:bodyPr wrap="square" rtlCol="0">
            <a:spAutoFit/>
          </a:bodyPr>
          <a:lstStyle/>
          <a:p>
            <a:r>
              <a:rPr lang="en-IN" sz="2800" dirty="0"/>
              <a:t>Area of  Applications</a:t>
            </a:r>
          </a:p>
        </p:txBody>
      </p:sp>
    </p:spTree>
    <p:extLst>
      <p:ext uri="{BB962C8B-B14F-4D97-AF65-F5344CB8AC3E}">
        <p14:creationId xmlns:p14="http://schemas.microsoft.com/office/powerpoint/2010/main" val="25791245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AA26D0E-AD05-427E-8684-73F132E3B41E}" type="datetime1">
              <a:rPr lang="en-US" smtClean="0"/>
              <a:t>10/22/2024</a:t>
            </a:fld>
            <a:endParaRPr lang="en-US" dirty="0"/>
          </a:p>
        </p:txBody>
      </p:sp>
      <p:sp>
        <p:nvSpPr>
          <p:cNvPr id="5" name="Footer Placeholder 4"/>
          <p:cNvSpPr>
            <a:spLocks noGrp="1"/>
          </p:cNvSpPr>
          <p:nvPr>
            <p:ph type="ftr" sz="quarter" idx="11"/>
          </p:nvPr>
        </p:nvSpPr>
        <p:spPr>
          <a:xfrm>
            <a:off x="4343400" y="6248406"/>
            <a:ext cx="4724400" cy="365125"/>
          </a:xfrm>
        </p:spPr>
        <p:txBody>
          <a:bodyPr/>
          <a:lstStyle/>
          <a:p>
            <a:r>
              <a:rPr lang="en-US" dirty="0"/>
              <a:t>Pooja Kumari Design Pattern                                    Unit IV</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dirty="0"/>
          </a:p>
        </p:txBody>
      </p:sp>
      <p:graphicFrame>
        <p:nvGraphicFramePr>
          <p:cNvPr id="18" name="Diagram 17">
            <a:extLst>
              <a:ext uri="{FF2B5EF4-FFF2-40B4-BE49-F238E27FC236}">
                <a16:creationId xmlns:a16="http://schemas.microsoft.com/office/drawing/2014/main" id="{9543BB0E-4B34-41A6-8377-ED0BEFF27559}"/>
              </a:ext>
            </a:extLst>
          </p:cNvPr>
          <p:cNvGraphicFramePr/>
          <p:nvPr>
            <p:extLst>
              <p:ext uri="{D42A27DB-BD31-4B8C-83A1-F6EECF244321}">
                <p14:modId xmlns:p14="http://schemas.microsoft.com/office/powerpoint/2010/main" val="1837032062"/>
              </p:ext>
            </p:extLst>
          </p:nvPr>
        </p:nvGraphicFramePr>
        <p:xfrm>
          <a:off x="1447800" y="990600"/>
          <a:ext cx="6172200" cy="5232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7" name="Diagram 16">
            <a:extLst>
              <a:ext uri="{FF2B5EF4-FFF2-40B4-BE49-F238E27FC236}">
                <a16:creationId xmlns:a16="http://schemas.microsoft.com/office/drawing/2014/main" id="{DE6980AE-8C03-45D0-8DE7-A5C1FF65544F}"/>
              </a:ext>
            </a:extLst>
          </p:cNvPr>
          <p:cNvGraphicFramePr/>
          <p:nvPr>
            <p:extLst>
              <p:ext uri="{D42A27DB-BD31-4B8C-83A1-F6EECF244321}">
                <p14:modId xmlns:p14="http://schemas.microsoft.com/office/powerpoint/2010/main" val="2381766256"/>
              </p:ext>
            </p:extLst>
          </p:nvPr>
        </p:nvGraphicFramePr>
        <p:xfrm>
          <a:off x="1452154" y="1621771"/>
          <a:ext cx="10134600" cy="88264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21" name="Diagram 20">
            <a:extLst>
              <a:ext uri="{FF2B5EF4-FFF2-40B4-BE49-F238E27FC236}">
                <a16:creationId xmlns:a16="http://schemas.microsoft.com/office/drawing/2014/main" id="{9B70875F-83EC-41AC-90E2-352EB6BEB0EE}"/>
              </a:ext>
            </a:extLst>
          </p:cNvPr>
          <p:cNvGraphicFramePr/>
          <p:nvPr>
            <p:extLst>
              <p:ext uri="{D42A27DB-BD31-4B8C-83A1-F6EECF244321}">
                <p14:modId xmlns:p14="http://schemas.microsoft.com/office/powerpoint/2010/main" val="2363181942"/>
              </p:ext>
            </p:extLst>
          </p:nvPr>
        </p:nvGraphicFramePr>
        <p:xfrm>
          <a:off x="1447800" y="2667000"/>
          <a:ext cx="10134600" cy="954107"/>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24" name="Diagram 23">
            <a:extLst>
              <a:ext uri="{FF2B5EF4-FFF2-40B4-BE49-F238E27FC236}">
                <a16:creationId xmlns:a16="http://schemas.microsoft.com/office/drawing/2014/main" id="{48C4ED4A-4AA9-4E26-97D5-1E626AAFF23D}"/>
              </a:ext>
            </a:extLst>
          </p:cNvPr>
          <p:cNvGraphicFramePr/>
          <p:nvPr>
            <p:extLst>
              <p:ext uri="{D42A27DB-BD31-4B8C-83A1-F6EECF244321}">
                <p14:modId xmlns:p14="http://schemas.microsoft.com/office/powerpoint/2010/main" val="4052540900"/>
              </p:ext>
            </p:extLst>
          </p:nvPr>
        </p:nvGraphicFramePr>
        <p:xfrm>
          <a:off x="1417320" y="3287731"/>
          <a:ext cx="10165080" cy="1526474"/>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aphicFrame>
        <p:nvGraphicFramePr>
          <p:cNvPr id="27" name="Diagram 26">
            <a:extLst>
              <a:ext uri="{FF2B5EF4-FFF2-40B4-BE49-F238E27FC236}">
                <a16:creationId xmlns:a16="http://schemas.microsoft.com/office/drawing/2014/main" id="{72B28E27-B03F-4901-8614-B7F4E6B51B27}"/>
              </a:ext>
            </a:extLst>
          </p:cNvPr>
          <p:cNvGraphicFramePr/>
          <p:nvPr>
            <p:extLst>
              <p:ext uri="{D42A27DB-BD31-4B8C-83A1-F6EECF244321}">
                <p14:modId xmlns:p14="http://schemas.microsoft.com/office/powerpoint/2010/main" val="210962805"/>
              </p:ext>
            </p:extLst>
          </p:nvPr>
        </p:nvGraphicFramePr>
        <p:xfrm>
          <a:off x="1417320" y="4690132"/>
          <a:ext cx="10165080" cy="1184980"/>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sp>
        <p:nvSpPr>
          <p:cNvPr id="3" name="TextBox 2">
            <a:extLst>
              <a:ext uri="{FF2B5EF4-FFF2-40B4-BE49-F238E27FC236}">
                <a16:creationId xmlns:a16="http://schemas.microsoft.com/office/drawing/2014/main" id="{A056E532-A05E-43BB-7555-FA29383C8F1E}"/>
              </a:ext>
            </a:extLst>
          </p:cNvPr>
          <p:cNvSpPr txBox="1"/>
          <p:nvPr/>
        </p:nvSpPr>
        <p:spPr>
          <a:xfrm>
            <a:off x="5953990" y="243288"/>
            <a:ext cx="4405746" cy="523220"/>
          </a:xfrm>
          <a:prstGeom prst="rect">
            <a:avLst/>
          </a:prstGeom>
          <a:noFill/>
        </p:spPr>
        <p:txBody>
          <a:bodyPr wrap="square" rtlCol="0">
            <a:spAutoFit/>
          </a:bodyPr>
          <a:lstStyle/>
          <a:p>
            <a:r>
              <a:rPr lang="en-IN" sz="2800" dirty="0"/>
              <a:t>Course Objective</a:t>
            </a:r>
          </a:p>
        </p:txBody>
      </p:sp>
    </p:spTree>
    <p:extLst>
      <p:ext uri="{BB962C8B-B14F-4D97-AF65-F5344CB8AC3E}">
        <p14:creationId xmlns:p14="http://schemas.microsoft.com/office/powerpoint/2010/main" val="1434172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3CA0DAB-5648-4A93-8741-9A86D97DD2B5}" type="datetime1">
              <a:rPr lang="en-US" smtClean="0"/>
              <a:t>10/22/2024</a:t>
            </a:fld>
            <a:endParaRPr lang="en-US" dirty="0"/>
          </a:p>
        </p:txBody>
      </p:sp>
      <p:sp>
        <p:nvSpPr>
          <p:cNvPr id="5" name="Footer Placeholder 4"/>
          <p:cNvSpPr>
            <a:spLocks noGrp="1"/>
          </p:cNvSpPr>
          <p:nvPr>
            <p:ph type="ftr" sz="quarter" idx="11"/>
          </p:nvPr>
        </p:nvSpPr>
        <p:spPr>
          <a:xfrm>
            <a:off x="3906624" y="6305514"/>
            <a:ext cx="4114800" cy="365125"/>
          </a:xfrm>
        </p:spPr>
        <p:txBody>
          <a:bodyPr/>
          <a:lstStyle/>
          <a:p>
            <a:r>
              <a:rPr lang="en-US" dirty="0"/>
              <a:t>Pooja Kumari Design Pattern                                    Unit IV</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dirty="0"/>
          </a:p>
        </p:txBody>
      </p:sp>
      <p:graphicFrame>
        <p:nvGraphicFramePr>
          <p:cNvPr id="3" name="Diagram 2">
            <a:extLst>
              <a:ext uri="{FF2B5EF4-FFF2-40B4-BE49-F238E27FC236}">
                <a16:creationId xmlns:a16="http://schemas.microsoft.com/office/drawing/2014/main" id="{9639769C-859C-4B3D-A306-7CB7BFEFB437}"/>
              </a:ext>
            </a:extLst>
          </p:cNvPr>
          <p:cNvGraphicFramePr/>
          <p:nvPr>
            <p:extLst>
              <p:ext uri="{D42A27DB-BD31-4B8C-83A1-F6EECF244321}">
                <p14:modId xmlns:p14="http://schemas.microsoft.com/office/powerpoint/2010/main" val="1899842783"/>
              </p:ext>
            </p:extLst>
          </p:nvPr>
        </p:nvGraphicFramePr>
        <p:xfrm>
          <a:off x="1447800" y="915993"/>
          <a:ext cx="9601200" cy="6857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2" name="Diagram 11">
            <a:extLst>
              <a:ext uri="{FF2B5EF4-FFF2-40B4-BE49-F238E27FC236}">
                <a16:creationId xmlns:a16="http://schemas.microsoft.com/office/drawing/2014/main" id="{82B6EEB3-4F7D-4058-90BF-7686C05591A5}"/>
              </a:ext>
            </a:extLst>
          </p:cNvPr>
          <p:cNvGraphicFramePr/>
          <p:nvPr>
            <p:extLst>
              <p:ext uri="{D42A27DB-BD31-4B8C-83A1-F6EECF244321}">
                <p14:modId xmlns:p14="http://schemas.microsoft.com/office/powerpoint/2010/main" val="904224439"/>
              </p:ext>
            </p:extLst>
          </p:nvPr>
        </p:nvGraphicFramePr>
        <p:xfrm>
          <a:off x="1447800" y="1676400"/>
          <a:ext cx="9601200" cy="67185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29" name="Diagram 28">
            <a:extLst>
              <a:ext uri="{FF2B5EF4-FFF2-40B4-BE49-F238E27FC236}">
                <a16:creationId xmlns:a16="http://schemas.microsoft.com/office/drawing/2014/main" id="{7DDBDBF2-72B4-47F6-A244-B190878D7661}"/>
              </a:ext>
            </a:extLst>
          </p:cNvPr>
          <p:cNvGraphicFramePr/>
          <p:nvPr>
            <p:extLst>
              <p:ext uri="{D42A27DB-BD31-4B8C-83A1-F6EECF244321}">
                <p14:modId xmlns:p14="http://schemas.microsoft.com/office/powerpoint/2010/main" val="2085819059"/>
              </p:ext>
            </p:extLst>
          </p:nvPr>
        </p:nvGraphicFramePr>
        <p:xfrm>
          <a:off x="1447800" y="2485503"/>
          <a:ext cx="9601200" cy="671851"/>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28" name="Diagram 27">
            <a:extLst>
              <a:ext uri="{FF2B5EF4-FFF2-40B4-BE49-F238E27FC236}">
                <a16:creationId xmlns:a16="http://schemas.microsoft.com/office/drawing/2014/main" id="{FF18B9EF-2226-465D-A86F-AEDC37127CE3}"/>
              </a:ext>
            </a:extLst>
          </p:cNvPr>
          <p:cNvGraphicFramePr/>
          <p:nvPr>
            <p:extLst>
              <p:ext uri="{D42A27DB-BD31-4B8C-83A1-F6EECF244321}">
                <p14:modId xmlns:p14="http://schemas.microsoft.com/office/powerpoint/2010/main" val="3762281411"/>
              </p:ext>
            </p:extLst>
          </p:nvPr>
        </p:nvGraphicFramePr>
        <p:xfrm>
          <a:off x="1447800" y="3255316"/>
          <a:ext cx="9601200" cy="671851"/>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aphicFrame>
        <p:nvGraphicFramePr>
          <p:cNvPr id="27" name="Diagram 26">
            <a:extLst>
              <a:ext uri="{FF2B5EF4-FFF2-40B4-BE49-F238E27FC236}">
                <a16:creationId xmlns:a16="http://schemas.microsoft.com/office/drawing/2014/main" id="{9879EC82-C476-479D-8C4F-E39117AEE719}"/>
              </a:ext>
            </a:extLst>
          </p:cNvPr>
          <p:cNvGraphicFramePr/>
          <p:nvPr>
            <p:extLst>
              <p:ext uri="{D42A27DB-BD31-4B8C-83A1-F6EECF244321}">
                <p14:modId xmlns:p14="http://schemas.microsoft.com/office/powerpoint/2010/main" val="1528962917"/>
              </p:ext>
            </p:extLst>
          </p:nvPr>
        </p:nvGraphicFramePr>
        <p:xfrm>
          <a:off x="1447799" y="4043442"/>
          <a:ext cx="9601201" cy="671851"/>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graphicFrame>
        <p:nvGraphicFramePr>
          <p:cNvPr id="26" name="Diagram 25">
            <a:extLst>
              <a:ext uri="{FF2B5EF4-FFF2-40B4-BE49-F238E27FC236}">
                <a16:creationId xmlns:a16="http://schemas.microsoft.com/office/drawing/2014/main" id="{E7000E0B-B671-48F3-B4D0-69245DF1D7B7}"/>
              </a:ext>
            </a:extLst>
          </p:cNvPr>
          <p:cNvGraphicFramePr/>
          <p:nvPr>
            <p:extLst>
              <p:ext uri="{D42A27DB-BD31-4B8C-83A1-F6EECF244321}">
                <p14:modId xmlns:p14="http://schemas.microsoft.com/office/powerpoint/2010/main" val="1374818336"/>
              </p:ext>
            </p:extLst>
          </p:nvPr>
        </p:nvGraphicFramePr>
        <p:xfrm>
          <a:off x="1447800" y="4644732"/>
          <a:ext cx="9601200" cy="1537949"/>
        </p:xfrm>
        <a:graphic>
          <a:graphicData uri="http://schemas.openxmlformats.org/drawingml/2006/diagram">
            <dgm:relIds xmlns:dgm="http://schemas.openxmlformats.org/drawingml/2006/diagram" xmlns:r="http://schemas.openxmlformats.org/officeDocument/2006/relationships" r:dm="rId27" r:lo="rId28" r:qs="rId29" r:cs="rId30"/>
          </a:graphicData>
        </a:graphic>
      </p:graphicFrame>
      <p:sp>
        <p:nvSpPr>
          <p:cNvPr id="8" name="TextBox 7">
            <a:extLst>
              <a:ext uri="{FF2B5EF4-FFF2-40B4-BE49-F238E27FC236}">
                <a16:creationId xmlns:a16="http://schemas.microsoft.com/office/drawing/2014/main" id="{416D19C3-3EC1-6786-5BF4-5E72618BB024}"/>
              </a:ext>
            </a:extLst>
          </p:cNvPr>
          <p:cNvSpPr txBox="1"/>
          <p:nvPr/>
        </p:nvSpPr>
        <p:spPr>
          <a:xfrm>
            <a:off x="5434445" y="152099"/>
            <a:ext cx="4218709" cy="523220"/>
          </a:xfrm>
          <a:prstGeom prst="rect">
            <a:avLst/>
          </a:prstGeom>
          <a:noFill/>
        </p:spPr>
        <p:txBody>
          <a:bodyPr wrap="square" rtlCol="0">
            <a:spAutoFit/>
          </a:bodyPr>
          <a:lstStyle/>
          <a:p>
            <a:r>
              <a:rPr lang="en-IN" sz="2800" dirty="0"/>
              <a:t>Course Outcomes</a:t>
            </a:r>
          </a:p>
        </p:txBody>
      </p:sp>
    </p:spTree>
    <p:extLst>
      <p:ext uri="{BB962C8B-B14F-4D97-AF65-F5344CB8AC3E}">
        <p14:creationId xmlns:p14="http://schemas.microsoft.com/office/powerpoint/2010/main" val="14393684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7286BAF-9632-4A94-8C20-DFE97D44B36F}" type="datetime1">
              <a:rPr lang="en-US" smtClean="0"/>
              <a:t>10/22/2024</a:t>
            </a:fld>
            <a:endParaRPr lang="en-US" dirty="0"/>
          </a:p>
        </p:txBody>
      </p:sp>
      <p:sp>
        <p:nvSpPr>
          <p:cNvPr id="5" name="Footer Placeholder 4"/>
          <p:cNvSpPr>
            <a:spLocks noGrp="1"/>
          </p:cNvSpPr>
          <p:nvPr>
            <p:ph type="ftr" sz="quarter" idx="11"/>
          </p:nvPr>
        </p:nvSpPr>
        <p:spPr/>
        <p:txBody>
          <a:bodyPr/>
          <a:lstStyle/>
          <a:p>
            <a:r>
              <a:rPr lang="en-US" dirty="0"/>
              <a:t>Pooja Kumari Design Pattern                                    Unit IV</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dirty="0"/>
          </a:p>
        </p:txBody>
      </p:sp>
      <p:graphicFrame>
        <p:nvGraphicFramePr>
          <p:cNvPr id="3" name="Diagram 2">
            <a:extLst>
              <a:ext uri="{FF2B5EF4-FFF2-40B4-BE49-F238E27FC236}">
                <a16:creationId xmlns:a16="http://schemas.microsoft.com/office/drawing/2014/main" id="{9639769C-859C-4B3D-A306-7CB7BFEFB437}"/>
              </a:ext>
            </a:extLst>
          </p:cNvPr>
          <p:cNvGraphicFramePr/>
          <p:nvPr>
            <p:extLst>
              <p:ext uri="{D42A27DB-BD31-4B8C-83A1-F6EECF244321}">
                <p14:modId xmlns:p14="http://schemas.microsoft.com/office/powerpoint/2010/main" val="2139878039"/>
              </p:ext>
            </p:extLst>
          </p:nvPr>
        </p:nvGraphicFramePr>
        <p:xfrm>
          <a:off x="1447800" y="915993"/>
          <a:ext cx="7620000" cy="6857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2" name="Diagram 11">
            <a:extLst>
              <a:ext uri="{FF2B5EF4-FFF2-40B4-BE49-F238E27FC236}">
                <a16:creationId xmlns:a16="http://schemas.microsoft.com/office/drawing/2014/main" id="{82B6EEB3-4F7D-4058-90BF-7686C05591A5}"/>
              </a:ext>
            </a:extLst>
          </p:cNvPr>
          <p:cNvGraphicFramePr/>
          <p:nvPr>
            <p:extLst>
              <p:ext uri="{D42A27DB-BD31-4B8C-83A1-F6EECF244321}">
                <p14:modId xmlns:p14="http://schemas.microsoft.com/office/powerpoint/2010/main" val="3426506682"/>
              </p:ext>
            </p:extLst>
          </p:nvPr>
        </p:nvGraphicFramePr>
        <p:xfrm>
          <a:off x="1447800" y="1676400"/>
          <a:ext cx="7620000" cy="67185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29" name="Diagram 28">
            <a:extLst>
              <a:ext uri="{FF2B5EF4-FFF2-40B4-BE49-F238E27FC236}">
                <a16:creationId xmlns:a16="http://schemas.microsoft.com/office/drawing/2014/main" id="{7DDBDBF2-72B4-47F6-A244-B190878D7661}"/>
              </a:ext>
            </a:extLst>
          </p:cNvPr>
          <p:cNvGraphicFramePr/>
          <p:nvPr>
            <p:extLst>
              <p:ext uri="{D42A27DB-BD31-4B8C-83A1-F6EECF244321}">
                <p14:modId xmlns:p14="http://schemas.microsoft.com/office/powerpoint/2010/main" val="4265024802"/>
              </p:ext>
            </p:extLst>
          </p:nvPr>
        </p:nvGraphicFramePr>
        <p:xfrm>
          <a:off x="1447800" y="2438400"/>
          <a:ext cx="7620000" cy="671851"/>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28" name="Diagram 27">
            <a:extLst>
              <a:ext uri="{FF2B5EF4-FFF2-40B4-BE49-F238E27FC236}">
                <a16:creationId xmlns:a16="http://schemas.microsoft.com/office/drawing/2014/main" id="{FF18B9EF-2226-465D-A86F-AEDC37127CE3}"/>
              </a:ext>
            </a:extLst>
          </p:cNvPr>
          <p:cNvGraphicFramePr/>
          <p:nvPr>
            <p:extLst>
              <p:ext uri="{D42A27DB-BD31-4B8C-83A1-F6EECF244321}">
                <p14:modId xmlns:p14="http://schemas.microsoft.com/office/powerpoint/2010/main" val="546478447"/>
              </p:ext>
            </p:extLst>
          </p:nvPr>
        </p:nvGraphicFramePr>
        <p:xfrm>
          <a:off x="1447800" y="3214349"/>
          <a:ext cx="7620000" cy="671851"/>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aphicFrame>
        <p:nvGraphicFramePr>
          <p:cNvPr id="27" name="Diagram 26">
            <a:extLst>
              <a:ext uri="{FF2B5EF4-FFF2-40B4-BE49-F238E27FC236}">
                <a16:creationId xmlns:a16="http://schemas.microsoft.com/office/drawing/2014/main" id="{9879EC82-C476-479D-8C4F-E39117AEE719}"/>
              </a:ext>
            </a:extLst>
          </p:cNvPr>
          <p:cNvGraphicFramePr/>
          <p:nvPr>
            <p:extLst>
              <p:ext uri="{D42A27DB-BD31-4B8C-83A1-F6EECF244321}">
                <p14:modId xmlns:p14="http://schemas.microsoft.com/office/powerpoint/2010/main" val="2257848146"/>
              </p:ext>
            </p:extLst>
          </p:nvPr>
        </p:nvGraphicFramePr>
        <p:xfrm>
          <a:off x="1447799" y="3976349"/>
          <a:ext cx="7619999" cy="671851"/>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graphicFrame>
        <p:nvGraphicFramePr>
          <p:cNvPr id="26" name="Diagram 25">
            <a:extLst>
              <a:ext uri="{FF2B5EF4-FFF2-40B4-BE49-F238E27FC236}">
                <a16:creationId xmlns:a16="http://schemas.microsoft.com/office/drawing/2014/main" id="{E7000E0B-B671-48F3-B4D0-69245DF1D7B7}"/>
              </a:ext>
            </a:extLst>
          </p:cNvPr>
          <p:cNvGraphicFramePr/>
          <p:nvPr>
            <p:extLst>
              <p:ext uri="{D42A27DB-BD31-4B8C-83A1-F6EECF244321}">
                <p14:modId xmlns:p14="http://schemas.microsoft.com/office/powerpoint/2010/main" val="929512266"/>
              </p:ext>
            </p:extLst>
          </p:nvPr>
        </p:nvGraphicFramePr>
        <p:xfrm>
          <a:off x="1447800" y="4738349"/>
          <a:ext cx="7620000" cy="671851"/>
        </p:xfrm>
        <a:graphic>
          <a:graphicData uri="http://schemas.openxmlformats.org/drawingml/2006/diagram">
            <dgm:relIds xmlns:dgm="http://schemas.openxmlformats.org/drawingml/2006/diagram" xmlns:r="http://schemas.openxmlformats.org/officeDocument/2006/relationships" r:dm="rId27" r:lo="rId28" r:qs="rId29" r:cs="rId30"/>
          </a:graphicData>
        </a:graphic>
      </p:graphicFrame>
      <p:graphicFrame>
        <p:nvGraphicFramePr>
          <p:cNvPr id="25" name="Diagram 24">
            <a:extLst>
              <a:ext uri="{FF2B5EF4-FFF2-40B4-BE49-F238E27FC236}">
                <a16:creationId xmlns:a16="http://schemas.microsoft.com/office/drawing/2014/main" id="{584BFB67-A290-4345-B380-C21BA1F5C217}"/>
              </a:ext>
            </a:extLst>
          </p:cNvPr>
          <p:cNvGraphicFramePr/>
          <p:nvPr>
            <p:extLst>
              <p:ext uri="{D42A27DB-BD31-4B8C-83A1-F6EECF244321}">
                <p14:modId xmlns:p14="http://schemas.microsoft.com/office/powerpoint/2010/main" val="3141544547"/>
              </p:ext>
            </p:extLst>
          </p:nvPr>
        </p:nvGraphicFramePr>
        <p:xfrm>
          <a:off x="1447800" y="5486400"/>
          <a:ext cx="7620000" cy="671851"/>
        </p:xfrm>
        <a:graphic>
          <a:graphicData uri="http://schemas.openxmlformats.org/drawingml/2006/diagram">
            <dgm:relIds xmlns:dgm="http://schemas.openxmlformats.org/drawingml/2006/diagram" xmlns:r="http://schemas.openxmlformats.org/officeDocument/2006/relationships" r:dm="rId32" r:lo="rId33" r:qs="rId34" r:cs="rId35"/>
          </a:graphicData>
        </a:graphic>
      </p:graphicFrame>
      <p:sp>
        <p:nvSpPr>
          <p:cNvPr id="9" name="TextBox 8">
            <a:extLst>
              <a:ext uri="{FF2B5EF4-FFF2-40B4-BE49-F238E27FC236}">
                <a16:creationId xmlns:a16="http://schemas.microsoft.com/office/drawing/2014/main" id="{A87B59E0-F515-2554-AEFB-E2B39677B897}"/>
              </a:ext>
            </a:extLst>
          </p:cNvPr>
          <p:cNvSpPr txBox="1"/>
          <p:nvPr/>
        </p:nvSpPr>
        <p:spPr>
          <a:xfrm>
            <a:off x="5351318" y="221334"/>
            <a:ext cx="3844636" cy="523220"/>
          </a:xfrm>
          <a:prstGeom prst="rect">
            <a:avLst/>
          </a:prstGeom>
          <a:noFill/>
        </p:spPr>
        <p:txBody>
          <a:bodyPr wrap="square" rtlCol="0">
            <a:spAutoFit/>
          </a:bodyPr>
          <a:lstStyle/>
          <a:p>
            <a:r>
              <a:rPr lang="en-IN" sz="2800" dirty="0"/>
              <a:t>Programs Outcomes</a:t>
            </a:r>
          </a:p>
        </p:txBody>
      </p:sp>
    </p:spTree>
    <p:extLst>
      <p:ext uri="{BB962C8B-B14F-4D97-AF65-F5344CB8AC3E}">
        <p14:creationId xmlns:p14="http://schemas.microsoft.com/office/powerpoint/2010/main" val="2698759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F80E381-0A15-4B7A-94B3-90D5DBEC9F5B}" type="datetime1">
              <a:rPr lang="en-US" smtClean="0"/>
              <a:t>10/22/2024</a:t>
            </a:fld>
            <a:endParaRPr lang="en-US" dirty="0"/>
          </a:p>
        </p:txBody>
      </p:sp>
      <p:sp>
        <p:nvSpPr>
          <p:cNvPr id="5" name="Footer Placeholder 4"/>
          <p:cNvSpPr>
            <a:spLocks noGrp="1"/>
          </p:cNvSpPr>
          <p:nvPr>
            <p:ph type="ftr" sz="quarter" idx="11"/>
          </p:nvPr>
        </p:nvSpPr>
        <p:spPr/>
        <p:txBody>
          <a:bodyPr/>
          <a:lstStyle/>
          <a:p>
            <a:r>
              <a:rPr lang="en-US" dirty="0"/>
              <a:t>Pooja Kumari                                     Design Pattern                                    Unit IV</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dirty="0"/>
          </a:p>
        </p:txBody>
      </p:sp>
      <p:graphicFrame>
        <p:nvGraphicFramePr>
          <p:cNvPr id="3" name="Diagram 2">
            <a:extLst>
              <a:ext uri="{FF2B5EF4-FFF2-40B4-BE49-F238E27FC236}">
                <a16:creationId xmlns:a16="http://schemas.microsoft.com/office/drawing/2014/main" id="{9639769C-859C-4B3D-A306-7CB7BFEFB437}"/>
              </a:ext>
            </a:extLst>
          </p:cNvPr>
          <p:cNvGraphicFramePr/>
          <p:nvPr>
            <p:extLst>
              <p:ext uri="{D42A27DB-BD31-4B8C-83A1-F6EECF244321}">
                <p14:modId xmlns:p14="http://schemas.microsoft.com/office/powerpoint/2010/main" val="3468568999"/>
              </p:ext>
            </p:extLst>
          </p:nvPr>
        </p:nvGraphicFramePr>
        <p:xfrm>
          <a:off x="1447800" y="915993"/>
          <a:ext cx="7620000" cy="6857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2" name="Diagram 11">
            <a:extLst>
              <a:ext uri="{FF2B5EF4-FFF2-40B4-BE49-F238E27FC236}">
                <a16:creationId xmlns:a16="http://schemas.microsoft.com/office/drawing/2014/main" id="{82B6EEB3-4F7D-4058-90BF-7686C05591A5}"/>
              </a:ext>
            </a:extLst>
          </p:cNvPr>
          <p:cNvGraphicFramePr/>
          <p:nvPr>
            <p:extLst>
              <p:ext uri="{D42A27DB-BD31-4B8C-83A1-F6EECF244321}">
                <p14:modId xmlns:p14="http://schemas.microsoft.com/office/powerpoint/2010/main" val="3270873242"/>
              </p:ext>
            </p:extLst>
          </p:nvPr>
        </p:nvGraphicFramePr>
        <p:xfrm>
          <a:off x="1447800" y="1676400"/>
          <a:ext cx="7620000" cy="67185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29" name="Diagram 28">
            <a:extLst>
              <a:ext uri="{FF2B5EF4-FFF2-40B4-BE49-F238E27FC236}">
                <a16:creationId xmlns:a16="http://schemas.microsoft.com/office/drawing/2014/main" id="{7DDBDBF2-72B4-47F6-A244-B190878D7661}"/>
              </a:ext>
            </a:extLst>
          </p:cNvPr>
          <p:cNvGraphicFramePr/>
          <p:nvPr>
            <p:extLst>
              <p:ext uri="{D42A27DB-BD31-4B8C-83A1-F6EECF244321}">
                <p14:modId xmlns:p14="http://schemas.microsoft.com/office/powerpoint/2010/main" val="3814657003"/>
              </p:ext>
            </p:extLst>
          </p:nvPr>
        </p:nvGraphicFramePr>
        <p:xfrm>
          <a:off x="1447800" y="2438400"/>
          <a:ext cx="7620000" cy="671851"/>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28" name="Diagram 27">
            <a:extLst>
              <a:ext uri="{FF2B5EF4-FFF2-40B4-BE49-F238E27FC236}">
                <a16:creationId xmlns:a16="http://schemas.microsoft.com/office/drawing/2014/main" id="{FF18B9EF-2226-465D-A86F-AEDC37127CE3}"/>
              </a:ext>
            </a:extLst>
          </p:cNvPr>
          <p:cNvGraphicFramePr/>
          <p:nvPr>
            <p:extLst>
              <p:ext uri="{D42A27DB-BD31-4B8C-83A1-F6EECF244321}">
                <p14:modId xmlns:p14="http://schemas.microsoft.com/office/powerpoint/2010/main" val="3518513560"/>
              </p:ext>
            </p:extLst>
          </p:nvPr>
        </p:nvGraphicFramePr>
        <p:xfrm>
          <a:off x="1447800" y="3214349"/>
          <a:ext cx="7620000" cy="671851"/>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aphicFrame>
        <p:nvGraphicFramePr>
          <p:cNvPr id="27" name="Diagram 26">
            <a:extLst>
              <a:ext uri="{FF2B5EF4-FFF2-40B4-BE49-F238E27FC236}">
                <a16:creationId xmlns:a16="http://schemas.microsoft.com/office/drawing/2014/main" id="{9879EC82-C476-479D-8C4F-E39117AEE719}"/>
              </a:ext>
            </a:extLst>
          </p:cNvPr>
          <p:cNvGraphicFramePr/>
          <p:nvPr>
            <p:extLst>
              <p:ext uri="{D42A27DB-BD31-4B8C-83A1-F6EECF244321}">
                <p14:modId xmlns:p14="http://schemas.microsoft.com/office/powerpoint/2010/main" val="2153704271"/>
              </p:ext>
            </p:extLst>
          </p:nvPr>
        </p:nvGraphicFramePr>
        <p:xfrm>
          <a:off x="1447799" y="3976349"/>
          <a:ext cx="7619999" cy="671851"/>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graphicFrame>
        <p:nvGraphicFramePr>
          <p:cNvPr id="26" name="Diagram 25">
            <a:extLst>
              <a:ext uri="{FF2B5EF4-FFF2-40B4-BE49-F238E27FC236}">
                <a16:creationId xmlns:a16="http://schemas.microsoft.com/office/drawing/2014/main" id="{E7000E0B-B671-48F3-B4D0-69245DF1D7B7}"/>
              </a:ext>
            </a:extLst>
          </p:cNvPr>
          <p:cNvGraphicFramePr/>
          <p:nvPr>
            <p:extLst>
              <p:ext uri="{D42A27DB-BD31-4B8C-83A1-F6EECF244321}">
                <p14:modId xmlns:p14="http://schemas.microsoft.com/office/powerpoint/2010/main" val="2404041446"/>
              </p:ext>
            </p:extLst>
          </p:nvPr>
        </p:nvGraphicFramePr>
        <p:xfrm>
          <a:off x="1447800" y="4738349"/>
          <a:ext cx="7620000" cy="671851"/>
        </p:xfrm>
        <a:graphic>
          <a:graphicData uri="http://schemas.openxmlformats.org/drawingml/2006/diagram">
            <dgm:relIds xmlns:dgm="http://schemas.openxmlformats.org/drawingml/2006/diagram" xmlns:r="http://schemas.openxmlformats.org/officeDocument/2006/relationships" r:dm="rId27" r:lo="rId28" r:qs="rId29" r:cs="rId30"/>
          </a:graphicData>
        </a:graphic>
      </p:graphicFrame>
      <p:graphicFrame>
        <p:nvGraphicFramePr>
          <p:cNvPr id="25" name="Diagram 24">
            <a:extLst>
              <a:ext uri="{FF2B5EF4-FFF2-40B4-BE49-F238E27FC236}">
                <a16:creationId xmlns:a16="http://schemas.microsoft.com/office/drawing/2014/main" id="{584BFB67-A290-4345-B380-C21BA1F5C217}"/>
              </a:ext>
            </a:extLst>
          </p:cNvPr>
          <p:cNvGraphicFramePr/>
          <p:nvPr>
            <p:extLst>
              <p:ext uri="{D42A27DB-BD31-4B8C-83A1-F6EECF244321}">
                <p14:modId xmlns:p14="http://schemas.microsoft.com/office/powerpoint/2010/main" val="1274127646"/>
              </p:ext>
            </p:extLst>
          </p:nvPr>
        </p:nvGraphicFramePr>
        <p:xfrm>
          <a:off x="1447800" y="5486400"/>
          <a:ext cx="7620000" cy="671851"/>
        </p:xfrm>
        <a:graphic>
          <a:graphicData uri="http://schemas.openxmlformats.org/drawingml/2006/diagram">
            <dgm:relIds xmlns:dgm="http://schemas.openxmlformats.org/drawingml/2006/diagram" xmlns:r="http://schemas.openxmlformats.org/officeDocument/2006/relationships" r:dm="rId32" r:lo="rId33" r:qs="rId34" r:cs="rId35"/>
          </a:graphicData>
        </a:graphic>
      </p:graphicFrame>
      <p:sp>
        <p:nvSpPr>
          <p:cNvPr id="9" name="TextBox 8">
            <a:extLst>
              <a:ext uri="{FF2B5EF4-FFF2-40B4-BE49-F238E27FC236}">
                <a16:creationId xmlns:a16="http://schemas.microsoft.com/office/drawing/2014/main" id="{3F63E599-A721-C874-6395-3AE358F77513}"/>
              </a:ext>
            </a:extLst>
          </p:cNvPr>
          <p:cNvSpPr txBox="1"/>
          <p:nvPr/>
        </p:nvSpPr>
        <p:spPr>
          <a:xfrm>
            <a:off x="3022889" y="283072"/>
            <a:ext cx="6146222" cy="523220"/>
          </a:xfrm>
          <a:prstGeom prst="rect">
            <a:avLst/>
          </a:prstGeom>
          <a:noFill/>
        </p:spPr>
        <p:txBody>
          <a:bodyPr wrap="square">
            <a:spAutoFit/>
          </a:bodyPr>
          <a:lstStyle/>
          <a:p>
            <a:pPr algn="ctr">
              <a:spcBef>
                <a:spcPct val="0"/>
              </a:spcBef>
              <a:defRPr/>
            </a:pPr>
            <a:r>
              <a:rPr lang="en-US" sz="2800" dirty="0"/>
              <a:t>Program Outcomes (POs)</a:t>
            </a:r>
          </a:p>
        </p:txBody>
      </p:sp>
    </p:spTree>
    <p:extLst>
      <p:ext uri="{BB962C8B-B14F-4D97-AF65-F5344CB8AC3E}">
        <p14:creationId xmlns:p14="http://schemas.microsoft.com/office/powerpoint/2010/main" val="21978086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7087B5B-272F-4322-A824-8C1BBF2BEC00}" type="datetime1">
              <a:rPr lang="en-US" smtClean="0"/>
              <a:t>10/22/2024</a:t>
            </a:fld>
            <a:endParaRPr lang="en-US" dirty="0"/>
          </a:p>
        </p:txBody>
      </p:sp>
      <p:sp>
        <p:nvSpPr>
          <p:cNvPr id="5" name="Footer Placeholder 4"/>
          <p:cNvSpPr>
            <a:spLocks noGrp="1"/>
          </p:cNvSpPr>
          <p:nvPr>
            <p:ph type="ftr" sz="quarter" idx="11"/>
          </p:nvPr>
        </p:nvSpPr>
        <p:spPr>
          <a:xfrm>
            <a:off x="4038600" y="6356356"/>
            <a:ext cx="5029200" cy="365125"/>
          </a:xfrm>
        </p:spPr>
        <p:txBody>
          <a:bodyPr/>
          <a:lstStyle/>
          <a:p>
            <a:r>
              <a:rPr lang="en-US" dirty="0"/>
              <a:t>Pooja Kumari Design Pattern                                    Unit IV</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dirty="0"/>
          </a:p>
        </p:txBody>
      </p:sp>
      <p:graphicFrame>
        <p:nvGraphicFramePr>
          <p:cNvPr id="11" name="Table 10">
            <a:extLst>
              <a:ext uri="{FF2B5EF4-FFF2-40B4-BE49-F238E27FC236}">
                <a16:creationId xmlns:a16="http://schemas.microsoft.com/office/drawing/2014/main" id="{37BF15CC-9306-4F59-866F-B4B4CD6EC448}"/>
              </a:ext>
            </a:extLst>
          </p:cNvPr>
          <p:cNvGraphicFramePr>
            <a:graphicFrameLocks noGrp="1"/>
          </p:cNvGraphicFramePr>
          <p:nvPr>
            <p:extLst>
              <p:ext uri="{D42A27DB-BD31-4B8C-83A1-F6EECF244321}">
                <p14:modId xmlns:p14="http://schemas.microsoft.com/office/powerpoint/2010/main" val="1704906640"/>
              </p:ext>
            </p:extLst>
          </p:nvPr>
        </p:nvGraphicFramePr>
        <p:xfrm>
          <a:off x="762000" y="1066800"/>
          <a:ext cx="11049006" cy="4876802"/>
        </p:xfrm>
        <a:graphic>
          <a:graphicData uri="http://schemas.openxmlformats.org/drawingml/2006/table">
            <a:tbl>
              <a:tblPr>
                <a:effectLst>
                  <a:outerShdw blurRad="50800" dist="38100" algn="l" rotWithShape="0">
                    <a:prstClr val="black">
                      <a:alpha val="40000"/>
                    </a:prstClr>
                  </a:outerShdw>
                </a:effectLst>
                <a:tableStyleId>{35758FB7-9AC5-4552-8A53-C91805E547FA}</a:tableStyleId>
              </a:tblPr>
              <a:tblGrid>
                <a:gridCol w="1236054">
                  <a:extLst>
                    <a:ext uri="{9D8B030D-6E8A-4147-A177-3AD203B41FA5}">
                      <a16:colId xmlns:a16="http://schemas.microsoft.com/office/drawing/2014/main" val="795970929"/>
                    </a:ext>
                  </a:extLst>
                </a:gridCol>
                <a:gridCol w="817746">
                  <a:extLst>
                    <a:ext uri="{9D8B030D-6E8A-4147-A177-3AD203B41FA5}">
                      <a16:colId xmlns:a16="http://schemas.microsoft.com/office/drawing/2014/main" val="937651517"/>
                    </a:ext>
                  </a:extLst>
                </a:gridCol>
                <a:gridCol w="817746">
                  <a:extLst>
                    <a:ext uri="{9D8B030D-6E8A-4147-A177-3AD203B41FA5}">
                      <a16:colId xmlns:a16="http://schemas.microsoft.com/office/drawing/2014/main" val="2579388657"/>
                    </a:ext>
                  </a:extLst>
                </a:gridCol>
                <a:gridCol w="817746">
                  <a:extLst>
                    <a:ext uri="{9D8B030D-6E8A-4147-A177-3AD203B41FA5}">
                      <a16:colId xmlns:a16="http://schemas.microsoft.com/office/drawing/2014/main" val="4274486272"/>
                    </a:ext>
                  </a:extLst>
                </a:gridCol>
                <a:gridCol w="817746">
                  <a:extLst>
                    <a:ext uri="{9D8B030D-6E8A-4147-A177-3AD203B41FA5}">
                      <a16:colId xmlns:a16="http://schemas.microsoft.com/office/drawing/2014/main" val="117179822"/>
                    </a:ext>
                  </a:extLst>
                </a:gridCol>
                <a:gridCol w="817746">
                  <a:extLst>
                    <a:ext uri="{9D8B030D-6E8A-4147-A177-3AD203B41FA5}">
                      <a16:colId xmlns:a16="http://schemas.microsoft.com/office/drawing/2014/main" val="1944862725"/>
                    </a:ext>
                  </a:extLst>
                </a:gridCol>
                <a:gridCol w="817746">
                  <a:extLst>
                    <a:ext uri="{9D8B030D-6E8A-4147-A177-3AD203B41FA5}">
                      <a16:colId xmlns:a16="http://schemas.microsoft.com/office/drawing/2014/main" val="3301730808"/>
                    </a:ext>
                  </a:extLst>
                </a:gridCol>
                <a:gridCol w="817746">
                  <a:extLst>
                    <a:ext uri="{9D8B030D-6E8A-4147-A177-3AD203B41FA5}">
                      <a16:colId xmlns:a16="http://schemas.microsoft.com/office/drawing/2014/main" val="1019184723"/>
                    </a:ext>
                  </a:extLst>
                </a:gridCol>
                <a:gridCol w="817746">
                  <a:extLst>
                    <a:ext uri="{9D8B030D-6E8A-4147-A177-3AD203B41FA5}">
                      <a16:colId xmlns:a16="http://schemas.microsoft.com/office/drawing/2014/main" val="152610545"/>
                    </a:ext>
                  </a:extLst>
                </a:gridCol>
                <a:gridCol w="817746">
                  <a:extLst>
                    <a:ext uri="{9D8B030D-6E8A-4147-A177-3AD203B41FA5}">
                      <a16:colId xmlns:a16="http://schemas.microsoft.com/office/drawing/2014/main" val="906752748"/>
                    </a:ext>
                  </a:extLst>
                </a:gridCol>
                <a:gridCol w="817746">
                  <a:extLst>
                    <a:ext uri="{9D8B030D-6E8A-4147-A177-3AD203B41FA5}">
                      <a16:colId xmlns:a16="http://schemas.microsoft.com/office/drawing/2014/main" val="1596455435"/>
                    </a:ext>
                  </a:extLst>
                </a:gridCol>
                <a:gridCol w="817746">
                  <a:extLst>
                    <a:ext uri="{9D8B030D-6E8A-4147-A177-3AD203B41FA5}">
                      <a16:colId xmlns:a16="http://schemas.microsoft.com/office/drawing/2014/main" val="2096782459"/>
                    </a:ext>
                  </a:extLst>
                </a:gridCol>
                <a:gridCol w="817746">
                  <a:extLst>
                    <a:ext uri="{9D8B030D-6E8A-4147-A177-3AD203B41FA5}">
                      <a16:colId xmlns:a16="http://schemas.microsoft.com/office/drawing/2014/main" val="590504669"/>
                    </a:ext>
                  </a:extLst>
                </a:gridCol>
              </a:tblGrid>
              <a:tr h="748246">
                <a:tc>
                  <a:txBody>
                    <a:bodyPr/>
                    <a:lstStyle/>
                    <a:p>
                      <a:pPr algn="ctr" fontAlgn="ctr"/>
                      <a:r>
                        <a:rPr lang="en-US" sz="2100" b="1" u="none" strike="noStrike" dirty="0">
                          <a:effectLst/>
                        </a:rPr>
                        <a:t> CO.K</a:t>
                      </a:r>
                      <a:endParaRPr lang="en-US" sz="2100" b="1" i="0" u="none" strike="noStrike" dirty="0">
                        <a:solidFill>
                          <a:srgbClr val="000000"/>
                        </a:solidFill>
                        <a:effectLst/>
                        <a:latin typeface="Arial" panose="020B060402020202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1" u="none" strike="noStrike" dirty="0">
                          <a:effectLst/>
                        </a:rPr>
                        <a:t>PO1</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1" u="none" strike="noStrike" dirty="0">
                          <a:effectLst/>
                        </a:rPr>
                        <a:t>PO2</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1" u="none" strike="noStrike" dirty="0">
                          <a:effectLst/>
                        </a:rPr>
                        <a:t>PO3</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1" u="none" strike="noStrike" dirty="0">
                          <a:effectLst/>
                        </a:rPr>
                        <a:t>PO4</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1" u="none" strike="noStrike" dirty="0">
                          <a:effectLst/>
                        </a:rPr>
                        <a:t>PO5</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1" u="none" strike="noStrike" dirty="0">
                          <a:effectLst/>
                        </a:rPr>
                        <a:t>PO6</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1" u="none" strike="noStrike" dirty="0">
                          <a:effectLst/>
                        </a:rPr>
                        <a:t>PO7</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1" u="none" strike="noStrike" dirty="0">
                          <a:effectLst/>
                        </a:rPr>
                        <a:t>PO8</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1" u="none" strike="noStrike" dirty="0">
                          <a:effectLst/>
                        </a:rPr>
                        <a:t>PO9</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1" u="none" strike="noStrike" dirty="0">
                          <a:effectLst/>
                        </a:rPr>
                        <a:t>PO10</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1" u="none" strike="noStrike" dirty="0">
                          <a:effectLst/>
                        </a:rPr>
                        <a:t>PO11</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1" u="none" strike="noStrike" dirty="0">
                          <a:effectLst/>
                        </a:rPr>
                        <a:t>PO12</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extLst>
                  <a:ext uri="{0D108BD9-81ED-4DB2-BD59-A6C34878D82A}">
                    <a16:rowId xmlns:a16="http://schemas.microsoft.com/office/drawing/2014/main" val="3199435395"/>
                  </a:ext>
                </a:extLst>
              </a:tr>
              <a:tr h="757048">
                <a:tc>
                  <a:txBody>
                    <a:bodyPr/>
                    <a:lstStyle/>
                    <a:p>
                      <a:pPr algn="ctr" rtl="0" fontAlgn="ctr"/>
                      <a:r>
                        <a:rPr lang="en-US" sz="2100" b="1" u="none" strike="noStrike" dirty="0">
                          <a:effectLst/>
                        </a:rPr>
                        <a:t>CO1</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extLst>
                  <a:ext uri="{0D108BD9-81ED-4DB2-BD59-A6C34878D82A}">
                    <a16:rowId xmlns:a16="http://schemas.microsoft.com/office/drawing/2014/main" val="3079903705"/>
                  </a:ext>
                </a:extLst>
              </a:tr>
              <a:tr h="748246">
                <a:tc>
                  <a:txBody>
                    <a:bodyPr/>
                    <a:lstStyle/>
                    <a:p>
                      <a:pPr algn="ctr" rtl="0" fontAlgn="ctr"/>
                      <a:r>
                        <a:rPr lang="en-US" sz="2100" b="1" u="none" strike="noStrike" dirty="0">
                          <a:effectLst/>
                        </a:rPr>
                        <a:t>CO2</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3</a:t>
                      </a:r>
                      <a:endPar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extLst>
                  <a:ext uri="{0D108BD9-81ED-4DB2-BD59-A6C34878D82A}">
                    <a16:rowId xmlns:a16="http://schemas.microsoft.com/office/drawing/2014/main" val="3041487185"/>
                  </a:ext>
                </a:extLst>
              </a:tr>
              <a:tr h="748246">
                <a:tc>
                  <a:txBody>
                    <a:bodyPr/>
                    <a:lstStyle/>
                    <a:p>
                      <a:pPr algn="ctr" rtl="0" fontAlgn="ctr"/>
                      <a:r>
                        <a:rPr lang="en-US" sz="2100" b="1" u="none" strike="noStrike" dirty="0">
                          <a:effectLst/>
                        </a:rPr>
                        <a:t>CO3</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3</a:t>
                      </a:r>
                      <a:endPar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 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extLst>
                  <a:ext uri="{0D108BD9-81ED-4DB2-BD59-A6C34878D82A}">
                    <a16:rowId xmlns:a16="http://schemas.microsoft.com/office/drawing/2014/main" val="3230989355"/>
                  </a:ext>
                </a:extLst>
              </a:tr>
              <a:tr h="748246">
                <a:tc>
                  <a:txBody>
                    <a:bodyPr/>
                    <a:lstStyle/>
                    <a:p>
                      <a:pPr algn="ctr" rtl="0" fontAlgn="ctr"/>
                      <a:r>
                        <a:rPr lang="en-US" sz="2100" b="1" u="none" strike="noStrike" dirty="0">
                          <a:effectLst/>
                        </a:rPr>
                        <a:t>CO4</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extLst>
                  <a:ext uri="{0D108BD9-81ED-4DB2-BD59-A6C34878D82A}">
                    <a16:rowId xmlns:a16="http://schemas.microsoft.com/office/drawing/2014/main" val="4294284923"/>
                  </a:ext>
                </a:extLst>
              </a:tr>
              <a:tr h="748246">
                <a:tc>
                  <a:txBody>
                    <a:bodyPr/>
                    <a:lstStyle/>
                    <a:p>
                      <a:pPr algn="ctr" rtl="0" fontAlgn="ctr"/>
                      <a:r>
                        <a:rPr lang="en-US" sz="2100" b="1" u="none" strike="noStrike" dirty="0">
                          <a:effectLst/>
                        </a:rPr>
                        <a:t>CO5</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3</a:t>
                      </a:r>
                      <a:endPar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extLst>
                  <a:ext uri="{0D108BD9-81ED-4DB2-BD59-A6C34878D82A}">
                    <a16:rowId xmlns:a16="http://schemas.microsoft.com/office/drawing/2014/main" val="1022190676"/>
                  </a:ext>
                </a:extLst>
              </a:tr>
              <a:tr h="378524">
                <a:tc>
                  <a:txBody>
                    <a:bodyPr/>
                    <a:lstStyle/>
                    <a:p>
                      <a:pPr algn="ctr" fontAlgn="ctr"/>
                      <a:r>
                        <a:rPr lang="en-US" sz="2100" b="1" u="none" strike="noStrike" dirty="0">
                          <a:effectLst/>
                        </a:rPr>
                        <a:t>AVG </a:t>
                      </a:r>
                      <a:endParaRPr lang="en-US" sz="2100" b="1" i="0" u="none" strike="noStrike" dirty="0">
                        <a:solidFill>
                          <a:srgbClr val="000000"/>
                        </a:solidFill>
                        <a:effectLst/>
                        <a:latin typeface="Arial" panose="020B060402020202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2.8</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2.0</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2.8</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2.4</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3.0</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chemeClr val="accent1">
                        <a:lumMod val="40000"/>
                        <a:lumOff val="60000"/>
                      </a:schemeClr>
                    </a:solidFill>
                  </a:tcPr>
                </a:tc>
                <a:extLst>
                  <a:ext uri="{0D108BD9-81ED-4DB2-BD59-A6C34878D82A}">
                    <a16:rowId xmlns:a16="http://schemas.microsoft.com/office/drawing/2014/main" val="1419157533"/>
                  </a:ext>
                </a:extLst>
              </a:tr>
            </a:tbl>
          </a:graphicData>
        </a:graphic>
      </p:graphicFrame>
      <p:sp>
        <p:nvSpPr>
          <p:cNvPr id="8" name="TextBox 7">
            <a:extLst>
              <a:ext uri="{FF2B5EF4-FFF2-40B4-BE49-F238E27FC236}">
                <a16:creationId xmlns:a16="http://schemas.microsoft.com/office/drawing/2014/main" id="{FD63ECDB-5903-494E-A6F7-1A4E9CE209F7}"/>
              </a:ext>
            </a:extLst>
          </p:cNvPr>
          <p:cNvSpPr txBox="1"/>
          <p:nvPr/>
        </p:nvSpPr>
        <p:spPr>
          <a:xfrm>
            <a:off x="3480089" y="284714"/>
            <a:ext cx="6146222" cy="523220"/>
          </a:xfrm>
          <a:prstGeom prst="rect">
            <a:avLst/>
          </a:prstGeom>
          <a:noFill/>
        </p:spPr>
        <p:txBody>
          <a:bodyPr wrap="square">
            <a:spAutoFit/>
          </a:bodyPr>
          <a:lstStyle/>
          <a:p>
            <a:pPr algn="ctr">
              <a:spcBef>
                <a:spcPct val="0"/>
              </a:spcBef>
              <a:defRPr/>
            </a:pPr>
            <a:r>
              <a:rPr lang="en-US" sz="2800" dirty="0"/>
              <a:t>COs - POs  Mapping</a:t>
            </a:r>
          </a:p>
        </p:txBody>
      </p:sp>
    </p:spTree>
    <p:extLst>
      <p:ext uri="{BB962C8B-B14F-4D97-AF65-F5344CB8AC3E}">
        <p14:creationId xmlns:p14="http://schemas.microsoft.com/office/powerpoint/2010/main" val="25093718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6503978-EABB-482B-9EDE-FD80D24BB5A8}" type="datetime1">
              <a:rPr lang="en-US" smtClean="0"/>
              <a:t>10/22/2024</a:t>
            </a:fld>
            <a:endParaRPr lang="en-US" dirty="0"/>
          </a:p>
        </p:txBody>
      </p:sp>
      <p:sp>
        <p:nvSpPr>
          <p:cNvPr id="5" name="Footer Placeholder 4"/>
          <p:cNvSpPr>
            <a:spLocks noGrp="1"/>
          </p:cNvSpPr>
          <p:nvPr>
            <p:ph type="ftr" sz="quarter" idx="11"/>
          </p:nvPr>
        </p:nvSpPr>
        <p:spPr>
          <a:xfrm>
            <a:off x="4038600" y="6356356"/>
            <a:ext cx="5029200" cy="365125"/>
          </a:xfrm>
        </p:spPr>
        <p:txBody>
          <a:bodyPr/>
          <a:lstStyle/>
          <a:p>
            <a:r>
              <a:rPr lang="en-US"/>
              <a:t>Rajat Kumar                                           Design Pattern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1102917537"/>
              </p:ext>
            </p:extLst>
          </p:nvPr>
        </p:nvGraphicFramePr>
        <p:xfrm>
          <a:off x="1600200" y="840117"/>
          <a:ext cx="10210800" cy="6004877"/>
        </p:xfrm>
        <a:graphic>
          <a:graphicData uri="http://schemas.openxmlformats.org/drawingml/2006/table">
            <a:tbl>
              <a:tblPr firstRow="1" bandRow="1">
                <a:tableStyleId>{5C22544A-7EE6-4342-B048-85BDC9FD1C3A}</a:tableStyleId>
              </a:tblPr>
              <a:tblGrid>
                <a:gridCol w="1789622">
                  <a:extLst>
                    <a:ext uri="{9D8B030D-6E8A-4147-A177-3AD203B41FA5}">
                      <a16:colId xmlns:a16="http://schemas.microsoft.com/office/drawing/2014/main" val="20000"/>
                    </a:ext>
                  </a:extLst>
                </a:gridCol>
                <a:gridCol w="2848341">
                  <a:extLst>
                    <a:ext uri="{9D8B030D-6E8A-4147-A177-3AD203B41FA5}">
                      <a16:colId xmlns:a16="http://schemas.microsoft.com/office/drawing/2014/main" val="20001"/>
                    </a:ext>
                  </a:extLst>
                </a:gridCol>
                <a:gridCol w="5572837">
                  <a:extLst>
                    <a:ext uri="{9D8B030D-6E8A-4147-A177-3AD203B41FA5}">
                      <a16:colId xmlns:a16="http://schemas.microsoft.com/office/drawing/2014/main" val="20002"/>
                    </a:ext>
                  </a:extLst>
                </a:gridCol>
              </a:tblGrid>
              <a:tr h="911477">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S. No</a:t>
                      </a:r>
                      <a:r>
                        <a:rPr lang="en-IN" sz="2000" b="0" dirty="0">
                          <a:solidFill>
                            <a:schemeClr val="accent4">
                              <a:lumMod val="50000"/>
                            </a:schemeClr>
                          </a:solidFill>
                          <a:latin typeface="Times New Roman"/>
                          <a:ea typeface="Times New Roman"/>
                        </a:rPr>
                        <a:t>.</a:t>
                      </a:r>
                      <a:endParaRPr lang="en-US" sz="2000" b="0" dirty="0">
                        <a:solidFill>
                          <a:schemeClr val="accent4">
                            <a:lumMod val="50000"/>
                          </a:schemeClr>
                        </a:solidFill>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Program Specific</a:t>
                      </a:r>
                    </a:p>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Outcomes (PSO)</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PSO Description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0000"/>
                  </a:ext>
                </a:extLst>
              </a:tr>
              <a:tr h="1145926">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PSO1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68580" marR="0" algn="l">
                        <a:lnSpc>
                          <a:spcPts val="1235"/>
                        </a:lnSpc>
                        <a:spcBef>
                          <a:spcPts val="0"/>
                        </a:spcBef>
                        <a:spcAft>
                          <a:spcPts val="0"/>
                        </a:spcAft>
                      </a:pPr>
                      <a:endParaRPr lang="en-US" sz="2000" b="0" dirty="0">
                        <a:solidFill>
                          <a:schemeClr val="accent4">
                            <a:lumMod val="50000"/>
                          </a:schemeClr>
                        </a:solidFill>
                        <a:latin typeface="+mn-lt"/>
                        <a:ea typeface="Times New Roman"/>
                      </a:endParaRPr>
                    </a:p>
                    <a:p>
                      <a:pPr marL="68580" marR="0" algn="l">
                        <a:lnSpc>
                          <a:spcPct val="100000"/>
                        </a:lnSpc>
                        <a:spcBef>
                          <a:spcPts val="0"/>
                        </a:spcBef>
                        <a:spcAft>
                          <a:spcPts val="0"/>
                        </a:spcAft>
                      </a:pPr>
                      <a:endParaRPr lang="en-US" sz="2000" b="0" dirty="0">
                        <a:solidFill>
                          <a:schemeClr val="accent4">
                            <a:lumMod val="50000"/>
                          </a:schemeClr>
                        </a:solidFill>
                        <a:latin typeface="+mn-lt"/>
                        <a:ea typeface="Times New Roman"/>
                      </a:endParaRPr>
                    </a:p>
                    <a:p>
                      <a:pPr marL="68580" marR="0" algn="l">
                        <a:lnSpc>
                          <a:spcPct val="100000"/>
                        </a:lnSpc>
                        <a:spcBef>
                          <a:spcPts val="0"/>
                        </a:spcBef>
                        <a:spcAft>
                          <a:spcPts val="0"/>
                        </a:spcAft>
                      </a:pPr>
                      <a:r>
                        <a:rPr lang="en-US" sz="2000" b="0" dirty="0">
                          <a:solidFill>
                            <a:schemeClr val="accent4">
                              <a:lumMod val="50000"/>
                            </a:schemeClr>
                          </a:solidFill>
                          <a:latin typeface="+mn-lt"/>
                          <a:ea typeface="Times New Roman"/>
                        </a:rPr>
                        <a:t>Understand  to shows relationships and interactions</a:t>
                      </a:r>
                      <a:r>
                        <a:rPr lang="en-US" sz="2000" b="0" baseline="0" dirty="0">
                          <a:solidFill>
                            <a:schemeClr val="accent4">
                              <a:lumMod val="50000"/>
                            </a:schemeClr>
                          </a:solidFill>
                          <a:latin typeface="+mn-lt"/>
                          <a:ea typeface="Times New Roman"/>
                        </a:rPr>
                        <a:t> </a:t>
                      </a:r>
                      <a:r>
                        <a:rPr lang="en-US" sz="2000" b="0" dirty="0">
                          <a:solidFill>
                            <a:schemeClr val="accent4">
                              <a:lumMod val="50000"/>
                            </a:schemeClr>
                          </a:solidFill>
                          <a:latin typeface="+mn-lt"/>
                          <a:ea typeface="Times New Roman"/>
                        </a:rPr>
                        <a:t>between classes or objects</a:t>
                      </a:r>
                      <a:r>
                        <a:rPr lang="en-US" sz="2000" b="0" baseline="0" dirty="0">
                          <a:solidFill>
                            <a:schemeClr val="accent4">
                              <a:lumMod val="50000"/>
                            </a:schemeClr>
                          </a:solidFill>
                          <a:latin typeface="+mn-lt"/>
                          <a:ea typeface="Times New Roman"/>
                        </a:rPr>
                        <a:t> of a pattern.</a:t>
                      </a:r>
                      <a:endParaRPr lang="en-US" sz="2000" b="0" dirty="0">
                        <a:solidFill>
                          <a:schemeClr val="accent4">
                            <a:lumMod val="50000"/>
                          </a:schemeClr>
                        </a:solidFill>
                        <a:latin typeface="+mn-lt"/>
                        <a:ea typeface="Times New Roman"/>
                      </a:endParaRPr>
                    </a:p>
                    <a:p>
                      <a:pPr marL="68580" marR="0" algn="l">
                        <a:lnSpc>
                          <a:spcPct val="100000"/>
                        </a:lnSpc>
                        <a:spcBef>
                          <a:spcPts val="0"/>
                        </a:spcBef>
                        <a:spcAft>
                          <a:spcPts val="0"/>
                        </a:spcAft>
                      </a:pPr>
                      <a:r>
                        <a:rPr lang="en-US" sz="2000" b="0" dirty="0">
                          <a:solidFill>
                            <a:schemeClr val="accent4">
                              <a:lumMod val="50000"/>
                            </a:schemeClr>
                          </a:solidFill>
                          <a:latin typeface="+mn-lt"/>
                          <a:ea typeface="Times New Roman"/>
                        </a:rPr>
                        <a:t> </a:t>
                      </a:r>
                      <a:endParaRPr lang="en-US" sz="2000" b="0" baseline="0" dirty="0">
                        <a:solidFill>
                          <a:schemeClr val="accent4">
                            <a:lumMod val="50000"/>
                          </a:schemeClr>
                        </a:solidFill>
                        <a:latin typeface="+mn-lt"/>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0001"/>
                  </a:ext>
                </a:extLst>
              </a:tr>
              <a:tr h="928735">
                <a:tc>
                  <a:txBody>
                    <a:bodyPr/>
                    <a:lstStyle/>
                    <a:p>
                      <a:pPr marL="0" marR="0" algn="ctr">
                        <a:lnSpc>
                          <a:spcPct val="115000"/>
                        </a:lnSpc>
                        <a:spcBef>
                          <a:spcPts val="0"/>
                        </a:spcBef>
                        <a:spcAft>
                          <a:spcPts val="0"/>
                        </a:spcAft>
                      </a:pPr>
                      <a:r>
                        <a:rPr lang="en-US" sz="2000" b="0">
                          <a:solidFill>
                            <a:schemeClr val="accent4">
                              <a:lumMod val="50000"/>
                            </a:schemeClr>
                          </a:solidFill>
                          <a:latin typeface="Times New Roman"/>
                          <a:ea typeface="Times New Roman"/>
                        </a:rPr>
                        <a:t>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PSO2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68580" marR="0" algn="l">
                        <a:lnSpc>
                          <a:spcPct val="100000"/>
                        </a:lnSpc>
                        <a:spcBef>
                          <a:spcPts val="0"/>
                        </a:spcBef>
                        <a:spcAft>
                          <a:spcPts val="0"/>
                        </a:spcAft>
                      </a:pPr>
                      <a:endParaRPr lang="en-US" sz="2000" b="0" dirty="0">
                        <a:solidFill>
                          <a:schemeClr val="accent4">
                            <a:lumMod val="50000"/>
                          </a:schemeClr>
                        </a:solidFill>
                        <a:latin typeface="Times New Roman"/>
                        <a:ea typeface="Times New Roman"/>
                      </a:endParaRPr>
                    </a:p>
                    <a:p>
                      <a:pPr marL="68580" marR="0" algn="l">
                        <a:lnSpc>
                          <a:spcPct val="100000"/>
                        </a:lnSpc>
                        <a:spcBef>
                          <a:spcPts val="0"/>
                        </a:spcBef>
                        <a:spcAft>
                          <a:spcPts val="0"/>
                        </a:spcAft>
                      </a:pPr>
                      <a:r>
                        <a:rPr lang="en-US" sz="2000" b="0" dirty="0">
                          <a:solidFill>
                            <a:schemeClr val="accent4">
                              <a:lumMod val="50000"/>
                            </a:schemeClr>
                          </a:solidFill>
                          <a:latin typeface="Times New Roman"/>
                          <a:ea typeface="Times New Roman"/>
                        </a:rPr>
                        <a:t>Study to speed up the development process by providing well-tested, proven development</a:t>
                      </a:r>
                    </a:p>
                    <a:p>
                      <a:pPr marL="68580" marR="0" algn="just">
                        <a:lnSpc>
                          <a:spcPts val="1235"/>
                        </a:lnSpc>
                        <a:spcBef>
                          <a:spcPts val="0"/>
                        </a:spcBef>
                        <a:spcAft>
                          <a:spcPts val="0"/>
                        </a:spcAft>
                      </a:pPr>
                      <a:endParaRPr lang="en-US" sz="2000" b="0" dirty="0">
                        <a:solidFill>
                          <a:schemeClr val="accent4">
                            <a:lumMod val="50000"/>
                          </a:schemeClr>
                        </a:solidFill>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0002"/>
                  </a:ext>
                </a:extLst>
              </a:tr>
              <a:tr h="828952">
                <a:tc>
                  <a:txBody>
                    <a:bodyPr/>
                    <a:lstStyle/>
                    <a:p>
                      <a:pPr marL="0" marR="0" algn="ctr">
                        <a:lnSpc>
                          <a:spcPct val="115000"/>
                        </a:lnSpc>
                        <a:spcBef>
                          <a:spcPts val="0"/>
                        </a:spcBef>
                        <a:spcAft>
                          <a:spcPts val="0"/>
                        </a:spcAft>
                      </a:pPr>
                      <a:r>
                        <a:rPr lang="en-US" sz="2000" b="0">
                          <a:solidFill>
                            <a:schemeClr val="accent4">
                              <a:lumMod val="50000"/>
                            </a:schemeClr>
                          </a:solidFill>
                          <a:latin typeface="Times New Roman"/>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PSO3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68580" marR="0" algn="just">
                        <a:lnSpc>
                          <a:spcPts val="1235"/>
                        </a:lnSpc>
                        <a:spcBef>
                          <a:spcPts val="0"/>
                        </a:spcBef>
                        <a:spcAft>
                          <a:spcPts val="0"/>
                        </a:spcAft>
                      </a:pPr>
                      <a:endParaRPr lang="en-US" sz="2000" b="0" dirty="0">
                        <a:solidFill>
                          <a:schemeClr val="accent4">
                            <a:lumMod val="50000"/>
                          </a:schemeClr>
                        </a:solidFill>
                        <a:latin typeface="Times New Roman"/>
                        <a:ea typeface="Times New Roman"/>
                      </a:endParaRPr>
                    </a:p>
                    <a:p>
                      <a:pPr marL="68580" marR="0" algn="just">
                        <a:lnSpc>
                          <a:spcPct val="100000"/>
                        </a:lnSpc>
                        <a:spcBef>
                          <a:spcPts val="0"/>
                        </a:spcBef>
                        <a:spcAft>
                          <a:spcPts val="0"/>
                        </a:spcAft>
                      </a:pPr>
                      <a:endParaRPr lang="en-US" sz="2000" b="0" dirty="0">
                        <a:solidFill>
                          <a:schemeClr val="accent4">
                            <a:lumMod val="50000"/>
                          </a:schemeClr>
                        </a:solidFill>
                        <a:latin typeface="Times New Roman"/>
                        <a:ea typeface="Times New Roman"/>
                      </a:endParaRPr>
                    </a:p>
                    <a:p>
                      <a:pPr marL="68580" marR="0" algn="l">
                        <a:lnSpc>
                          <a:spcPct val="100000"/>
                        </a:lnSpc>
                        <a:spcBef>
                          <a:spcPts val="0"/>
                        </a:spcBef>
                        <a:spcAft>
                          <a:spcPts val="0"/>
                        </a:spcAft>
                      </a:pPr>
                      <a:r>
                        <a:rPr lang="en-US" sz="2000" b="0" baseline="0" dirty="0">
                          <a:solidFill>
                            <a:schemeClr val="accent4">
                              <a:lumMod val="50000"/>
                            </a:schemeClr>
                          </a:solidFill>
                          <a:latin typeface="+mn-lt"/>
                          <a:ea typeface="Times New Roman"/>
                        </a:rPr>
                        <a:t>Select a specific design pattern for the solution of a given design problem</a:t>
                      </a:r>
                    </a:p>
                    <a:p>
                      <a:pPr marL="68580" marR="0" algn="l">
                        <a:lnSpc>
                          <a:spcPts val="1235"/>
                        </a:lnSpc>
                        <a:spcBef>
                          <a:spcPts val="0"/>
                        </a:spcBef>
                        <a:spcAft>
                          <a:spcPts val="0"/>
                        </a:spcAft>
                      </a:pPr>
                      <a:endParaRPr lang="en-US" sz="2000" b="0" dirty="0">
                        <a:solidFill>
                          <a:schemeClr val="accent4">
                            <a:lumMod val="50000"/>
                          </a:schemeClr>
                        </a:solidFill>
                        <a:latin typeface="+mn-lt"/>
                        <a:ea typeface="Times New Roman"/>
                      </a:endParaRPr>
                    </a:p>
                    <a:p>
                      <a:pPr marL="68580" marR="0" algn="just">
                        <a:lnSpc>
                          <a:spcPts val="1235"/>
                        </a:lnSpc>
                        <a:spcBef>
                          <a:spcPts val="0"/>
                        </a:spcBef>
                        <a:spcAft>
                          <a:spcPts val="0"/>
                        </a:spcAft>
                      </a:pPr>
                      <a:endParaRPr lang="en-US" sz="2000" b="0" dirty="0">
                        <a:solidFill>
                          <a:schemeClr val="accent4">
                            <a:lumMod val="50000"/>
                          </a:schemeClr>
                        </a:solidFill>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0003"/>
                  </a:ext>
                </a:extLst>
              </a:tr>
              <a:tr h="994741">
                <a:tc>
                  <a:txBody>
                    <a:bodyPr/>
                    <a:lstStyle/>
                    <a:p>
                      <a:pPr marL="0" marR="0" algn="ctr">
                        <a:lnSpc>
                          <a:spcPct val="115000"/>
                        </a:lnSpc>
                        <a:spcBef>
                          <a:spcPts val="0"/>
                        </a:spcBef>
                        <a:spcAft>
                          <a:spcPts val="0"/>
                        </a:spcAft>
                      </a:pPr>
                      <a:r>
                        <a:rPr lang="en-US" sz="2000" b="0">
                          <a:solidFill>
                            <a:schemeClr val="accent4">
                              <a:lumMod val="50000"/>
                            </a:schemeClr>
                          </a:solidFill>
                          <a:latin typeface="Times New Roman"/>
                          <a:ea typeface="Times New Roman"/>
                        </a:rPr>
                        <a:t>4</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PSO4</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67945" marR="0" algn="just">
                        <a:lnSpc>
                          <a:spcPts val="1235"/>
                        </a:lnSpc>
                        <a:spcBef>
                          <a:spcPts val="0"/>
                        </a:spcBef>
                        <a:spcAft>
                          <a:spcPts val="0"/>
                        </a:spcAft>
                      </a:pPr>
                      <a:endParaRPr lang="en-US" sz="2000" b="0" dirty="0">
                        <a:solidFill>
                          <a:schemeClr val="accent4">
                            <a:lumMod val="50000"/>
                          </a:schemeClr>
                        </a:solidFill>
                        <a:latin typeface="Times New Roman"/>
                        <a:ea typeface="Times New Roman"/>
                      </a:endParaRPr>
                    </a:p>
                    <a:p>
                      <a:pPr marL="67945" marR="0" algn="just">
                        <a:lnSpc>
                          <a:spcPts val="1235"/>
                        </a:lnSpc>
                        <a:spcBef>
                          <a:spcPts val="0"/>
                        </a:spcBef>
                        <a:spcAft>
                          <a:spcPts val="0"/>
                        </a:spcAft>
                      </a:pPr>
                      <a:endParaRPr lang="en-US" sz="2000" b="0" dirty="0">
                        <a:solidFill>
                          <a:schemeClr val="accent4">
                            <a:lumMod val="50000"/>
                          </a:schemeClr>
                        </a:solidFill>
                        <a:latin typeface="Times New Roman"/>
                        <a:ea typeface="Times New Roman"/>
                      </a:endParaRPr>
                    </a:p>
                    <a:p>
                      <a:pPr marL="67945" marR="0" algn="l">
                        <a:lnSpc>
                          <a:spcPct val="100000"/>
                        </a:lnSpc>
                        <a:spcBef>
                          <a:spcPts val="0"/>
                        </a:spcBef>
                        <a:spcAft>
                          <a:spcPts val="0"/>
                        </a:spcAft>
                      </a:pPr>
                      <a:r>
                        <a:rPr lang="en-US" sz="2000" b="0" dirty="0">
                          <a:solidFill>
                            <a:schemeClr val="accent4">
                              <a:lumMod val="50000"/>
                            </a:schemeClr>
                          </a:solidFill>
                          <a:latin typeface="+mn-lt"/>
                          <a:ea typeface="Times New Roman"/>
                        </a:rPr>
                        <a:t>Create a catalogue entry for a simple design pattern whose purpose and application is understood.</a:t>
                      </a:r>
                    </a:p>
                    <a:p>
                      <a:pPr marL="67945" marR="0" algn="l">
                        <a:lnSpc>
                          <a:spcPts val="1235"/>
                        </a:lnSpc>
                        <a:spcBef>
                          <a:spcPts val="0"/>
                        </a:spcBef>
                        <a:spcAft>
                          <a:spcPts val="0"/>
                        </a:spcAft>
                      </a:pPr>
                      <a:endParaRPr lang="en-US" sz="2000" b="0" dirty="0">
                        <a:solidFill>
                          <a:schemeClr val="accent4">
                            <a:lumMod val="50000"/>
                          </a:schemeClr>
                        </a:solidFill>
                        <a:latin typeface="+mn-lt"/>
                        <a:ea typeface="Times New Roman"/>
                      </a:endParaRPr>
                    </a:p>
                    <a:p>
                      <a:pPr marL="67945" marR="0" algn="just">
                        <a:lnSpc>
                          <a:spcPts val="1235"/>
                        </a:lnSpc>
                        <a:spcBef>
                          <a:spcPts val="0"/>
                        </a:spcBef>
                        <a:spcAft>
                          <a:spcPts val="0"/>
                        </a:spcAft>
                      </a:pPr>
                      <a:endParaRPr lang="en-US" sz="2000" b="0" dirty="0">
                        <a:solidFill>
                          <a:schemeClr val="accent4">
                            <a:lumMod val="50000"/>
                          </a:schemeClr>
                        </a:solidFill>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0004"/>
                  </a:ext>
                </a:extLst>
              </a:tr>
            </a:tbl>
          </a:graphicData>
        </a:graphic>
      </p:graphicFrame>
      <p:sp>
        <p:nvSpPr>
          <p:cNvPr id="8" name="TextBox 7">
            <a:extLst>
              <a:ext uri="{FF2B5EF4-FFF2-40B4-BE49-F238E27FC236}">
                <a16:creationId xmlns:a16="http://schemas.microsoft.com/office/drawing/2014/main" id="{E7A5ED08-04A8-A0FC-EF31-1EC32A71DFB4}"/>
              </a:ext>
            </a:extLst>
          </p:cNvPr>
          <p:cNvSpPr txBox="1"/>
          <p:nvPr/>
        </p:nvSpPr>
        <p:spPr>
          <a:xfrm>
            <a:off x="4122592" y="136519"/>
            <a:ext cx="6146222" cy="523220"/>
          </a:xfrm>
          <a:prstGeom prst="rect">
            <a:avLst/>
          </a:prstGeom>
          <a:noFill/>
        </p:spPr>
        <p:txBody>
          <a:bodyPr wrap="square">
            <a:spAutoFit/>
          </a:bodyPr>
          <a:lstStyle/>
          <a:p>
            <a:pPr algn="ctr">
              <a:spcBef>
                <a:spcPct val="0"/>
              </a:spcBef>
              <a:defRPr/>
            </a:pPr>
            <a:r>
              <a:rPr lang="en-US" sz="2800" dirty="0"/>
              <a:t>Program Specific Outcomes(PSOs)</a:t>
            </a:r>
          </a:p>
        </p:txBody>
      </p:sp>
    </p:spTree>
    <p:extLst>
      <p:ext uri="{BB962C8B-B14F-4D97-AF65-F5344CB8AC3E}">
        <p14:creationId xmlns:p14="http://schemas.microsoft.com/office/powerpoint/2010/main" val="35298152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A368903-90C3-4E7F-9074-38843D745772}" type="datetime1">
              <a:rPr lang="en-US" smtClean="0"/>
              <a:t>10/22/2024</a:t>
            </a:fld>
            <a:endParaRPr lang="en-US" dirty="0"/>
          </a:p>
        </p:txBody>
      </p:sp>
      <p:sp>
        <p:nvSpPr>
          <p:cNvPr id="5" name="Footer Placeholder 4"/>
          <p:cNvSpPr>
            <a:spLocks noGrp="1"/>
          </p:cNvSpPr>
          <p:nvPr>
            <p:ph type="ftr" sz="quarter" idx="11"/>
          </p:nvPr>
        </p:nvSpPr>
        <p:spPr>
          <a:xfrm>
            <a:off x="3337089" y="6356356"/>
            <a:ext cx="5730711" cy="365125"/>
          </a:xfrm>
        </p:spPr>
        <p:txBody>
          <a:bodyPr/>
          <a:lstStyle/>
          <a:p>
            <a:r>
              <a:rPr lang="en-US" dirty="0"/>
              <a:t>Pooja Kumari Design Pattern                                    Unit IV</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1864091181"/>
              </p:ext>
            </p:extLst>
          </p:nvPr>
        </p:nvGraphicFramePr>
        <p:xfrm>
          <a:off x="1447800" y="1219200"/>
          <a:ext cx="9601202" cy="4911361"/>
        </p:xfrm>
        <a:graphic>
          <a:graphicData uri="http://schemas.openxmlformats.org/drawingml/2006/table">
            <a:tbl>
              <a:tblPr firstRow="1" bandRow="1">
                <a:tableStyleId>{5C22544A-7EE6-4342-B048-85BDC9FD1C3A}</a:tableStyleId>
              </a:tblPr>
              <a:tblGrid>
                <a:gridCol w="1640541">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1981200">
                  <a:extLst>
                    <a:ext uri="{9D8B030D-6E8A-4147-A177-3AD203B41FA5}">
                      <a16:colId xmlns:a16="http://schemas.microsoft.com/office/drawing/2014/main" val="306484564"/>
                    </a:ext>
                  </a:extLst>
                </a:gridCol>
                <a:gridCol w="1864661">
                  <a:extLst>
                    <a:ext uri="{9D8B030D-6E8A-4147-A177-3AD203B41FA5}">
                      <a16:colId xmlns:a16="http://schemas.microsoft.com/office/drawing/2014/main" val="2204462268"/>
                    </a:ext>
                  </a:extLst>
                </a:gridCol>
              </a:tblGrid>
              <a:tr h="812561">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CO.K</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PSO1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PSO2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PSO3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PSO4</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0000"/>
                  </a:ext>
                </a:extLst>
              </a:tr>
              <a:tr h="809549">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CO1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68580" marR="0" algn="ctr">
                        <a:lnSpc>
                          <a:spcPts val="1235"/>
                        </a:lnSpc>
                        <a:spcBef>
                          <a:spcPts val="0"/>
                        </a:spcBef>
                        <a:spcAft>
                          <a:spcPts val="0"/>
                        </a:spcAft>
                      </a:pPr>
                      <a:r>
                        <a:rPr lang="en-US" sz="2000" b="0" baseline="0" dirty="0">
                          <a:solidFill>
                            <a:schemeClr val="accent4">
                              <a:lumMod val="50000"/>
                            </a:schemeClr>
                          </a:solidFill>
                          <a:latin typeface="+mn-lt"/>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68580" marR="0" algn="ctr">
                        <a:lnSpc>
                          <a:spcPts val="1235"/>
                        </a:lnSpc>
                        <a:spcBef>
                          <a:spcPts val="0"/>
                        </a:spcBef>
                        <a:spcAft>
                          <a:spcPts val="0"/>
                        </a:spcAft>
                      </a:pPr>
                      <a:r>
                        <a:rPr lang="en-US" sz="2000" b="0" baseline="0" dirty="0">
                          <a:solidFill>
                            <a:schemeClr val="accent4">
                              <a:lumMod val="50000"/>
                            </a:schemeClr>
                          </a:solidFill>
                          <a:latin typeface="+mn-lt"/>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68580" marR="0" algn="ctr">
                        <a:lnSpc>
                          <a:spcPts val="1235"/>
                        </a:lnSpc>
                        <a:spcBef>
                          <a:spcPts val="0"/>
                        </a:spcBef>
                        <a:spcAft>
                          <a:spcPts val="0"/>
                        </a:spcAft>
                      </a:pPr>
                      <a:r>
                        <a:rPr lang="en-US" sz="2000" b="0" baseline="0" dirty="0">
                          <a:solidFill>
                            <a:schemeClr val="accent4">
                              <a:lumMod val="50000"/>
                            </a:schemeClr>
                          </a:solidFill>
                          <a:latin typeface="+mn-lt"/>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0001"/>
                  </a:ext>
                </a:extLst>
              </a:tr>
              <a:tr h="827946">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CO2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68580" marR="0" algn="ctr">
                        <a:lnSpc>
                          <a:spcPts val="1235"/>
                        </a:lnSpc>
                        <a:spcBef>
                          <a:spcPts val="0"/>
                        </a:spcBef>
                        <a:spcAft>
                          <a:spcPts val="0"/>
                        </a:spcAft>
                      </a:pPr>
                      <a:r>
                        <a:rPr lang="en-US" sz="2000" b="0" dirty="0">
                          <a:solidFill>
                            <a:schemeClr val="accent4">
                              <a:lumMod val="50000"/>
                            </a:schemeClr>
                          </a:solidFill>
                          <a:latin typeface="+mn-lt"/>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68580" marR="0" algn="ctr">
                        <a:lnSpc>
                          <a:spcPts val="1235"/>
                        </a:lnSpc>
                        <a:spcBef>
                          <a:spcPts val="0"/>
                        </a:spcBef>
                        <a:spcAft>
                          <a:spcPts val="0"/>
                        </a:spcAft>
                      </a:pPr>
                      <a:r>
                        <a:rPr lang="en-US" sz="2000" b="0" dirty="0">
                          <a:solidFill>
                            <a:schemeClr val="accent4">
                              <a:lumMod val="50000"/>
                            </a:schemeClr>
                          </a:solidFill>
                          <a:latin typeface="+mn-lt"/>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68580" marR="0" algn="ctr">
                        <a:lnSpc>
                          <a:spcPts val="1235"/>
                        </a:lnSpc>
                        <a:spcBef>
                          <a:spcPts val="0"/>
                        </a:spcBef>
                        <a:spcAft>
                          <a:spcPts val="0"/>
                        </a:spcAft>
                      </a:pPr>
                      <a:r>
                        <a:rPr lang="en-US" sz="2000" b="0" dirty="0">
                          <a:solidFill>
                            <a:schemeClr val="accent4">
                              <a:lumMod val="50000"/>
                            </a:schemeClr>
                          </a:solidFill>
                          <a:latin typeface="+mn-lt"/>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0002"/>
                  </a:ext>
                </a:extLst>
              </a:tr>
              <a:tr h="687725">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CO3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68580" marR="0" algn="ctr">
                        <a:lnSpc>
                          <a:spcPts val="1235"/>
                        </a:lnSpc>
                        <a:spcBef>
                          <a:spcPts val="0"/>
                        </a:spcBef>
                        <a:spcAft>
                          <a:spcPts val="0"/>
                        </a:spcAft>
                      </a:pPr>
                      <a:r>
                        <a:rPr lang="en-US" sz="2000" b="0" dirty="0">
                          <a:solidFill>
                            <a:schemeClr val="accent4">
                              <a:lumMod val="50000"/>
                            </a:schemeClr>
                          </a:solidFill>
                          <a:latin typeface="Times New Roman"/>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68580" marR="0" algn="ctr">
                        <a:lnSpc>
                          <a:spcPts val="1235"/>
                        </a:lnSpc>
                        <a:spcBef>
                          <a:spcPts val="0"/>
                        </a:spcBef>
                        <a:spcAft>
                          <a:spcPts val="0"/>
                        </a:spcAft>
                      </a:pPr>
                      <a:r>
                        <a:rPr lang="en-US" sz="2000" b="0" dirty="0">
                          <a:solidFill>
                            <a:schemeClr val="accent4">
                              <a:lumMod val="50000"/>
                            </a:schemeClr>
                          </a:solidFill>
                          <a:latin typeface="Times New Roman"/>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68580" marR="0" algn="ctr">
                        <a:lnSpc>
                          <a:spcPts val="1235"/>
                        </a:lnSpc>
                        <a:spcBef>
                          <a:spcPts val="0"/>
                        </a:spcBef>
                        <a:spcAft>
                          <a:spcPts val="0"/>
                        </a:spcAft>
                      </a:pPr>
                      <a:r>
                        <a:rPr lang="en-US" sz="2000" b="0" dirty="0">
                          <a:solidFill>
                            <a:schemeClr val="accent4">
                              <a:lumMod val="50000"/>
                            </a:schemeClr>
                          </a:solidFill>
                          <a:latin typeface="Times New Roman"/>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0003"/>
                  </a:ext>
                </a:extLst>
              </a:tr>
              <a:tr h="886790">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CO4</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67945" marR="0" algn="ctr">
                        <a:lnSpc>
                          <a:spcPts val="1235"/>
                        </a:lnSpc>
                        <a:spcBef>
                          <a:spcPts val="0"/>
                        </a:spcBef>
                        <a:spcAft>
                          <a:spcPts val="0"/>
                        </a:spcAft>
                      </a:pPr>
                      <a:r>
                        <a:rPr lang="en-US" sz="2000" b="0" dirty="0">
                          <a:solidFill>
                            <a:schemeClr val="accent4">
                              <a:lumMod val="50000"/>
                            </a:schemeClr>
                          </a:solidFill>
                          <a:latin typeface="Times New Roman"/>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67945" marR="0" algn="ctr">
                        <a:lnSpc>
                          <a:spcPts val="1235"/>
                        </a:lnSpc>
                        <a:spcBef>
                          <a:spcPts val="0"/>
                        </a:spcBef>
                        <a:spcAft>
                          <a:spcPts val="0"/>
                        </a:spcAft>
                      </a:pPr>
                      <a:r>
                        <a:rPr lang="en-US" sz="2000" b="0" dirty="0">
                          <a:solidFill>
                            <a:schemeClr val="accent4">
                              <a:lumMod val="50000"/>
                            </a:schemeClr>
                          </a:solidFill>
                          <a:latin typeface="Times New Roman"/>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67945" marR="0" algn="ctr">
                        <a:lnSpc>
                          <a:spcPts val="1235"/>
                        </a:lnSpc>
                        <a:spcBef>
                          <a:spcPts val="0"/>
                        </a:spcBef>
                        <a:spcAft>
                          <a:spcPts val="0"/>
                        </a:spcAft>
                      </a:pPr>
                      <a:r>
                        <a:rPr lang="en-US" sz="2000" b="0" dirty="0">
                          <a:solidFill>
                            <a:schemeClr val="accent4">
                              <a:lumMod val="50000"/>
                            </a:schemeClr>
                          </a:solidFill>
                          <a:latin typeface="Times New Roman"/>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0004"/>
                  </a:ext>
                </a:extLst>
              </a:tr>
              <a:tr h="886790">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CO5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67945" marR="0" algn="ctr">
                        <a:lnSpc>
                          <a:spcPts val="1235"/>
                        </a:lnSpc>
                        <a:spcBef>
                          <a:spcPts val="0"/>
                        </a:spcBef>
                        <a:spcAft>
                          <a:spcPts val="0"/>
                        </a:spcAft>
                      </a:pPr>
                      <a:r>
                        <a:rPr lang="en-US" sz="2000" b="0" dirty="0">
                          <a:solidFill>
                            <a:schemeClr val="accent4">
                              <a:lumMod val="50000"/>
                            </a:schemeClr>
                          </a:solidFill>
                          <a:latin typeface="Times New Roman"/>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67945" marR="0" algn="ctr">
                        <a:lnSpc>
                          <a:spcPts val="1235"/>
                        </a:lnSpc>
                        <a:spcBef>
                          <a:spcPts val="0"/>
                        </a:spcBef>
                        <a:spcAft>
                          <a:spcPts val="0"/>
                        </a:spcAft>
                      </a:pPr>
                      <a:r>
                        <a:rPr lang="en-US" sz="2000" b="0" dirty="0">
                          <a:solidFill>
                            <a:schemeClr val="accent4">
                              <a:lumMod val="50000"/>
                            </a:schemeClr>
                          </a:solidFill>
                          <a:latin typeface="Times New Roman"/>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67945" marR="0" algn="ctr">
                        <a:lnSpc>
                          <a:spcPts val="1235"/>
                        </a:lnSpc>
                        <a:spcBef>
                          <a:spcPts val="0"/>
                        </a:spcBef>
                        <a:spcAft>
                          <a:spcPts val="0"/>
                        </a:spcAft>
                      </a:pPr>
                      <a:r>
                        <a:rPr lang="en-US" sz="2000" b="0" dirty="0">
                          <a:solidFill>
                            <a:schemeClr val="accent4">
                              <a:lumMod val="50000"/>
                            </a:schemeClr>
                          </a:solidFill>
                          <a:latin typeface="Times New Roman"/>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690596025"/>
                  </a:ext>
                </a:extLst>
              </a:tr>
            </a:tbl>
          </a:graphicData>
        </a:graphic>
      </p:graphicFrame>
      <p:sp>
        <p:nvSpPr>
          <p:cNvPr id="8" name="TextBox 7">
            <a:extLst>
              <a:ext uri="{FF2B5EF4-FFF2-40B4-BE49-F238E27FC236}">
                <a16:creationId xmlns:a16="http://schemas.microsoft.com/office/drawing/2014/main" id="{85094765-D44C-6425-D631-BD3742F41E38}"/>
              </a:ext>
            </a:extLst>
          </p:cNvPr>
          <p:cNvSpPr txBox="1"/>
          <p:nvPr/>
        </p:nvSpPr>
        <p:spPr>
          <a:xfrm>
            <a:off x="3835978" y="204219"/>
            <a:ext cx="6146222" cy="523220"/>
          </a:xfrm>
          <a:prstGeom prst="rect">
            <a:avLst/>
          </a:prstGeom>
          <a:noFill/>
        </p:spPr>
        <p:txBody>
          <a:bodyPr wrap="square">
            <a:spAutoFit/>
          </a:bodyPr>
          <a:lstStyle/>
          <a:p>
            <a:pPr algn="ctr">
              <a:spcBef>
                <a:spcPct val="0"/>
              </a:spcBef>
              <a:defRPr/>
            </a:pPr>
            <a:r>
              <a:rPr lang="en-US" sz="2800" dirty="0"/>
              <a:t>COs - PSOs  Mapping</a:t>
            </a:r>
          </a:p>
        </p:txBody>
      </p:sp>
    </p:spTree>
    <p:extLst>
      <p:ext uri="{BB962C8B-B14F-4D97-AF65-F5344CB8AC3E}">
        <p14:creationId xmlns:p14="http://schemas.microsoft.com/office/powerpoint/2010/main" val="5218586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B27B562-1522-456A-84DA-79CF486485D3}" type="datetime1">
              <a:rPr lang="en-US" smtClean="0"/>
              <a:t>10/22/2024</a:t>
            </a:fld>
            <a:endParaRPr lang="en-US" dirty="0"/>
          </a:p>
        </p:txBody>
      </p:sp>
      <p:sp>
        <p:nvSpPr>
          <p:cNvPr id="5" name="Footer Placeholder 4"/>
          <p:cNvSpPr>
            <a:spLocks noGrp="1"/>
          </p:cNvSpPr>
          <p:nvPr>
            <p:ph type="ftr" sz="quarter" idx="11"/>
          </p:nvPr>
        </p:nvSpPr>
        <p:spPr>
          <a:xfrm>
            <a:off x="4038600" y="6356356"/>
            <a:ext cx="5029200" cy="365125"/>
          </a:xfrm>
        </p:spPr>
        <p:txBody>
          <a:bodyPr/>
          <a:lstStyle/>
          <a:p>
            <a:r>
              <a:rPr lang="en-US" dirty="0"/>
              <a:t>Pooja Kumari Design Pattern                                    Unit IV</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4022643666"/>
              </p:ext>
            </p:extLst>
          </p:nvPr>
        </p:nvGraphicFramePr>
        <p:xfrm>
          <a:off x="990600" y="1219200"/>
          <a:ext cx="10820400" cy="4388466"/>
        </p:xfrm>
        <a:graphic>
          <a:graphicData uri="http://schemas.openxmlformats.org/drawingml/2006/table">
            <a:tbl>
              <a:tblPr firstRow="1" bandRow="1">
                <a:tableStyleId>{5C22544A-7EE6-4342-B048-85BDC9FD1C3A}</a:tableStyleId>
              </a:tblPr>
              <a:tblGrid>
                <a:gridCol w="2787073">
                  <a:extLst>
                    <a:ext uri="{9D8B030D-6E8A-4147-A177-3AD203B41FA5}">
                      <a16:colId xmlns:a16="http://schemas.microsoft.com/office/drawing/2014/main" val="20001"/>
                    </a:ext>
                  </a:extLst>
                </a:gridCol>
                <a:gridCol w="8033327">
                  <a:extLst>
                    <a:ext uri="{9D8B030D-6E8A-4147-A177-3AD203B41FA5}">
                      <a16:colId xmlns:a16="http://schemas.microsoft.com/office/drawing/2014/main" val="20002"/>
                    </a:ext>
                  </a:extLst>
                </a:gridCol>
              </a:tblGrid>
              <a:tr h="868243">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Program Educational</a:t>
                      </a:r>
                      <a:r>
                        <a:rPr lang="en-US" sz="2000" b="0" baseline="0" dirty="0">
                          <a:solidFill>
                            <a:schemeClr val="accent4">
                              <a:lumMod val="50000"/>
                            </a:schemeClr>
                          </a:solidFill>
                          <a:latin typeface="Times New Roman"/>
                          <a:ea typeface="Times New Roman"/>
                        </a:rPr>
                        <a:t> Objectives</a:t>
                      </a:r>
                      <a:r>
                        <a:rPr lang="en-US" sz="2000" b="0" dirty="0">
                          <a:solidFill>
                            <a:schemeClr val="accent4">
                              <a:lumMod val="50000"/>
                            </a:schemeClr>
                          </a:solidFill>
                          <a:latin typeface="Times New Roman"/>
                          <a:ea typeface="Times New Roman"/>
                        </a:rPr>
                        <a:t> (PEOs)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PEOs Description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10000"/>
                  </a:ext>
                </a:extLst>
              </a:tr>
              <a:tr h="865023">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PEOs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marL="68580" marR="0" algn="l">
                        <a:lnSpc>
                          <a:spcPct val="100000"/>
                        </a:lnSpc>
                        <a:spcBef>
                          <a:spcPts val="0"/>
                        </a:spcBef>
                        <a:spcAft>
                          <a:spcPts val="0"/>
                        </a:spcAft>
                      </a:pPr>
                      <a:r>
                        <a:rPr lang="en-US" sz="1800" b="0" i="0" kern="1200" dirty="0">
                          <a:solidFill>
                            <a:schemeClr val="accent4">
                              <a:lumMod val="50000"/>
                            </a:schemeClr>
                          </a:solidFill>
                          <a:effectLst/>
                          <a:latin typeface="+mn-lt"/>
                          <a:ea typeface="+mn-ea"/>
                          <a:cs typeface="+mn-cs"/>
                        </a:rPr>
                        <a:t>To have an excellent scientific and engineering breadth so as to comprehend, analyze, design and provide sustainable solutions for real-life problems using state-of-the-art technologies.</a:t>
                      </a:r>
                      <a:endParaRPr lang="en-US" sz="3600" b="0" baseline="0" dirty="0">
                        <a:solidFill>
                          <a:schemeClr val="accent4">
                            <a:lumMod val="50000"/>
                          </a:schemeClr>
                        </a:solidFill>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10001"/>
                  </a:ext>
                </a:extLst>
              </a:tr>
              <a:tr h="884682">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PEOs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marL="68580" marR="0" algn="just">
                        <a:lnSpc>
                          <a:spcPct val="100000"/>
                        </a:lnSpc>
                        <a:spcBef>
                          <a:spcPts val="0"/>
                        </a:spcBef>
                        <a:spcAft>
                          <a:spcPts val="0"/>
                        </a:spcAft>
                      </a:pPr>
                      <a:r>
                        <a:rPr lang="en-US" sz="1800" b="0" i="0" kern="1200" dirty="0">
                          <a:solidFill>
                            <a:schemeClr val="accent4">
                              <a:lumMod val="50000"/>
                            </a:schemeClr>
                          </a:solidFill>
                          <a:effectLst/>
                          <a:latin typeface="+mn-lt"/>
                          <a:ea typeface="+mn-ea"/>
                          <a:cs typeface="+mn-cs"/>
                        </a:rPr>
                        <a:t>To have a successful career in industries, to pursue higher studies or to support entrepreneurial endeavors and to face the global challenges.</a:t>
                      </a:r>
                      <a:endParaRPr lang="en-US" sz="2000" b="0" dirty="0">
                        <a:solidFill>
                          <a:schemeClr val="accent4">
                            <a:lumMod val="50000"/>
                          </a:schemeClr>
                        </a:solidFill>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10002"/>
                  </a:ext>
                </a:extLst>
              </a:tr>
              <a:tr h="789632">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PEOs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marL="68580" marR="0" algn="just">
                        <a:lnSpc>
                          <a:spcPct val="100000"/>
                        </a:lnSpc>
                        <a:spcBef>
                          <a:spcPts val="0"/>
                        </a:spcBef>
                        <a:spcAft>
                          <a:spcPts val="0"/>
                        </a:spcAft>
                      </a:pPr>
                      <a:r>
                        <a:rPr lang="en-US" sz="1800" b="0" i="0" kern="1200" dirty="0">
                          <a:solidFill>
                            <a:schemeClr val="accent4">
                              <a:lumMod val="50000"/>
                            </a:schemeClr>
                          </a:solidFill>
                          <a:effectLst/>
                          <a:latin typeface="+mn-lt"/>
                          <a:ea typeface="+mn-ea"/>
                          <a:cs typeface="+mn-cs"/>
                        </a:rPr>
                        <a:t>To have an effective communication skills, professional attitude, ethical values and a desire to learn specific knowledge in emerging trends, technologies for research, innovation and product    development and contribution to society.</a:t>
                      </a:r>
                      <a:endParaRPr lang="en-US" sz="2000" b="0" dirty="0">
                        <a:solidFill>
                          <a:schemeClr val="accent4">
                            <a:lumMod val="50000"/>
                          </a:schemeClr>
                        </a:solidFill>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10003"/>
                  </a:ext>
                </a:extLst>
              </a:tr>
              <a:tr h="947558">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PEOs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marL="67945" marR="0" algn="just">
                        <a:lnSpc>
                          <a:spcPct val="100000"/>
                        </a:lnSpc>
                        <a:spcBef>
                          <a:spcPts val="0"/>
                        </a:spcBef>
                        <a:spcAft>
                          <a:spcPts val="0"/>
                        </a:spcAft>
                      </a:pPr>
                      <a:r>
                        <a:rPr lang="en-US" sz="1800" b="0" i="0" kern="1200" dirty="0">
                          <a:solidFill>
                            <a:schemeClr val="accent4">
                              <a:lumMod val="50000"/>
                            </a:schemeClr>
                          </a:solidFill>
                          <a:effectLst/>
                          <a:latin typeface="+mn-lt"/>
                          <a:ea typeface="+mn-ea"/>
                          <a:cs typeface="+mn-cs"/>
                        </a:rPr>
                        <a:t>To have life-long learning for up-skilling and re-skilling for successful professional career as engineer, scientist, entrepreneur and bureaucrat for betterment of society</a:t>
                      </a:r>
                      <a:r>
                        <a:rPr lang="en-US" sz="1800" b="0" i="0" kern="1200" dirty="0">
                          <a:solidFill>
                            <a:schemeClr val="dk1"/>
                          </a:solidFill>
                          <a:effectLst/>
                          <a:latin typeface="+mn-lt"/>
                          <a:ea typeface="+mn-ea"/>
                          <a:cs typeface="+mn-cs"/>
                        </a:rPr>
                        <a:t>.</a:t>
                      </a:r>
                      <a:endParaRPr lang="en-US" sz="2000" b="0" dirty="0">
                        <a:solidFill>
                          <a:schemeClr val="accent4">
                            <a:lumMod val="50000"/>
                          </a:schemeClr>
                        </a:solidFill>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10004"/>
                  </a:ext>
                </a:extLst>
              </a:tr>
            </a:tbl>
          </a:graphicData>
        </a:graphic>
      </p:graphicFrame>
      <p:sp>
        <p:nvSpPr>
          <p:cNvPr id="8" name="TextBox 7">
            <a:extLst>
              <a:ext uri="{FF2B5EF4-FFF2-40B4-BE49-F238E27FC236}">
                <a16:creationId xmlns:a16="http://schemas.microsoft.com/office/drawing/2014/main" id="{0941BB9B-78C4-FAE4-5132-071211E46CCD}"/>
              </a:ext>
            </a:extLst>
          </p:cNvPr>
          <p:cNvSpPr txBox="1"/>
          <p:nvPr/>
        </p:nvSpPr>
        <p:spPr>
          <a:xfrm>
            <a:off x="3717348" y="188473"/>
            <a:ext cx="6146222" cy="523220"/>
          </a:xfrm>
          <a:prstGeom prst="rect">
            <a:avLst/>
          </a:prstGeom>
          <a:noFill/>
        </p:spPr>
        <p:txBody>
          <a:bodyPr wrap="square">
            <a:spAutoFit/>
          </a:bodyPr>
          <a:lstStyle/>
          <a:p>
            <a:pPr algn="ctr">
              <a:spcBef>
                <a:spcPct val="0"/>
              </a:spcBef>
              <a:defRPr/>
            </a:pPr>
            <a:r>
              <a:rPr lang="en-US" sz="2800" dirty="0"/>
              <a:t>Program Educational Objectives (PEOs)</a:t>
            </a:r>
          </a:p>
        </p:txBody>
      </p:sp>
    </p:spTree>
    <p:extLst>
      <p:ext uri="{BB962C8B-B14F-4D97-AF65-F5344CB8AC3E}">
        <p14:creationId xmlns:p14="http://schemas.microsoft.com/office/powerpoint/2010/main" val="18149544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1514B45-399F-4F45-983D-52986BB433A5}" type="datetime1">
              <a:rPr lang="en-US" smtClean="0"/>
              <a:t>10/22/2024</a:t>
            </a:fld>
            <a:endParaRPr lang="en-US" dirty="0"/>
          </a:p>
        </p:txBody>
      </p:sp>
      <p:sp>
        <p:nvSpPr>
          <p:cNvPr id="5" name="Footer Placeholder 4"/>
          <p:cNvSpPr>
            <a:spLocks noGrp="1"/>
          </p:cNvSpPr>
          <p:nvPr>
            <p:ph type="ftr" sz="quarter" idx="11"/>
          </p:nvPr>
        </p:nvSpPr>
        <p:spPr>
          <a:xfrm>
            <a:off x="4038600" y="6356356"/>
            <a:ext cx="5029200" cy="365125"/>
          </a:xfrm>
        </p:spPr>
        <p:txBody>
          <a:bodyPr/>
          <a:lstStyle/>
          <a:p>
            <a:r>
              <a:rPr lang="en-US" dirty="0"/>
              <a:t>Pooja Kumari Design Pattern                                    Unit IV</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4175237177"/>
              </p:ext>
            </p:extLst>
          </p:nvPr>
        </p:nvGraphicFramePr>
        <p:xfrm>
          <a:off x="1143000" y="1219200"/>
          <a:ext cx="10591801" cy="1733266"/>
        </p:xfrm>
        <a:graphic>
          <a:graphicData uri="http://schemas.openxmlformats.org/drawingml/2006/table">
            <a:tbl>
              <a:tblPr firstRow="1" bandRow="1">
                <a:tableStyleId>{5C22544A-7EE6-4342-B048-85BDC9FD1C3A}</a:tableStyleId>
              </a:tblPr>
              <a:tblGrid>
                <a:gridCol w="2216227">
                  <a:extLst>
                    <a:ext uri="{9D8B030D-6E8A-4147-A177-3AD203B41FA5}">
                      <a16:colId xmlns:a16="http://schemas.microsoft.com/office/drawing/2014/main" val="20001"/>
                    </a:ext>
                  </a:extLst>
                </a:gridCol>
                <a:gridCol w="2297503">
                  <a:extLst>
                    <a:ext uri="{9D8B030D-6E8A-4147-A177-3AD203B41FA5}">
                      <a16:colId xmlns:a16="http://schemas.microsoft.com/office/drawing/2014/main" val="133495037"/>
                    </a:ext>
                  </a:extLst>
                </a:gridCol>
                <a:gridCol w="6078071">
                  <a:extLst>
                    <a:ext uri="{9D8B030D-6E8A-4147-A177-3AD203B41FA5}">
                      <a16:colId xmlns:a16="http://schemas.microsoft.com/office/drawing/2014/main" val="20002"/>
                    </a:ext>
                  </a:extLst>
                </a:gridCol>
              </a:tblGrid>
              <a:tr h="868243">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Name</a:t>
                      </a:r>
                      <a:r>
                        <a:rPr lang="en-US" sz="2000" b="0" baseline="0" dirty="0">
                          <a:solidFill>
                            <a:schemeClr val="accent4">
                              <a:lumMod val="50000"/>
                            </a:schemeClr>
                          </a:solidFill>
                          <a:latin typeface="Times New Roman"/>
                          <a:ea typeface="Times New Roman"/>
                        </a:rPr>
                        <a:t> of the faculty </a:t>
                      </a:r>
                      <a:endParaRPr lang="en-US" sz="2000" b="0" dirty="0">
                        <a:solidFill>
                          <a:schemeClr val="accent4">
                            <a:lumMod val="50000"/>
                          </a:schemeClr>
                        </a:solidFill>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Subject code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Result</a:t>
                      </a:r>
                      <a:r>
                        <a:rPr lang="en-US" sz="2000" b="0" baseline="0" dirty="0">
                          <a:solidFill>
                            <a:schemeClr val="accent4">
                              <a:lumMod val="50000"/>
                            </a:schemeClr>
                          </a:solidFill>
                          <a:latin typeface="Times New Roman"/>
                          <a:ea typeface="Times New Roman"/>
                        </a:rPr>
                        <a:t> % of clear passed</a:t>
                      </a:r>
                      <a:endParaRPr lang="en-US" sz="2000" b="0" dirty="0">
                        <a:solidFill>
                          <a:schemeClr val="accent4">
                            <a:lumMod val="50000"/>
                          </a:schemeClr>
                        </a:solidFill>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10000"/>
                  </a:ext>
                </a:extLst>
              </a:tr>
              <a:tr h="865023">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Mr. Sanjay Nayak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en-US" sz="2000" dirty="0">
                          <a:solidFill>
                            <a:schemeClr val="tx1"/>
                          </a:solidFill>
                          <a:latin typeface="Times New Roman" panose="02020603050405020304" pitchFamily="18" charset="0"/>
                          <a:cs typeface="Times New Roman" panose="02020603050405020304" pitchFamily="18" charset="0"/>
                        </a:rPr>
                        <a:t>ACSE0514</a:t>
                      </a:r>
                    </a:p>
                    <a:p>
                      <a:pPr marL="0" marR="0" algn="ctr">
                        <a:lnSpc>
                          <a:spcPct val="115000"/>
                        </a:lnSpc>
                        <a:spcBef>
                          <a:spcPts val="0"/>
                        </a:spcBef>
                        <a:spcAft>
                          <a:spcPts val="0"/>
                        </a:spcAft>
                      </a:pPr>
                      <a:endParaRPr lang="en-US" sz="2000" b="0" dirty="0">
                        <a:solidFill>
                          <a:schemeClr val="accent4">
                            <a:lumMod val="50000"/>
                          </a:schemeClr>
                        </a:solidFill>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marL="68580" marR="0" algn="l">
                        <a:lnSpc>
                          <a:spcPct val="100000"/>
                        </a:lnSpc>
                        <a:spcBef>
                          <a:spcPts val="0"/>
                        </a:spcBef>
                        <a:spcAft>
                          <a:spcPts val="0"/>
                        </a:spcAft>
                      </a:pPr>
                      <a:r>
                        <a:rPr lang="en-US" sz="3600" b="0" baseline="0" dirty="0">
                          <a:solidFill>
                            <a:schemeClr val="accent4">
                              <a:lumMod val="50000"/>
                            </a:schemeClr>
                          </a:solidFill>
                          <a:latin typeface="Times New Roman" panose="02020603050405020304" pitchFamily="18" charset="0"/>
                          <a:ea typeface="Times New Roman"/>
                          <a:cs typeface="Times New Roman" panose="02020603050405020304" pitchFamily="18" charset="0"/>
                        </a:rPr>
                        <a:t>100%   2023-24</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10001"/>
                  </a:ext>
                </a:extLst>
              </a:tr>
            </a:tbl>
          </a:graphicData>
        </a:graphic>
      </p:graphicFrame>
      <p:sp>
        <p:nvSpPr>
          <p:cNvPr id="8" name="TextBox 7">
            <a:extLst>
              <a:ext uri="{FF2B5EF4-FFF2-40B4-BE49-F238E27FC236}">
                <a16:creationId xmlns:a16="http://schemas.microsoft.com/office/drawing/2014/main" id="{F7715932-ABDB-9E85-A4E7-1A717245753F}"/>
              </a:ext>
            </a:extLst>
          </p:cNvPr>
          <p:cNvSpPr txBox="1"/>
          <p:nvPr/>
        </p:nvSpPr>
        <p:spPr>
          <a:xfrm>
            <a:off x="2753957" y="136519"/>
            <a:ext cx="9283849" cy="954107"/>
          </a:xfrm>
          <a:prstGeom prst="rect">
            <a:avLst/>
          </a:prstGeom>
          <a:noFill/>
        </p:spPr>
        <p:txBody>
          <a:bodyPr wrap="square">
            <a:spAutoFit/>
          </a:bodyPr>
          <a:lstStyle/>
          <a:p>
            <a:pPr algn="ctr">
              <a:spcBef>
                <a:spcPct val="0"/>
              </a:spcBef>
              <a:defRPr/>
            </a:pPr>
            <a:r>
              <a:rPr lang="en-US" sz="2800" dirty="0"/>
              <a:t>Result Analysis(Department Result &amp; Subject Result &amp; Individual result</a:t>
            </a:r>
          </a:p>
        </p:txBody>
      </p:sp>
    </p:spTree>
    <p:extLst>
      <p:ext uri="{BB962C8B-B14F-4D97-AF65-F5344CB8AC3E}">
        <p14:creationId xmlns:p14="http://schemas.microsoft.com/office/powerpoint/2010/main" val="42930728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FD0E723-C0C2-4B0F-B4B2-57A7DE1481BB}"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dirty="0"/>
          </a:p>
        </p:txBody>
      </p:sp>
      <p:pic>
        <p:nvPicPr>
          <p:cNvPr id="8" name="Picture 7">
            <a:extLst>
              <a:ext uri="{FF2B5EF4-FFF2-40B4-BE49-F238E27FC236}">
                <a16:creationId xmlns:a16="http://schemas.microsoft.com/office/drawing/2014/main" id="{0B77B11B-9C15-4679-A934-EBBF86AE34F6}"/>
              </a:ext>
            </a:extLst>
          </p:cNvPr>
          <p:cNvPicPr>
            <a:picLocks noChangeAspect="1"/>
          </p:cNvPicPr>
          <p:nvPr/>
        </p:nvPicPr>
        <p:blipFill>
          <a:blip r:embed="rId2"/>
          <a:stretch>
            <a:fillRect/>
          </a:stretch>
        </p:blipFill>
        <p:spPr>
          <a:xfrm>
            <a:off x="1191491" y="950702"/>
            <a:ext cx="10744200" cy="5533133"/>
          </a:xfrm>
          <a:prstGeom prst="rect">
            <a:avLst/>
          </a:prstGeom>
        </p:spPr>
      </p:pic>
      <p:sp>
        <p:nvSpPr>
          <p:cNvPr id="2" name="Footer Placeholder 1"/>
          <p:cNvSpPr>
            <a:spLocks noGrp="1"/>
          </p:cNvSpPr>
          <p:nvPr>
            <p:ph type="ftr" sz="quarter" idx="11"/>
          </p:nvPr>
        </p:nvSpPr>
        <p:spPr/>
        <p:txBody>
          <a:bodyPr/>
          <a:lstStyle/>
          <a:p>
            <a:r>
              <a:rPr lang="en-US" dirty="0"/>
              <a:t>Pooja Kumari Design Pattern                                    Unit IV</a:t>
            </a:r>
          </a:p>
        </p:txBody>
      </p:sp>
      <p:sp>
        <p:nvSpPr>
          <p:cNvPr id="9" name="TextBox 8">
            <a:extLst>
              <a:ext uri="{FF2B5EF4-FFF2-40B4-BE49-F238E27FC236}">
                <a16:creationId xmlns:a16="http://schemas.microsoft.com/office/drawing/2014/main" id="{D24E690C-D4A6-A558-0A66-E7D752D9C6C4}"/>
              </a:ext>
            </a:extLst>
          </p:cNvPr>
          <p:cNvSpPr txBox="1"/>
          <p:nvPr/>
        </p:nvSpPr>
        <p:spPr>
          <a:xfrm>
            <a:off x="2452255" y="201021"/>
            <a:ext cx="9739745" cy="523220"/>
          </a:xfrm>
          <a:prstGeom prst="rect">
            <a:avLst/>
          </a:prstGeom>
          <a:noFill/>
        </p:spPr>
        <p:txBody>
          <a:bodyPr wrap="square">
            <a:spAutoFit/>
          </a:bodyPr>
          <a:lstStyle/>
          <a:p>
            <a:pPr algn="ctr">
              <a:spcBef>
                <a:spcPct val="0"/>
              </a:spcBef>
              <a:defRPr/>
            </a:pPr>
            <a:r>
              <a:rPr lang="en-US" sz="2800" dirty="0"/>
              <a:t>Pattern of Online External Exam Question Paper (100 marks)</a:t>
            </a:r>
          </a:p>
        </p:txBody>
      </p:sp>
    </p:spTree>
    <p:extLst>
      <p:ext uri="{BB962C8B-B14F-4D97-AF65-F5344CB8AC3E}">
        <p14:creationId xmlns:p14="http://schemas.microsoft.com/office/powerpoint/2010/main" val="30431799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C53FA58-716F-4BC4-8CB6-02B9A61705DC}"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dirty="0"/>
          </a:p>
        </p:txBody>
      </p:sp>
      <p:pic>
        <p:nvPicPr>
          <p:cNvPr id="9" name="Picture 8">
            <a:extLst>
              <a:ext uri="{FF2B5EF4-FFF2-40B4-BE49-F238E27FC236}">
                <a16:creationId xmlns:a16="http://schemas.microsoft.com/office/drawing/2014/main" id="{F82AF081-83E9-40E3-85C9-062E3E753D2B}"/>
              </a:ext>
            </a:extLst>
          </p:cNvPr>
          <p:cNvPicPr>
            <a:picLocks noChangeAspect="1"/>
          </p:cNvPicPr>
          <p:nvPr/>
        </p:nvPicPr>
        <p:blipFill>
          <a:blip r:embed="rId2"/>
          <a:stretch>
            <a:fillRect/>
          </a:stretch>
        </p:blipFill>
        <p:spPr>
          <a:xfrm>
            <a:off x="1028700" y="793756"/>
            <a:ext cx="11049000" cy="5454649"/>
          </a:xfrm>
          <a:prstGeom prst="rect">
            <a:avLst/>
          </a:prstGeom>
        </p:spPr>
      </p:pic>
      <p:sp>
        <p:nvSpPr>
          <p:cNvPr id="2" name="Footer Placeholder 1"/>
          <p:cNvSpPr>
            <a:spLocks noGrp="1"/>
          </p:cNvSpPr>
          <p:nvPr>
            <p:ph type="ftr" sz="quarter" idx="11"/>
          </p:nvPr>
        </p:nvSpPr>
        <p:spPr/>
        <p:txBody>
          <a:bodyPr/>
          <a:lstStyle/>
          <a:p>
            <a:r>
              <a:rPr lang="en-US" dirty="0"/>
              <a:t>Pooja Kumari Design Pattern                                    Unit IV</a:t>
            </a:r>
          </a:p>
        </p:txBody>
      </p:sp>
      <p:sp>
        <p:nvSpPr>
          <p:cNvPr id="8" name="TextBox 7">
            <a:extLst>
              <a:ext uri="{FF2B5EF4-FFF2-40B4-BE49-F238E27FC236}">
                <a16:creationId xmlns:a16="http://schemas.microsoft.com/office/drawing/2014/main" id="{1A084C52-9D4F-7E6C-915D-FCD9F20C4ED2}"/>
              </a:ext>
            </a:extLst>
          </p:cNvPr>
          <p:cNvSpPr txBox="1"/>
          <p:nvPr/>
        </p:nvSpPr>
        <p:spPr>
          <a:xfrm>
            <a:off x="2306783" y="162579"/>
            <a:ext cx="9770917" cy="523220"/>
          </a:xfrm>
          <a:prstGeom prst="rect">
            <a:avLst/>
          </a:prstGeom>
          <a:noFill/>
        </p:spPr>
        <p:txBody>
          <a:bodyPr wrap="square">
            <a:spAutoFit/>
          </a:bodyPr>
          <a:lstStyle/>
          <a:p>
            <a:pPr algn="ctr">
              <a:spcBef>
                <a:spcPct val="0"/>
              </a:spcBef>
              <a:defRPr/>
            </a:pPr>
            <a:r>
              <a:rPr lang="en-US" sz="2800" dirty="0"/>
              <a:t>Pattern of Online External Exam Question Paper (100 marks)</a:t>
            </a:r>
          </a:p>
        </p:txBody>
      </p:sp>
    </p:spTree>
    <p:extLst>
      <p:ext uri="{BB962C8B-B14F-4D97-AF65-F5344CB8AC3E}">
        <p14:creationId xmlns:p14="http://schemas.microsoft.com/office/powerpoint/2010/main" val="20115479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41CF31C-D8BE-4387-8D28-641D713A866E}"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dirty="0"/>
          </a:p>
        </p:txBody>
      </p:sp>
      <p:pic>
        <p:nvPicPr>
          <p:cNvPr id="8" name="Picture 7">
            <a:extLst>
              <a:ext uri="{FF2B5EF4-FFF2-40B4-BE49-F238E27FC236}">
                <a16:creationId xmlns:a16="http://schemas.microsoft.com/office/drawing/2014/main" id="{D6AD0FEF-91AB-4622-BD71-AF17C265451A}"/>
              </a:ext>
            </a:extLst>
          </p:cNvPr>
          <p:cNvPicPr>
            <a:picLocks noChangeAspect="1"/>
          </p:cNvPicPr>
          <p:nvPr/>
        </p:nvPicPr>
        <p:blipFill>
          <a:blip r:embed="rId2"/>
          <a:stretch>
            <a:fillRect/>
          </a:stretch>
        </p:blipFill>
        <p:spPr>
          <a:xfrm>
            <a:off x="623047" y="811873"/>
            <a:ext cx="11506200" cy="5346697"/>
          </a:xfrm>
          <a:prstGeom prst="rect">
            <a:avLst/>
          </a:prstGeom>
        </p:spPr>
      </p:pic>
      <p:sp>
        <p:nvSpPr>
          <p:cNvPr id="2" name="Footer Placeholder 1"/>
          <p:cNvSpPr>
            <a:spLocks noGrp="1"/>
          </p:cNvSpPr>
          <p:nvPr>
            <p:ph type="ftr" sz="quarter" idx="11"/>
          </p:nvPr>
        </p:nvSpPr>
        <p:spPr/>
        <p:txBody>
          <a:bodyPr/>
          <a:lstStyle/>
          <a:p>
            <a:r>
              <a:rPr lang="en-US" dirty="0"/>
              <a:t>Pooja Kumari Design Pattern                                    Unit IV</a:t>
            </a:r>
          </a:p>
        </p:txBody>
      </p:sp>
      <p:sp>
        <p:nvSpPr>
          <p:cNvPr id="9" name="TextBox 8">
            <a:extLst>
              <a:ext uri="{FF2B5EF4-FFF2-40B4-BE49-F238E27FC236}">
                <a16:creationId xmlns:a16="http://schemas.microsoft.com/office/drawing/2014/main" id="{AC4829A5-103A-45C6-935F-F39E76C6F72A}"/>
              </a:ext>
            </a:extLst>
          </p:cNvPr>
          <p:cNvSpPr txBox="1"/>
          <p:nvPr/>
        </p:nvSpPr>
        <p:spPr>
          <a:xfrm>
            <a:off x="2306781" y="90873"/>
            <a:ext cx="9549245" cy="523220"/>
          </a:xfrm>
          <a:prstGeom prst="rect">
            <a:avLst/>
          </a:prstGeom>
          <a:noFill/>
        </p:spPr>
        <p:txBody>
          <a:bodyPr wrap="square">
            <a:spAutoFit/>
          </a:bodyPr>
          <a:lstStyle/>
          <a:p>
            <a:pPr algn="ctr">
              <a:spcBef>
                <a:spcPct val="0"/>
              </a:spcBef>
              <a:defRPr/>
            </a:pPr>
            <a:r>
              <a:rPr lang="en-US" sz="2800" dirty="0"/>
              <a:t>Pattern</a:t>
            </a:r>
            <a:r>
              <a:rPr lang="en-US" sz="1800" dirty="0"/>
              <a:t> </a:t>
            </a:r>
            <a:r>
              <a:rPr lang="en-US" sz="2800" dirty="0"/>
              <a:t>of Online External Exam Question Paper (100 marks)</a:t>
            </a:r>
          </a:p>
        </p:txBody>
      </p:sp>
    </p:spTree>
    <p:extLst>
      <p:ext uri="{BB962C8B-B14F-4D97-AF65-F5344CB8AC3E}">
        <p14:creationId xmlns:p14="http://schemas.microsoft.com/office/powerpoint/2010/main" val="29177496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394E0EA-F680-4BFA-AB67-4A0C37909D68}"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dirty="0"/>
          </a:p>
        </p:txBody>
      </p:sp>
      <p:pic>
        <p:nvPicPr>
          <p:cNvPr id="9" name="Picture 8">
            <a:extLst>
              <a:ext uri="{FF2B5EF4-FFF2-40B4-BE49-F238E27FC236}">
                <a16:creationId xmlns:a16="http://schemas.microsoft.com/office/drawing/2014/main" id="{8C7C6038-4342-4904-B836-C5BF3F62F169}"/>
              </a:ext>
            </a:extLst>
          </p:cNvPr>
          <p:cNvPicPr>
            <a:picLocks noChangeAspect="1"/>
          </p:cNvPicPr>
          <p:nvPr/>
        </p:nvPicPr>
        <p:blipFill>
          <a:blip r:embed="rId2"/>
          <a:stretch>
            <a:fillRect/>
          </a:stretch>
        </p:blipFill>
        <p:spPr>
          <a:xfrm>
            <a:off x="838200" y="849315"/>
            <a:ext cx="11353800" cy="5343531"/>
          </a:xfrm>
          <a:prstGeom prst="rect">
            <a:avLst/>
          </a:prstGeom>
        </p:spPr>
      </p:pic>
      <p:sp>
        <p:nvSpPr>
          <p:cNvPr id="2" name="Footer Placeholder 1"/>
          <p:cNvSpPr>
            <a:spLocks noGrp="1"/>
          </p:cNvSpPr>
          <p:nvPr>
            <p:ph type="ftr" sz="quarter" idx="11"/>
          </p:nvPr>
        </p:nvSpPr>
        <p:spPr/>
        <p:txBody>
          <a:bodyPr/>
          <a:lstStyle/>
          <a:p>
            <a:r>
              <a:rPr lang="en-US" dirty="0"/>
              <a:t>Pooja Kumari Design Pattern                                    Unit IV</a:t>
            </a:r>
          </a:p>
        </p:txBody>
      </p:sp>
      <p:sp>
        <p:nvSpPr>
          <p:cNvPr id="8" name="TextBox 7">
            <a:extLst>
              <a:ext uri="{FF2B5EF4-FFF2-40B4-BE49-F238E27FC236}">
                <a16:creationId xmlns:a16="http://schemas.microsoft.com/office/drawing/2014/main" id="{7367B1DC-8047-AE0F-7DF5-21CCE3371749}"/>
              </a:ext>
            </a:extLst>
          </p:cNvPr>
          <p:cNvSpPr txBox="1"/>
          <p:nvPr/>
        </p:nvSpPr>
        <p:spPr>
          <a:xfrm>
            <a:off x="2410691" y="213559"/>
            <a:ext cx="9781309" cy="523220"/>
          </a:xfrm>
          <a:prstGeom prst="rect">
            <a:avLst/>
          </a:prstGeom>
          <a:noFill/>
        </p:spPr>
        <p:txBody>
          <a:bodyPr wrap="square">
            <a:spAutoFit/>
          </a:bodyPr>
          <a:lstStyle/>
          <a:p>
            <a:pPr algn="ctr">
              <a:spcBef>
                <a:spcPct val="0"/>
              </a:spcBef>
              <a:defRPr/>
            </a:pPr>
            <a:r>
              <a:rPr lang="en-US" sz="2800" dirty="0"/>
              <a:t>Pattern of Online External Exam Question Paper (100 marks)</a:t>
            </a:r>
          </a:p>
        </p:txBody>
      </p:sp>
    </p:spTree>
    <p:extLst>
      <p:ext uri="{BB962C8B-B14F-4D97-AF65-F5344CB8AC3E}">
        <p14:creationId xmlns:p14="http://schemas.microsoft.com/office/powerpoint/2010/main" val="30548752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2432FCE-3E25-4453-9AA0-EDC6878F23C3}"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dirty="0"/>
          </a:p>
        </p:txBody>
      </p:sp>
      <p:pic>
        <p:nvPicPr>
          <p:cNvPr id="8" name="Picture 7">
            <a:extLst>
              <a:ext uri="{FF2B5EF4-FFF2-40B4-BE49-F238E27FC236}">
                <a16:creationId xmlns:a16="http://schemas.microsoft.com/office/drawing/2014/main" id="{CF080F34-6289-4751-AE3C-849A673B260C}"/>
              </a:ext>
            </a:extLst>
          </p:cNvPr>
          <p:cNvPicPr>
            <a:picLocks noChangeAspect="1"/>
          </p:cNvPicPr>
          <p:nvPr/>
        </p:nvPicPr>
        <p:blipFill>
          <a:blip r:embed="rId2"/>
          <a:stretch>
            <a:fillRect/>
          </a:stretch>
        </p:blipFill>
        <p:spPr>
          <a:xfrm>
            <a:off x="923070" y="996888"/>
            <a:ext cx="11201400" cy="5454649"/>
          </a:xfrm>
          <a:prstGeom prst="rect">
            <a:avLst/>
          </a:prstGeom>
        </p:spPr>
      </p:pic>
      <p:sp>
        <p:nvSpPr>
          <p:cNvPr id="2" name="Footer Placeholder 1"/>
          <p:cNvSpPr>
            <a:spLocks noGrp="1"/>
          </p:cNvSpPr>
          <p:nvPr>
            <p:ph type="ftr" sz="quarter" idx="11"/>
          </p:nvPr>
        </p:nvSpPr>
        <p:spPr/>
        <p:txBody>
          <a:bodyPr/>
          <a:lstStyle/>
          <a:p>
            <a:r>
              <a:rPr lang="en-US" dirty="0"/>
              <a:t>Pooja Kumari Design Pattern                                    Unit IV</a:t>
            </a:r>
          </a:p>
        </p:txBody>
      </p:sp>
      <p:sp>
        <p:nvSpPr>
          <p:cNvPr id="9" name="TextBox 8">
            <a:extLst>
              <a:ext uri="{FF2B5EF4-FFF2-40B4-BE49-F238E27FC236}">
                <a16:creationId xmlns:a16="http://schemas.microsoft.com/office/drawing/2014/main" id="{91DC38AF-24A6-370C-E725-8A395FD3C927}"/>
              </a:ext>
            </a:extLst>
          </p:cNvPr>
          <p:cNvSpPr txBox="1"/>
          <p:nvPr/>
        </p:nvSpPr>
        <p:spPr>
          <a:xfrm>
            <a:off x="2348345" y="199801"/>
            <a:ext cx="9776125" cy="523220"/>
          </a:xfrm>
          <a:prstGeom prst="rect">
            <a:avLst/>
          </a:prstGeom>
          <a:noFill/>
        </p:spPr>
        <p:txBody>
          <a:bodyPr wrap="square">
            <a:spAutoFit/>
          </a:bodyPr>
          <a:lstStyle/>
          <a:p>
            <a:pPr algn="ctr">
              <a:spcBef>
                <a:spcPct val="0"/>
              </a:spcBef>
              <a:defRPr/>
            </a:pPr>
            <a:r>
              <a:rPr lang="en-US" sz="2800" dirty="0"/>
              <a:t>Pattern of Online External Exam Question Paper (100 marks)</a:t>
            </a:r>
          </a:p>
        </p:txBody>
      </p:sp>
    </p:spTree>
    <p:extLst>
      <p:ext uri="{BB962C8B-B14F-4D97-AF65-F5344CB8AC3E}">
        <p14:creationId xmlns:p14="http://schemas.microsoft.com/office/powerpoint/2010/main" val="27940037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565C0B1-2980-4D9E-B6C9-CD16C23190E0}" type="datetime1">
              <a:rPr lang="en-US" smtClean="0"/>
              <a:t>10/22/2024</a:t>
            </a:fld>
            <a:endParaRPr lang="en-US" dirty="0"/>
          </a:p>
        </p:txBody>
      </p:sp>
      <p:sp>
        <p:nvSpPr>
          <p:cNvPr id="5" name="Footer Placeholder 4"/>
          <p:cNvSpPr>
            <a:spLocks noGrp="1"/>
          </p:cNvSpPr>
          <p:nvPr>
            <p:ph type="ftr" sz="quarter" idx="11"/>
          </p:nvPr>
        </p:nvSpPr>
        <p:spPr>
          <a:xfrm>
            <a:off x="4038600" y="6356356"/>
            <a:ext cx="5029200" cy="365125"/>
          </a:xfrm>
        </p:spPr>
        <p:txBody>
          <a:bodyPr/>
          <a:lstStyle/>
          <a:p>
            <a:r>
              <a:rPr lang="en-US" dirty="0"/>
              <a:t>Pooja Kumari Design Pattern                                    Unit IV</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dirty="0"/>
          </a:p>
        </p:txBody>
      </p:sp>
      <p:sp>
        <p:nvSpPr>
          <p:cNvPr id="9" name="Content Placeholder 2"/>
          <p:cNvSpPr>
            <a:spLocks noGrp="1"/>
          </p:cNvSpPr>
          <p:nvPr>
            <p:ph idx="1"/>
          </p:nvPr>
        </p:nvSpPr>
        <p:spPr>
          <a:xfrm>
            <a:off x="914400" y="1066800"/>
            <a:ext cx="11049000" cy="4525963"/>
          </a:xfrm>
          <a:solidFill>
            <a:schemeClr val="accent4"/>
          </a:solidFill>
          <a:ln w="19050">
            <a:solidFill>
              <a:schemeClr val="tx1"/>
            </a:solidFill>
          </a:ln>
        </p:spPr>
        <p:txBody>
          <a:bodyPr>
            <a:normAutofit/>
          </a:bodyPr>
          <a:lstStyle/>
          <a:p>
            <a:pPr algn="just">
              <a:lnSpc>
                <a:spcPct val="200000"/>
              </a:lnSpc>
            </a:pPr>
            <a:r>
              <a:rPr lang="en-US" sz="2800" dirty="0"/>
              <a:t>Student should have knowledge of object oriented analysis and design.</a:t>
            </a:r>
          </a:p>
          <a:p>
            <a:pPr algn="just">
              <a:lnSpc>
                <a:spcPct val="200000"/>
              </a:lnSpc>
            </a:pPr>
            <a:r>
              <a:rPr lang="en-US" sz="2800" dirty="0"/>
              <a:t>Knowledge of Data structure and algorithm.</a:t>
            </a:r>
          </a:p>
          <a:p>
            <a:pPr algn="just">
              <a:lnSpc>
                <a:spcPct val="200000"/>
              </a:lnSpc>
            </a:pPr>
            <a:r>
              <a:rPr lang="en-US" sz="2800" dirty="0"/>
              <a:t>knowledge of Programing language such as C/C++ etc. </a:t>
            </a:r>
          </a:p>
          <a:p>
            <a:pPr algn="just">
              <a:lnSpc>
                <a:spcPct val="200000"/>
              </a:lnSpc>
            </a:pPr>
            <a:r>
              <a:rPr lang="en-US" sz="2800" dirty="0"/>
              <a:t>Good problem solving Skill .</a:t>
            </a:r>
          </a:p>
          <a:p>
            <a:pPr marL="0" indent="0" algn="just">
              <a:buNone/>
            </a:pPr>
            <a:endParaRPr lang="en-US" sz="2800" dirty="0"/>
          </a:p>
          <a:p>
            <a:pPr>
              <a:buNone/>
            </a:pPr>
            <a:endParaRPr lang="en-US" dirty="0"/>
          </a:p>
        </p:txBody>
      </p:sp>
      <p:sp>
        <p:nvSpPr>
          <p:cNvPr id="8" name="TextBox 7">
            <a:extLst>
              <a:ext uri="{FF2B5EF4-FFF2-40B4-BE49-F238E27FC236}">
                <a16:creationId xmlns:a16="http://schemas.microsoft.com/office/drawing/2014/main" id="{2688F770-0EA1-C096-06EE-D0ED18FCC7E2}"/>
              </a:ext>
            </a:extLst>
          </p:cNvPr>
          <p:cNvSpPr txBox="1"/>
          <p:nvPr/>
        </p:nvSpPr>
        <p:spPr>
          <a:xfrm>
            <a:off x="3291319" y="101860"/>
            <a:ext cx="6146222" cy="523220"/>
          </a:xfrm>
          <a:prstGeom prst="rect">
            <a:avLst/>
          </a:prstGeom>
          <a:noFill/>
        </p:spPr>
        <p:txBody>
          <a:bodyPr wrap="square">
            <a:spAutoFit/>
          </a:bodyPr>
          <a:lstStyle/>
          <a:p>
            <a:pPr algn="ctr">
              <a:spcBef>
                <a:spcPct val="0"/>
              </a:spcBef>
              <a:defRPr/>
            </a:pPr>
            <a:r>
              <a:rPr lang="en-US" sz="2800" dirty="0"/>
              <a:t>Prerequisite / Recap</a:t>
            </a:r>
          </a:p>
        </p:txBody>
      </p:sp>
    </p:spTree>
    <p:extLst>
      <p:ext uri="{BB962C8B-B14F-4D97-AF65-F5344CB8AC3E}">
        <p14:creationId xmlns:p14="http://schemas.microsoft.com/office/powerpoint/2010/main" val="40511116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65F1622-7085-4B29-AAED-FD1BA39EE489}" type="datetime1">
              <a:rPr lang="en-US" smtClean="0"/>
              <a:t>10/22/2024</a:t>
            </a:fld>
            <a:endParaRPr lang="en-US" dirty="0"/>
          </a:p>
        </p:txBody>
      </p:sp>
      <p:sp>
        <p:nvSpPr>
          <p:cNvPr id="5" name="Footer Placeholder 4"/>
          <p:cNvSpPr>
            <a:spLocks noGrp="1"/>
          </p:cNvSpPr>
          <p:nvPr>
            <p:ph type="ftr" sz="quarter" idx="11"/>
          </p:nvPr>
        </p:nvSpPr>
        <p:spPr>
          <a:xfrm>
            <a:off x="4038600" y="6356356"/>
            <a:ext cx="5029200" cy="365125"/>
          </a:xfrm>
        </p:spPr>
        <p:txBody>
          <a:bodyPr/>
          <a:lstStyle/>
          <a:p>
            <a:r>
              <a:rPr lang="en-US" dirty="0"/>
              <a:t>Pooja Kumari Design Pattern                                    Unit IV</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dirty="0"/>
          </a:p>
        </p:txBody>
      </p:sp>
      <p:sp>
        <p:nvSpPr>
          <p:cNvPr id="9" name="Content Placeholder 2"/>
          <p:cNvSpPr>
            <a:spLocks noGrp="1"/>
          </p:cNvSpPr>
          <p:nvPr>
            <p:ph idx="1"/>
          </p:nvPr>
        </p:nvSpPr>
        <p:spPr>
          <a:xfrm>
            <a:off x="914400" y="1066800"/>
            <a:ext cx="11049000" cy="4525963"/>
          </a:xfrm>
        </p:spPr>
        <p:txBody>
          <a:bodyPr>
            <a:normAutofit/>
          </a:bodyPr>
          <a:lstStyle/>
          <a:p>
            <a:pPr marL="0" indent="0" algn="just">
              <a:buNone/>
            </a:pPr>
            <a:endParaRPr lang="en-US" sz="2800" dirty="0"/>
          </a:p>
          <a:p>
            <a:pPr>
              <a:buNone/>
            </a:pPr>
            <a:endParaRPr lang="en-US" dirty="0"/>
          </a:p>
        </p:txBody>
      </p:sp>
      <p:sp>
        <p:nvSpPr>
          <p:cNvPr id="8" name="Content Placeholder 2"/>
          <p:cNvSpPr txBox="1">
            <a:spLocks/>
          </p:cNvSpPr>
          <p:nvPr/>
        </p:nvSpPr>
        <p:spPr>
          <a:xfrm>
            <a:off x="239486" y="1062445"/>
            <a:ext cx="11734800" cy="4525963"/>
          </a:xfrm>
          <a:prstGeom prst="rect">
            <a:avLst/>
          </a:prstGeom>
          <a:solidFill>
            <a:schemeClr val="accent4">
              <a:lumMod val="40000"/>
              <a:lumOff val="60000"/>
            </a:schemeClr>
          </a:solidFill>
          <a:ln w="19050">
            <a:solidFill>
              <a:schemeClr val="tx1"/>
            </a:solidFill>
          </a:ln>
        </p:spPr>
        <p:txBody>
          <a:bodyPr vert="horz" lIns="91440" tIns="45720" rIns="91440" bIns="45720" rtlCol="0">
            <a:normAutofit/>
          </a:bodyPr>
          <a:lstStyle>
            <a:lvl1pPr marL="342891" indent="-342891" algn="l" defTabSz="914377"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2" indent="-285744" algn="l" defTabSz="914377"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1" indent="-228594" algn="l" defTabSz="914377"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9"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200000"/>
              </a:lnSpc>
              <a:buNone/>
            </a:pPr>
            <a:r>
              <a:rPr lang="en-US" sz="2800" u="sng" dirty="0"/>
              <a:t>YouTube  /other  Video Links</a:t>
            </a:r>
          </a:p>
          <a:p>
            <a:pPr>
              <a:lnSpc>
                <a:spcPct val="200000"/>
              </a:lnSpc>
            </a:pPr>
            <a:r>
              <a:rPr lang="en-IN" sz="2800" dirty="0">
                <a:solidFill>
                  <a:schemeClr val="tx2"/>
                </a:solidFill>
              </a:rPr>
              <a:t>https://youtu.be/rI4kdGLaUiQ?list=PL6n9fhu94yhUbctIoxoVTrklN3LMwTCmd</a:t>
            </a:r>
          </a:p>
          <a:p>
            <a:pPr>
              <a:lnSpc>
                <a:spcPct val="200000"/>
              </a:lnSpc>
            </a:pPr>
            <a:r>
              <a:rPr lang="en-IN" sz="2800" dirty="0">
                <a:solidFill>
                  <a:schemeClr val="tx2"/>
                </a:solidFill>
              </a:rPr>
              <a:t>https://youtu.be/v9ejT8FO-7I?list=PLrhzvIcii6GNjpARdnO4ueTUAVR9eMBpc</a:t>
            </a:r>
          </a:p>
          <a:p>
            <a:pPr>
              <a:lnSpc>
                <a:spcPct val="200000"/>
              </a:lnSpc>
            </a:pPr>
            <a:r>
              <a:rPr lang="en-IN" sz="2800" dirty="0">
                <a:solidFill>
                  <a:schemeClr val="tx2"/>
                </a:solidFill>
              </a:rPr>
              <a:t>https://youtu.be/VGLjQuEQgkI?list=PLt4nG7RVVk1h9lxOYSOGI9pcP3I5oblbx</a:t>
            </a:r>
          </a:p>
        </p:txBody>
      </p:sp>
      <p:sp>
        <p:nvSpPr>
          <p:cNvPr id="10" name="TextBox 9">
            <a:extLst>
              <a:ext uri="{FF2B5EF4-FFF2-40B4-BE49-F238E27FC236}">
                <a16:creationId xmlns:a16="http://schemas.microsoft.com/office/drawing/2014/main" id="{703D3F19-94F8-BC4F-7AEC-84BFF36F5918}"/>
              </a:ext>
            </a:extLst>
          </p:cNvPr>
          <p:cNvSpPr txBox="1"/>
          <p:nvPr/>
        </p:nvSpPr>
        <p:spPr>
          <a:xfrm>
            <a:off x="3300846" y="89292"/>
            <a:ext cx="8285018" cy="523220"/>
          </a:xfrm>
          <a:prstGeom prst="rect">
            <a:avLst/>
          </a:prstGeom>
          <a:noFill/>
        </p:spPr>
        <p:txBody>
          <a:bodyPr wrap="square">
            <a:spAutoFit/>
          </a:bodyPr>
          <a:lstStyle/>
          <a:p>
            <a:pPr algn="ctr">
              <a:spcBef>
                <a:spcPct val="0"/>
              </a:spcBef>
              <a:defRPr/>
            </a:pPr>
            <a:r>
              <a:rPr lang="en-US" sz="2800" dirty="0"/>
              <a:t>Brief Introduction about the Subject with videos</a:t>
            </a:r>
          </a:p>
        </p:txBody>
      </p:sp>
    </p:spTree>
    <p:extLst>
      <p:ext uri="{BB962C8B-B14F-4D97-AF65-F5344CB8AC3E}">
        <p14:creationId xmlns:p14="http://schemas.microsoft.com/office/powerpoint/2010/main" val="7996730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664097" y="944351"/>
            <a:ext cx="6863806" cy="5545877"/>
          </a:xfrm>
          <a:solidFill>
            <a:schemeClr val="tx2">
              <a:lumMod val="75000"/>
            </a:schemeClr>
          </a:solidFill>
          <a:ln w="19050">
            <a:solidFill>
              <a:schemeClr val="tx1"/>
            </a:solidFill>
          </a:ln>
        </p:spPr>
        <p:txBody>
          <a:bodyPr>
            <a:normAutofit lnSpcReduction="10000"/>
          </a:bodyPr>
          <a:lstStyle/>
          <a:p>
            <a:pPr>
              <a:lnSpc>
                <a:spcPct val="120000"/>
              </a:lnSpc>
            </a:pPr>
            <a:r>
              <a:rPr lang="en-US" dirty="0">
                <a:solidFill>
                  <a:srgbClr val="00B050"/>
                </a:solidFill>
              </a:rPr>
              <a:t>Behavioral Design Patterns Part-I :</a:t>
            </a:r>
          </a:p>
          <a:p>
            <a:pPr>
              <a:lnSpc>
                <a:spcPct val="120000"/>
              </a:lnSpc>
            </a:pPr>
            <a:r>
              <a:rPr lang="en-US" dirty="0">
                <a:solidFill>
                  <a:srgbClr val="00B050"/>
                </a:solidFill>
              </a:rPr>
              <a:t>Chain Of Responsibility Pattern.</a:t>
            </a:r>
          </a:p>
          <a:p>
            <a:pPr>
              <a:lnSpc>
                <a:spcPct val="120000"/>
              </a:lnSpc>
            </a:pPr>
            <a:r>
              <a:rPr lang="en-US" dirty="0">
                <a:solidFill>
                  <a:srgbClr val="00B050"/>
                </a:solidFill>
              </a:rPr>
              <a:t>Command Pattern.</a:t>
            </a:r>
          </a:p>
          <a:p>
            <a:pPr>
              <a:lnSpc>
                <a:spcPct val="120000"/>
              </a:lnSpc>
            </a:pPr>
            <a:r>
              <a:rPr lang="en-US" dirty="0">
                <a:solidFill>
                  <a:srgbClr val="00B050"/>
                </a:solidFill>
              </a:rPr>
              <a:t>Interpreter Pattern.</a:t>
            </a:r>
          </a:p>
          <a:p>
            <a:pPr>
              <a:lnSpc>
                <a:spcPct val="120000"/>
              </a:lnSpc>
            </a:pPr>
            <a:r>
              <a:rPr lang="en-US" dirty="0">
                <a:solidFill>
                  <a:srgbClr val="00B050"/>
                </a:solidFill>
              </a:rPr>
              <a:t>Iterator Pattern.</a:t>
            </a:r>
          </a:p>
          <a:p>
            <a:pPr>
              <a:lnSpc>
                <a:spcPct val="120000"/>
              </a:lnSpc>
            </a:pPr>
            <a:r>
              <a:rPr lang="en-US" dirty="0">
                <a:solidFill>
                  <a:srgbClr val="00B050"/>
                </a:solidFill>
              </a:rPr>
              <a:t>Behavioral Design Patterns Part-II : </a:t>
            </a:r>
          </a:p>
          <a:p>
            <a:pPr>
              <a:lnSpc>
                <a:spcPct val="120000"/>
              </a:lnSpc>
            </a:pPr>
            <a:r>
              <a:rPr lang="en-US" dirty="0">
                <a:solidFill>
                  <a:srgbClr val="00B050"/>
                </a:solidFill>
              </a:rPr>
              <a:t>Mediator Pattern.</a:t>
            </a:r>
          </a:p>
          <a:p>
            <a:pPr>
              <a:lnSpc>
                <a:spcPct val="120000"/>
              </a:lnSpc>
            </a:pPr>
            <a:r>
              <a:rPr lang="en-US" dirty="0">
                <a:solidFill>
                  <a:srgbClr val="00B050"/>
                </a:solidFill>
              </a:rPr>
              <a:t>Memento Pattern.</a:t>
            </a:r>
          </a:p>
          <a:p>
            <a:pPr>
              <a:lnSpc>
                <a:spcPct val="120000"/>
              </a:lnSpc>
            </a:pPr>
            <a:r>
              <a:rPr lang="en-US" dirty="0">
                <a:solidFill>
                  <a:srgbClr val="00B050"/>
                </a:solidFill>
              </a:rPr>
              <a:t>Observer Pattern.</a:t>
            </a:r>
          </a:p>
          <a:p>
            <a:pPr marL="0" indent="0">
              <a:buNone/>
            </a:pPr>
            <a:endParaRPr lang="en-US" sz="400" dirty="0"/>
          </a:p>
        </p:txBody>
      </p:sp>
      <p:sp>
        <p:nvSpPr>
          <p:cNvPr id="6" name="Date Placeholder 5"/>
          <p:cNvSpPr>
            <a:spLocks noGrp="1"/>
          </p:cNvSpPr>
          <p:nvPr>
            <p:ph type="dt" sz="half" idx="10"/>
          </p:nvPr>
        </p:nvSpPr>
        <p:spPr/>
        <p:txBody>
          <a:bodyPr/>
          <a:lstStyle/>
          <a:p>
            <a:fld id="{E6C3A4DE-950D-4989-BF4E-B62F225D1EE7}" type="datetime1">
              <a:rPr lang="en-US" smtClean="0"/>
              <a:t>10/22/2024</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26</a:t>
            </a:fld>
            <a:endParaRPr lang="en-US" dirty="0"/>
          </a:p>
        </p:txBody>
      </p:sp>
      <p:sp>
        <p:nvSpPr>
          <p:cNvPr id="8" name="Title 1"/>
          <p:cNvSpPr txBox="1">
            <a:spLocks/>
          </p:cNvSpPr>
          <p:nvPr/>
        </p:nvSpPr>
        <p:spPr>
          <a:xfrm>
            <a:off x="1447800" y="7"/>
            <a:ext cx="10668000" cy="685799"/>
          </a:xfrm>
          <a:prstGeom prst="rect">
            <a:avLst/>
          </a:prstGeom>
          <a:solidFill>
            <a:srgbClr val="FF7474"/>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Unit IV Content</a:t>
            </a:r>
          </a:p>
        </p:txBody>
      </p:sp>
      <p:sp>
        <p:nvSpPr>
          <p:cNvPr id="2" name="Footer Placeholder 1"/>
          <p:cNvSpPr>
            <a:spLocks noGrp="1"/>
          </p:cNvSpPr>
          <p:nvPr>
            <p:ph type="ftr" sz="quarter" idx="11"/>
          </p:nvPr>
        </p:nvSpPr>
        <p:spPr/>
        <p:txBody>
          <a:bodyPr/>
          <a:lstStyle/>
          <a:p>
            <a:r>
              <a:rPr lang="en-US" dirty="0"/>
              <a:t>Pooja Kumari Design Pattern                                    Unit IV</a:t>
            </a:r>
          </a:p>
        </p:txBody>
      </p:sp>
      <p:pic>
        <p:nvPicPr>
          <p:cNvPr id="4" name="Picture 3">
            <a:extLst>
              <a:ext uri="{FF2B5EF4-FFF2-40B4-BE49-F238E27FC236}">
                <a16:creationId xmlns:a16="http://schemas.microsoft.com/office/drawing/2014/main" id="{42364435-69BB-C08A-1C2A-BE777C4837C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 y="0"/>
            <a:ext cx="1846143" cy="685799"/>
          </a:xfrm>
          <a:prstGeom prst="rect">
            <a:avLst/>
          </a:prstGeom>
          <a:noFill/>
          <a:ln>
            <a:noFill/>
          </a:ln>
        </p:spPr>
      </p:pic>
    </p:spTree>
    <p:extLst>
      <p:ext uri="{BB962C8B-B14F-4D97-AF65-F5344CB8AC3E}">
        <p14:creationId xmlns:p14="http://schemas.microsoft.com/office/powerpoint/2010/main" val="42696575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47800" y="1219200"/>
            <a:ext cx="10134600" cy="3733799"/>
          </a:xfrm>
          <a:solidFill>
            <a:schemeClr val="accent5">
              <a:lumMod val="20000"/>
              <a:lumOff val="80000"/>
            </a:schemeClr>
          </a:solidFill>
          <a:ln w="12700">
            <a:solidFill>
              <a:schemeClr val="tx1"/>
            </a:solidFill>
          </a:ln>
        </p:spPr>
        <p:txBody>
          <a:bodyPr>
            <a:normAutofit/>
          </a:bodyPr>
          <a:lstStyle/>
          <a:p>
            <a:pPr marL="0" indent="0" algn="just">
              <a:buNone/>
            </a:pPr>
            <a:r>
              <a:rPr lang="en-US" sz="2800" dirty="0"/>
              <a:t>In Unit IV, the students will be able to find</a:t>
            </a:r>
          </a:p>
          <a:p>
            <a:pPr algn="just"/>
            <a:r>
              <a:rPr lang="en-US" sz="2800" dirty="0"/>
              <a:t>Definitions of terms and concepts.</a:t>
            </a:r>
          </a:p>
          <a:p>
            <a:pPr algn="just"/>
            <a:r>
              <a:rPr lang="en-US" sz="2800" dirty="0"/>
              <a:t>The idea of a pattern</a:t>
            </a:r>
            <a:r>
              <a:rPr lang="en-IN" sz="2800" dirty="0"/>
              <a:t>.</a:t>
            </a:r>
            <a:endParaRPr lang="en-US" sz="2800" dirty="0"/>
          </a:p>
          <a:p>
            <a:pPr algn="just"/>
            <a:r>
              <a:rPr lang="en-US" sz="2800" dirty="0"/>
              <a:t>The origins of  all design patterns.</a:t>
            </a:r>
          </a:p>
          <a:p>
            <a:pPr algn="just"/>
            <a:r>
              <a:rPr lang="en-US" sz="2800" dirty="0"/>
              <a:t>How Patterns Work in software design.</a:t>
            </a:r>
          </a:p>
          <a:p>
            <a:pPr algn="just"/>
            <a:r>
              <a:rPr lang="en-US" sz="2800" dirty="0"/>
              <a:t>Scope of development activity: applications, toolkits, frameworks</a:t>
            </a:r>
            <a:r>
              <a:rPr lang="en-IN" sz="2800" dirty="0"/>
              <a:t>.</a:t>
            </a:r>
          </a:p>
          <a:p>
            <a:r>
              <a:rPr lang="en-IN" sz="2800" dirty="0"/>
              <a:t>All Behavioral Pattern and their need.</a:t>
            </a:r>
          </a:p>
          <a:p>
            <a:pPr marL="0" indent="0">
              <a:buNone/>
            </a:pPr>
            <a:endParaRPr lang="en-IN" sz="2800" dirty="0"/>
          </a:p>
          <a:p>
            <a:pPr marL="0" indent="0" algn="just">
              <a:buNone/>
            </a:pPr>
            <a:endParaRPr lang="en-US" sz="2800" dirty="0"/>
          </a:p>
        </p:txBody>
      </p:sp>
      <p:sp>
        <p:nvSpPr>
          <p:cNvPr id="4" name="Date Placeholder 3"/>
          <p:cNvSpPr>
            <a:spLocks noGrp="1"/>
          </p:cNvSpPr>
          <p:nvPr>
            <p:ph type="dt" sz="half" idx="10"/>
          </p:nvPr>
        </p:nvSpPr>
        <p:spPr/>
        <p:txBody>
          <a:bodyPr/>
          <a:lstStyle/>
          <a:p>
            <a:fld id="{03D593A5-C891-4327-A8E6-332260F9A887}" type="datetime1">
              <a:rPr lang="en-US" smtClean="0"/>
              <a:t>10/22/2024</a:t>
            </a:fld>
            <a:endParaRPr lang="en-US" dirty="0"/>
          </a:p>
        </p:txBody>
      </p:sp>
      <p:sp>
        <p:nvSpPr>
          <p:cNvPr id="5" name="Footer Placeholder 4"/>
          <p:cNvSpPr>
            <a:spLocks noGrp="1"/>
          </p:cNvSpPr>
          <p:nvPr>
            <p:ph type="ftr" sz="quarter" idx="11"/>
          </p:nvPr>
        </p:nvSpPr>
        <p:spPr>
          <a:xfrm>
            <a:off x="4343400" y="6248406"/>
            <a:ext cx="4724400" cy="365125"/>
          </a:xfrm>
        </p:spPr>
        <p:txBody>
          <a:bodyPr/>
          <a:lstStyle/>
          <a:p>
            <a:r>
              <a:rPr lang="en-US" dirty="0"/>
              <a:t>Pooja Kumari Design Pattern                                    Unit IV</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dirty="0"/>
          </a:p>
        </p:txBody>
      </p:sp>
      <p:sp>
        <p:nvSpPr>
          <p:cNvPr id="9" name="TextBox 8">
            <a:extLst>
              <a:ext uri="{FF2B5EF4-FFF2-40B4-BE49-F238E27FC236}">
                <a16:creationId xmlns:a16="http://schemas.microsoft.com/office/drawing/2014/main" id="{3747EB16-080A-2661-60C1-C10A5C26367F}"/>
              </a:ext>
            </a:extLst>
          </p:cNvPr>
          <p:cNvSpPr txBox="1"/>
          <p:nvPr/>
        </p:nvSpPr>
        <p:spPr>
          <a:xfrm>
            <a:off x="3137189" y="136525"/>
            <a:ext cx="6146222" cy="523220"/>
          </a:xfrm>
          <a:prstGeom prst="rect">
            <a:avLst/>
          </a:prstGeom>
          <a:noFill/>
        </p:spPr>
        <p:txBody>
          <a:bodyPr wrap="square">
            <a:spAutoFit/>
          </a:bodyPr>
          <a:lstStyle/>
          <a:p>
            <a:pPr algn="ctr">
              <a:spcBef>
                <a:spcPct val="0"/>
              </a:spcBef>
              <a:defRPr/>
            </a:pPr>
            <a:r>
              <a:rPr lang="en-US" sz="2800" dirty="0"/>
              <a:t>Unit IV Objective</a:t>
            </a:r>
          </a:p>
        </p:txBody>
      </p:sp>
    </p:spTree>
    <p:extLst>
      <p:ext uri="{BB962C8B-B14F-4D97-AF65-F5344CB8AC3E}">
        <p14:creationId xmlns:p14="http://schemas.microsoft.com/office/powerpoint/2010/main" val="5556754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0" y="1295400"/>
            <a:ext cx="10591800" cy="3657600"/>
          </a:xfrm>
          <a:solidFill>
            <a:schemeClr val="accent4">
              <a:lumMod val="20000"/>
              <a:lumOff val="80000"/>
            </a:schemeClr>
          </a:solidFill>
          <a:ln w="19050">
            <a:solidFill>
              <a:schemeClr val="tx1"/>
            </a:solidFill>
          </a:ln>
        </p:spPr>
        <p:txBody>
          <a:bodyPr>
            <a:normAutofit/>
          </a:bodyPr>
          <a:lstStyle/>
          <a:p>
            <a:pPr marL="0" indent="0" algn="just">
              <a:buNone/>
            </a:pPr>
            <a:r>
              <a:rPr lang="en-US" sz="2800" dirty="0"/>
              <a:t>Topic :</a:t>
            </a:r>
            <a:r>
              <a:rPr lang="en-US" sz="2800" dirty="0">
                <a:solidFill>
                  <a:srgbClr val="FF0000"/>
                </a:solidFill>
              </a:rPr>
              <a:t> </a:t>
            </a:r>
            <a:r>
              <a:rPr lang="en-IN" sz="2800" dirty="0"/>
              <a:t>Behavioral</a:t>
            </a:r>
            <a:r>
              <a:rPr lang="en-US" sz="2800" dirty="0"/>
              <a:t> Pattern, Chain Of Responsibility.</a:t>
            </a:r>
          </a:p>
          <a:p>
            <a:pPr marL="0" indent="0" algn="just">
              <a:buNone/>
            </a:pPr>
            <a:endParaRPr lang="en-US" sz="2800" dirty="0"/>
          </a:p>
          <a:p>
            <a:pPr algn="just"/>
            <a:r>
              <a:rPr lang="en-US" sz="2800" dirty="0"/>
              <a:t>In this topic, the students will gain , The idea of a </a:t>
            </a:r>
            <a:r>
              <a:rPr lang="en-IN" sz="2800" dirty="0"/>
              <a:t>Behavioral</a:t>
            </a:r>
            <a:r>
              <a:rPr lang="en-US" sz="2800" dirty="0"/>
              <a:t> design pattern, In these design patterns, the interaction between the objects should be in such a way that they can easily talk to each other and still should be loosely coupled.</a:t>
            </a:r>
          </a:p>
        </p:txBody>
      </p:sp>
      <p:sp>
        <p:nvSpPr>
          <p:cNvPr id="4" name="Date Placeholder 3"/>
          <p:cNvSpPr>
            <a:spLocks noGrp="1"/>
          </p:cNvSpPr>
          <p:nvPr>
            <p:ph type="dt" sz="half" idx="10"/>
          </p:nvPr>
        </p:nvSpPr>
        <p:spPr/>
        <p:txBody>
          <a:bodyPr/>
          <a:lstStyle/>
          <a:p>
            <a:fld id="{F8F096C5-CCE0-4950-809C-186FCE70934B}" type="datetime1">
              <a:rPr lang="en-US" smtClean="0"/>
              <a:t>10/22/2024</a:t>
            </a:fld>
            <a:endParaRPr lang="en-US" dirty="0"/>
          </a:p>
        </p:txBody>
      </p:sp>
      <p:sp>
        <p:nvSpPr>
          <p:cNvPr id="5" name="Footer Placeholder 4"/>
          <p:cNvSpPr>
            <a:spLocks noGrp="1"/>
          </p:cNvSpPr>
          <p:nvPr>
            <p:ph type="ftr" sz="quarter" idx="11"/>
          </p:nvPr>
        </p:nvSpPr>
        <p:spPr>
          <a:xfrm>
            <a:off x="4343400" y="6248406"/>
            <a:ext cx="4724400" cy="365125"/>
          </a:xfrm>
        </p:spPr>
        <p:txBody>
          <a:bodyPr/>
          <a:lstStyle/>
          <a:p>
            <a:r>
              <a:rPr lang="en-US" dirty="0"/>
              <a:t>Pooja Kumari Design Pattern                                    Unit IV</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dirty="0"/>
          </a:p>
        </p:txBody>
      </p:sp>
      <p:sp>
        <p:nvSpPr>
          <p:cNvPr id="9" name="TextBox 8">
            <a:extLst>
              <a:ext uri="{FF2B5EF4-FFF2-40B4-BE49-F238E27FC236}">
                <a16:creationId xmlns:a16="http://schemas.microsoft.com/office/drawing/2014/main" id="{9C885523-B856-E74B-00CB-C92DDBC16438}"/>
              </a:ext>
            </a:extLst>
          </p:cNvPr>
          <p:cNvSpPr txBox="1"/>
          <p:nvPr/>
        </p:nvSpPr>
        <p:spPr>
          <a:xfrm>
            <a:off x="3322493" y="224393"/>
            <a:ext cx="6146222" cy="523220"/>
          </a:xfrm>
          <a:prstGeom prst="rect">
            <a:avLst/>
          </a:prstGeom>
          <a:noFill/>
        </p:spPr>
        <p:txBody>
          <a:bodyPr wrap="square">
            <a:spAutoFit/>
          </a:bodyPr>
          <a:lstStyle/>
          <a:p>
            <a:pPr algn="ctr">
              <a:spcBef>
                <a:spcPct val="0"/>
              </a:spcBef>
              <a:defRPr/>
            </a:pPr>
            <a:r>
              <a:rPr lang="en-US" sz="2800" dirty="0"/>
              <a:t>Topic Objective</a:t>
            </a:r>
          </a:p>
        </p:txBody>
      </p:sp>
    </p:spTree>
    <p:extLst>
      <p:ext uri="{BB962C8B-B14F-4D97-AF65-F5344CB8AC3E}">
        <p14:creationId xmlns:p14="http://schemas.microsoft.com/office/powerpoint/2010/main" val="881941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2C37481-C86E-483F-80C6-15A0A480574A}"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415636" y="1069991"/>
            <a:ext cx="11506200" cy="4401205"/>
          </a:xfrm>
          <a:prstGeom prst="rect">
            <a:avLst/>
          </a:prstGeom>
          <a:solidFill>
            <a:schemeClr val="accent2">
              <a:lumMod val="40000"/>
              <a:lumOff val="60000"/>
            </a:schemeClr>
          </a:solidFill>
          <a:ln w="28575">
            <a:solidFill>
              <a:schemeClr val="tx1"/>
            </a:solidFill>
          </a:ln>
        </p:spPr>
        <p:txBody>
          <a:bodyPr wrap="square">
            <a:spAutoFit/>
          </a:bodyPr>
          <a:lstStyle/>
          <a:p>
            <a:pPr algn="just"/>
            <a:r>
              <a:rPr lang="en-US" sz="2800" b="1" u="sng" dirty="0">
                <a:latin typeface="+mj-lt"/>
              </a:rPr>
              <a:t> Behavioral Design Pattern:-</a:t>
            </a:r>
          </a:p>
          <a:p>
            <a:pPr algn="just"/>
            <a:endParaRPr lang="en-US" sz="2800" b="1" u="sng" dirty="0">
              <a:latin typeface="+mj-lt"/>
            </a:endParaRPr>
          </a:p>
          <a:p>
            <a:pPr marL="457200" indent="-457200" algn="just">
              <a:buFont typeface="Wingdings" panose="05000000000000000000" pitchFamily="2" charset="2"/>
              <a:buChar char="Ø"/>
            </a:pPr>
            <a:r>
              <a:rPr lang="en-US" sz="2800" dirty="0">
                <a:latin typeface="+mj-lt"/>
              </a:rPr>
              <a:t>It concerned with the interaction and responsibility of objects.</a:t>
            </a:r>
          </a:p>
          <a:p>
            <a:pPr marL="457200" indent="-457200" algn="just">
              <a:buFont typeface="Wingdings" panose="05000000000000000000" pitchFamily="2" charset="2"/>
              <a:buChar char="Ø"/>
            </a:pPr>
            <a:endParaRPr lang="en-US" sz="2800" dirty="0">
              <a:latin typeface="+mj-lt"/>
            </a:endParaRPr>
          </a:p>
          <a:p>
            <a:pPr marL="457200" indent="-457200" algn="just">
              <a:buFont typeface="Wingdings" panose="05000000000000000000" pitchFamily="2" charset="2"/>
              <a:buChar char="Ø"/>
            </a:pPr>
            <a:r>
              <a:rPr lang="en-US" sz="2800" dirty="0">
                <a:latin typeface="+mj-lt"/>
              </a:rPr>
              <a:t> The interaction between the objects should be in such a way that they can easily communicate to each other and still should be loosely coupled.</a:t>
            </a:r>
          </a:p>
          <a:p>
            <a:pPr marL="457200" indent="-457200" algn="just">
              <a:buFont typeface="Wingdings" panose="05000000000000000000" pitchFamily="2" charset="2"/>
              <a:buChar char="Ø"/>
            </a:pPr>
            <a:endParaRPr lang="en-US" sz="2800" dirty="0">
              <a:latin typeface="+mj-lt"/>
            </a:endParaRPr>
          </a:p>
          <a:p>
            <a:pPr marL="457200" indent="-457200" algn="just">
              <a:buFont typeface="Wingdings" panose="05000000000000000000" pitchFamily="2" charset="2"/>
              <a:buChar char="Ø"/>
            </a:pPr>
            <a:r>
              <a:rPr lang="en-US" sz="2800" dirty="0">
                <a:latin typeface="+mj-lt"/>
              </a:rPr>
              <a:t>The implementation and the client should be loosely coupled in order to avoid hard coding and dependencies.</a:t>
            </a:r>
          </a:p>
          <a:p>
            <a:pPr marL="457200" indent="-457200" algn="just">
              <a:buFont typeface="Wingdings" panose="05000000000000000000" pitchFamily="2" charset="2"/>
              <a:buChar char="Ø"/>
            </a:pPr>
            <a:endParaRPr lang="en-US" sz="2800" dirty="0">
              <a:latin typeface="+mj-lt"/>
            </a:endParaRPr>
          </a:p>
        </p:txBody>
      </p:sp>
      <p:sp>
        <p:nvSpPr>
          <p:cNvPr id="5" name="Footer Placeholder 4"/>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C1AE102C-306E-849D-F627-DA818A8F01AB}"/>
              </a:ext>
            </a:extLst>
          </p:cNvPr>
          <p:cNvSpPr txBox="1"/>
          <p:nvPr/>
        </p:nvSpPr>
        <p:spPr>
          <a:xfrm>
            <a:off x="3581400" y="150686"/>
            <a:ext cx="6146222" cy="523220"/>
          </a:xfrm>
          <a:prstGeom prst="rect">
            <a:avLst/>
          </a:prstGeom>
          <a:noFill/>
        </p:spPr>
        <p:txBody>
          <a:bodyPr wrap="square">
            <a:spAutoFit/>
          </a:bodyPr>
          <a:lstStyle/>
          <a:p>
            <a:pPr algn="ctr">
              <a:spcBef>
                <a:spcPct val="0"/>
              </a:spcBef>
              <a:defRPr/>
            </a:pPr>
            <a:r>
              <a:rPr lang="en-US" sz="2800" dirty="0"/>
              <a:t>Behavioral Design Patterns </a:t>
            </a:r>
          </a:p>
        </p:txBody>
      </p:sp>
    </p:spTree>
    <p:extLst>
      <p:ext uri="{BB962C8B-B14F-4D97-AF65-F5344CB8AC3E}">
        <p14:creationId xmlns:p14="http://schemas.microsoft.com/office/powerpoint/2010/main" val="1587520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E415AF2-D5FC-4888-B70C-942E4AB209ED}"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342900" y="1027609"/>
            <a:ext cx="11506200" cy="5693866"/>
          </a:xfrm>
          <a:prstGeom prst="rect">
            <a:avLst/>
          </a:prstGeom>
          <a:solidFill>
            <a:schemeClr val="accent2">
              <a:lumMod val="20000"/>
              <a:lumOff val="80000"/>
            </a:schemeClr>
          </a:solidFill>
          <a:ln w="28575">
            <a:solidFill>
              <a:schemeClr val="tx1"/>
            </a:solidFill>
          </a:ln>
        </p:spPr>
        <p:txBody>
          <a:bodyPr wrap="square">
            <a:spAutoFit/>
          </a:bodyPr>
          <a:lstStyle/>
          <a:p>
            <a:pPr algn="just"/>
            <a:r>
              <a:rPr lang="en-US" sz="2800" dirty="0">
                <a:latin typeface="+mj-lt"/>
              </a:rPr>
              <a:t> </a:t>
            </a:r>
            <a:r>
              <a:rPr lang="en-US" sz="2800" b="1" u="sng" dirty="0">
                <a:latin typeface="+mj-lt"/>
              </a:rPr>
              <a:t>There are 10 types of behavioral design patterns:-</a:t>
            </a:r>
          </a:p>
          <a:p>
            <a:pPr algn="just"/>
            <a:endParaRPr lang="en-US" sz="2800" b="1" u="sng" dirty="0">
              <a:latin typeface="+mj-lt"/>
            </a:endParaRPr>
          </a:p>
          <a:p>
            <a:pPr marL="514350" indent="-514350" algn="just">
              <a:buFont typeface="+mj-lt"/>
              <a:buAutoNum type="arabicPeriod"/>
            </a:pPr>
            <a:r>
              <a:rPr lang="en-US" sz="2800" dirty="0">
                <a:latin typeface="+mj-lt"/>
              </a:rPr>
              <a:t>Chain of Responsibility Pattern</a:t>
            </a:r>
          </a:p>
          <a:p>
            <a:pPr marL="514350" indent="-514350" algn="just">
              <a:buFont typeface="+mj-lt"/>
              <a:buAutoNum type="arabicPeriod"/>
            </a:pPr>
            <a:r>
              <a:rPr lang="en-US" sz="2800" dirty="0">
                <a:latin typeface="+mj-lt"/>
              </a:rPr>
              <a:t>Command Pattern</a:t>
            </a:r>
          </a:p>
          <a:p>
            <a:pPr marL="514350" indent="-514350" algn="just">
              <a:buFont typeface="+mj-lt"/>
              <a:buAutoNum type="arabicPeriod"/>
            </a:pPr>
            <a:r>
              <a:rPr lang="en-US" sz="2800" dirty="0">
                <a:latin typeface="+mj-lt"/>
              </a:rPr>
              <a:t>Interpreter Pattern</a:t>
            </a:r>
          </a:p>
          <a:p>
            <a:pPr marL="514350" indent="-514350" algn="just">
              <a:buFont typeface="+mj-lt"/>
              <a:buAutoNum type="arabicPeriod"/>
            </a:pPr>
            <a:r>
              <a:rPr lang="en-US" sz="2800" dirty="0">
                <a:latin typeface="+mj-lt"/>
              </a:rPr>
              <a:t>Iterator Pattern</a:t>
            </a:r>
          </a:p>
          <a:p>
            <a:pPr marL="514350" indent="-514350" algn="just">
              <a:buFont typeface="+mj-lt"/>
              <a:buAutoNum type="arabicPeriod"/>
            </a:pPr>
            <a:r>
              <a:rPr lang="en-US" sz="2800" dirty="0">
                <a:latin typeface="+mj-lt"/>
              </a:rPr>
              <a:t>Mediator Pattern</a:t>
            </a:r>
          </a:p>
          <a:p>
            <a:pPr marL="514350" indent="-514350" algn="just">
              <a:buFont typeface="+mj-lt"/>
              <a:buAutoNum type="arabicPeriod"/>
            </a:pPr>
            <a:r>
              <a:rPr lang="en-US" sz="2800" dirty="0">
                <a:latin typeface="+mj-lt"/>
              </a:rPr>
              <a:t>Memento Pattern</a:t>
            </a:r>
          </a:p>
          <a:p>
            <a:pPr marL="514350" indent="-514350" algn="just">
              <a:buFont typeface="+mj-lt"/>
              <a:buAutoNum type="arabicPeriod"/>
            </a:pPr>
            <a:r>
              <a:rPr lang="en-US" sz="2800" dirty="0">
                <a:latin typeface="+mj-lt"/>
              </a:rPr>
              <a:t>Observer Pattern</a:t>
            </a:r>
          </a:p>
          <a:p>
            <a:pPr marL="514350" indent="-514350" algn="just">
              <a:buFont typeface="+mj-lt"/>
              <a:buAutoNum type="arabicPeriod"/>
            </a:pPr>
            <a:r>
              <a:rPr lang="en-US" sz="2800" dirty="0">
                <a:latin typeface="+mj-lt"/>
              </a:rPr>
              <a:t>State Pattern</a:t>
            </a:r>
          </a:p>
          <a:p>
            <a:pPr marL="514350" indent="-514350" algn="just">
              <a:buFont typeface="+mj-lt"/>
              <a:buAutoNum type="arabicPeriod"/>
            </a:pPr>
            <a:r>
              <a:rPr lang="en-US" sz="2800" dirty="0">
                <a:latin typeface="+mj-lt"/>
              </a:rPr>
              <a:t>Strategy Pattern</a:t>
            </a:r>
          </a:p>
          <a:p>
            <a:pPr marL="514350" indent="-514350" algn="just">
              <a:buFont typeface="+mj-lt"/>
              <a:buAutoNum type="arabicPeriod"/>
            </a:pPr>
            <a:r>
              <a:rPr lang="en-US" sz="2800" dirty="0">
                <a:latin typeface="+mj-lt"/>
              </a:rPr>
              <a:t>Template Pattern</a:t>
            </a:r>
          </a:p>
          <a:p>
            <a:pPr algn="just"/>
            <a:endParaRPr lang="en-US" sz="2800" dirty="0">
              <a:latin typeface="+mj-lt"/>
            </a:endParaRPr>
          </a:p>
        </p:txBody>
      </p:sp>
      <p:sp>
        <p:nvSpPr>
          <p:cNvPr id="5" name="Footer Placeholder 4"/>
          <p:cNvSpPr>
            <a:spLocks noGrp="1"/>
          </p:cNvSpPr>
          <p:nvPr>
            <p:ph type="ftr" sz="quarter" idx="11"/>
          </p:nvPr>
        </p:nvSpPr>
        <p:spPr/>
        <p:txBody>
          <a:bodyPr/>
          <a:lstStyle/>
          <a:p>
            <a:r>
              <a:rPr lang="en-US"/>
              <a:t>Pooja Kumari</a:t>
            </a:r>
            <a:endParaRPr lang="en-US" dirty="0"/>
          </a:p>
        </p:txBody>
      </p:sp>
      <p:sp>
        <p:nvSpPr>
          <p:cNvPr id="10" name="TextBox 9">
            <a:extLst>
              <a:ext uri="{FF2B5EF4-FFF2-40B4-BE49-F238E27FC236}">
                <a16:creationId xmlns:a16="http://schemas.microsoft.com/office/drawing/2014/main" id="{07370DDF-AF9D-0E1A-27A3-1E8442B81DDE}"/>
              </a:ext>
            </a:extLst>
          </p:cNvPr>
          <p:cNvSpPr txBox="1"/>
          <p:nvPr/>
        </p:nvSpPr>
        <p:spPr>
          <a:xfrm>
            <a:off x="3332885" y="81289"/>
            <a:ext cx="6146222" cy="523220"/>
          </a:xfrm>
          <a:prstGeom prst="rect">
            <a:avLst/>
          </a:prstGeom>
          <a:noFill/>
        </p:spPr>
        <p:txBody>
          <a:bodyPr wrap="square">
            <a:spAutoFit/>
          </a:bodyPr>
          <a:lstStyle/>
          <a:p>
            <a:pPr algn="ctr">
              <a:spcBef>
                <a:spcPct val="0"/>
              </a:spcBef>
              <a:defRPr/>
            </a:pPr>
            <a:r>
              <a:rPr lang="en-US" sz="2800" dirty="0"/>
              <a:t>Behavioral Design Patterns </a:t>
            </a:r>
          </a:p>
        </p:txBody>
      </p:sp>
    </p:spTree>
    <p:extLst>
      <p:ext uri="{BB962C8B-B14F-4D97-AF65-F5344CB8AC3E}">
        <p14:creationId xmlns:p14="http://schemas.microsoft.com/office/powerpoint/2010/main" val="42803622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3E6BA33-C05B-4116-8F74-E3220B7161A7}"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609600" y="1027609"/>
            <a:ext cx="11506200" cy="5693866"/>
          </a:xfrm>
          <a:prstGeom prst="rect">
            <a:avLst/>
          </a:prstGeom>
          <a:solidFill>
            <a:schemeClr val="accent2">
              <a:lumMod val="20000"/>
              <a:lumOff val="80000"/>
            </a:schemeClr>
          </a:solidFill>
          <a:ln w="28575">
            <a:solidFill>
              <a:schemeClr val="tx1"/>
            </a:solidFill>
          </a:ln>
        </p:spPr>
        <p:txBody>
          <a:bodyPr wrap="square">
            <a:spAutoFit/>
          </a:bodyPr>
          <a:lstStyle/>
          <a:p>
            <a:pPr algn="just"/>
            <a:r>
              <a:rPr lang="en-US" sz="2800" b="1" u="sng" dirty="0">
                <a:latin typeface="+mj-lt"/>
              </a:rPr>
              <a:t> Chain Of Responsibility Pattern:-</a:t>
            </a:r>
          </a:p>
          <a:p>
            <a:pPr algn="just"/>
            <a:endParaRPr lang="en-US" sz="2800" b="1" u="sng" dirty="0">
              <a:latin typeface="+mj-lt"/>
            </a:endParaRPr>
          </a:p>
          <a:p>
            <a:pPr marL="45720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It says that just "avoid coupling the sender of a request to its receiver by giving multiple objects a chance to handle the request". </a:t>
            </a:r>
          </a:p>
          <a:p>
            <a:pPr marL="457200" indent="-457200" algn="just">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Example:  an ATM uses the Chain of Responsibility design pattern in money giving process.</a:t>
            </a:r>
          </a:p>
          <a:p>
            <a:pPr algn="just"/>
            <a:endParaRPr lang="en-US" sz="240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In chain of responsibility, sender sends a request to a chain of objects. The request can be handled by any object in the chain.</a:t>
            </a:r>
          </a:p>
          <a:p>
            <a:pPr marL="45720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We can also say that each receiver contains reference of another receiver. </a:t>
            </a:r>
          </a:p>
          <a:p>
            <a:pPr marL="45720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If one object cannot handle the request then it passes the same to the next receiver and so on.</a:t>
            </a:r>
          </a:p>
        </p:txBody>
      </p:sp>
      <p:sp>
        <p:nvSpPr>
          <p:cNvPr id="5" name="Footer Placeholder 4"/>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72FC21AA-2569-141D-AF3F-915D864E9D55}"/>
              </a:ext>
            </a:extLst>
          </p:cNvPr>
          <p:cNvSpPr txBox="1"/>
          <p:nvPr/>
        </p:nvSpPr>
        <p:spPr>
          <a:xfrm>
            <a:off x="3770169" y="188197"/>
            <a:ext cx="6146222" cy="523220"/>
          </a:xfrm>
          <a:prstGeom prst="rect">
            <a:avLst/>
          </a:prstGeom>
          <a:noFill/>
        </p:spPr>
        <p:txBody>
          <a:bodyPr wrap="square">
            <a:spAutoFit/>
          </a:bodyPr>
          <a:lstStyle/>
          <a:p>
            <a:pPr algn="ctr">
              <a:spcBef>
                <a:spcPct val="0"/>
              </a:spcBef>
              <a:defRPr/>
            </a:pPr>
            <a:r>
              <a:rPr lang="en-US" sz="2800" dirty="0"/>
              <a:t>Chain Of Responsibility</a:t>
            </a:r>
            <a:r>
              <a:rPr lang="en-US" sz="1800" dirty="0"/>
              <a:t> </a:t>
            </a:r>
            <a:r>
              <a:rPr lang="en-US" sz="2800" dirty="0"/>
              <a:t>Pattern</a:t>
            </a:r>
            <a:r>
              <a:rPr lang="en-US" sz="1800" dirty="0"/>
              <a:t> </a:t>
            </a:r>
          </a:p>
        </p:txBody>
      </p:sp>
    </p:spTree>
    <p:extLst>
      <p:ext uri="{BB962C8B-B14F-4D97-AF65-F5344CB8AC3E}">
        <p14:creationId xmlns:p14="http://schemas.microsoft.com/office/powerpoint/2010/main" val="28609574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3E6BA33-C05B-4116-8F74-E3220B7161A7}"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342900" y="993502"/>
            <a:ext cx="11506200" cy="3970318"/>
          </a:xfrm>
          <a:prstGeom prst="rect">
            <a:avLst/>
          </a:prstGeom>
          <a:solidFill>
            <a:schemeClr val="accent2">
              <a:lumMod val="20000"/>
              <a:lumOff val="80000"/>
            </a:schemeClr>
          </a:solidFill>
          <a:ln w="28575">
            <a:solidFill>
              <a:schemeClr val="tx1"/>
            </a:solidFill>
          </a:ln>
        </p:spPr>
        <p:txBody>
          <a:bodyPr wrap="square">
            <a:spAutoFit/>
          </a:bodyPr>
          <a:lstStyle/>
          <a:p>
            <a:pPr algn="just"/>
            <a:r>
              <a:rPr lang="en-US" sz="2800" b="1" u="sng" dirty="0">
                <a:latin typeface="+mj-lt"/>
              </a:rPr>
              <a:t> Advantages:-</a:t>
            </a:r>
          </a:p>
          <a:p>
            <a:pPr algn="just"/>
            <a:endParaRPr lang="en-US" sz="2800" b="1" u="sng" dirty="0">
              <a:latin typeface="+mj-lt"/>
            </a:endParaRPr>
          </a:p>
          <a:p>
            <a:pPr marL="457200" indent="-457200" algn="just">
              <a:lnSpc>
                <a:spcPct val="150000"/>
              </a:lnSpc>
              <a:buFont typeface="Wingdings" panose="05000000000000000000" pitchFamily="2" charset="2"/>
              <a:buChar char="Ø"/>
            </a:pPr>
            <a:r>
              <a:rPr lang="en-US" sz="2800" dirty="0">
                <a:latin typeface="+mj-lt"/>
              </a:rPr>
              <a:t>Reduces the coupling.</a:t>
            </a:r>
          </a:p>
          <a:p>
            <a:pPr marL="457200" indent="-457200" algn="just">
              <a:lnSpc>
                <a:spcPct val="150000"/>
              </a:lnSpc>
              <a:buFont typeface="Wingdings" panose="05000000000000000000" pitchFamily="2" charset="2"/>
              <a:buChar char="Ø"/>
            </a:pPr>
            <a:r>
              <a:rPr lang="en-US" sz="2800" dirty="0">
                <a:latin typeface="+mj-lt"/>
              </a:rPr>
              <a:t>Adds flexibility while  assigning  responsibilities  to objects.</a:t>
            </a:r>
          </a:p>
          <a:p>
            <a:pPr marL="457200" indent="-457200" algn="just">
              <a:lnSpc>
                <a:spcPct val="150000"/>
              </a:lnSpc>
              <a:buFont typeface="Wingdings" panose="05000000000000000000" pitchFamily="2" charset="2"/>
              <a:buChar char="Ø"/>
            </a:pPr>
            <a:r>
              <a:rPr lang="en-US" sz="2800" dirty="0">
                <a:latin typeface="+mj-lt"/>
              </a:rPr>
              <a:t>Allows a set of classes to act as  one; events produced in one  class can be sent to other handler  classes with  the  help of  composition.</a:t>
            </a:r>
          </a:p>
          <a:p>
            <a:pPr algn="just"/>
            <a:endParaRPr lang="en-US" sz="2800" dirty="0">
              <a:latin typeface="+mj-lt"/>
            </a:endParaRPr>
          </a:p>
        </p:txBody>
      </p:sp>
      <p:sp>
        <p:nvSpPr>
          <p:cNvPr id="5" name="Footer Placeholder 4"/>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931F5FF8-569D-B35D-BEA2-7A62E9095225}"/>
              </a:ext>
            </a:extLst>
          </p:cNvPr>
          <p:cNvSpPr txBox="1"/>
          <p:nvPr/>
        </p:nvSpPr>
        <p:spPr>
          <a:xfrm>
            <a:off x="3706957" y="269252"/>
            <a:ext cx="6146222" cy="523220"/>
          </a:xfrm>
          <a:prstGeom prst="rect">
            <a:avLst/>
          </a:prstGeom>
          <a:noFill/>
        </p:spPr>
        <p:txBody>
          <a:bodyPr wrap="square">
            <a:spAutoFit/>
          </a:bodyPr>
          <a:lstStyle/>
          <a:p>
            <a:pPr algn="ctr">
              <a:spcBef>
                <a:spcPct val="0"/>
              </a:spcBef>
              <a:defRPr/>
            </a:pPr>
            <a:r>
              <a:rPr lang="en-US" sz="2800" dirty="0"/>
              <a:t>Advantages of </a:t>
            </a:r>
            <a:r>
              <a:rPr lang="en-US" sz="2800" b="1" u="sng" dirty="0">
                <a:latin typeface="+mj-lt"/>
              </a:rPr>
              <a:t>Chain Of Responsibility </a:t>
            </a:r>
            <a:r>
              <a:rPr lang="en-US" sz="2800" dirty="0"/>
              <a:t>  </a:t>
            </a:r>
          </a:p>
        </p:txBody>
      </p:sp>
    </p:spTree>
    <p:extLst>
      <p:ext uri="{BB962C8B-B14F-4D97-AF65-F5344CB8AC3E}">
        <p14:creationId xmlns:p14="http://schemas.microsoft.com/office/powerpoint/2010/main" val="1005841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D098E4F-43D7-454D-B0D3-033260F0B381}"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464126" y="1027609"/>
            <a:ext cx="11620500" cy="5693866"/>
          </a:xfrm>
          <a:prstGeom prst="rect">
            <a:avLst/>
          </a:prstGeom>
          <a:solidFill>
            <a:schemeClr val="accent2">
              <a:lumMod val="20000"/>
              <a:lumOff val="80000"/>
            </a:schemeClr>
          </a:solidFill>
          <a:ln w="28575">
            <a:solidFill>
              <a:schemeClr val="tx1"/>
            </a:solidFill>
          </a:ln>
        </p:spPr>
        <p:txBody>
          <a:bodyPr wrap="square">
            <a:spAutoFit/>
          </a:bodyPr>
          <a:lstStyle/>
          <a:p>
            <a:pPr marL="457200" indent="-457200" algn="just">
              <a:buFont typeface="Wingdings" panose="05000000000000000000" pitchFamily="2" charset="2"/>
              <a:buChar char="Ø"/>
            </a:pPr>
            <a:r>
              <a:rPr lang="en-US" sz="2800" dirty="0">
                <a:latin typeface="+mj-lt"/>
              </a:rPr>
              <a:t>We have created an abstract class </a:t>
            </a:r>
            <a:r>
              <a:rPr lang="en-US" sz="2800" dirty="0" err="1">
                <a:latin typeface="+mj-lt"/>
              </a:rPr>
              <a:t>AbstractLogger</a:t>
            </a:r>
            <a:r>
              <a:rPr lang="en-US" sz="2800" dirty="0">
                <a:latin typeface="+mj-lt"/>
              </a:rPr>
              <a:t> with a level of logging. Then we have created three types of loggers extending the </a:t>
            </a:r>
            <a:r>
              <a:rPr lang="en-US" sz="2800" dirty="0" err="1">
                <a:latin typeface="+mj-lt"/>
              </a:rPr>
              <a:t>AbstractLogger</a:t>
            </a:r>
            <a:r>
              <a:rPr lang="en-US" sz="2800" dirty="0">
                <a:latin typeface="+mj-lt"/>
              </a:rPr>
              <a:t>. Each logger checks the level of message to its level and print accordingly otherwise does not print and pass the message to its next logger.</a:t>
            </a:r>
          </a:p>
          <a:p>
            <a:pPr algn="just"/>
            <a:endParaRPr lang="en-US" sz="2800" dirty="0">
              <a:latin typeface="+mj-lt"/>
            </a:endParaRPr>
          </a:p>
          <a:p>
            <a:pPr marL="457200" indent="-457200" algn="just">
              <a:buFont typeface="Wingdings" panose="05000000000000000000" pitchFamily="2" charset="2"/>
              <a:buChar char="Ø"/>
            </a:pPr>
            <a:r>
              <a:rPr lang="en-US" sz="2800" dirty="0">
                <a:latin typeface="+mj-lt"/>
              </a:rPr>
              <a:t>As the name suggests, the chain of responsibility pattern creates a chain of receiver objects for a request. This pattern decouples sender and receiver of a request based on type of request. This pattern comes under behavioral patterns.</a:t>
            </a:r>
          </a:p>
          <a:p>
            <a:pPr marL="457200" indent="-457200" algn="just">
              <a:buFont typeface="Wingdings" panose="05000000000000000000" pitchFamily="2" charset="2"/>
              <a:buChar char="Ø"/>
            </a:pPr>
            <a:endParaRPr lang="en-US" sz="2800" dirty="0">
              <a:latin typeface="+mj-lt"/>
            </a:endParaRPr>
          </a:p>
          <a:p>
            <a:pPr marL="457200" indent="-457200" algn="just">
              <a:buFont typeface="Wingdings" panose="05000000000000000000" pitchFamily="2" charset="2"/>
              <a:buChar char="Ø"/>
            </a:pPr>
            <a:r>
              <a:rPr lang="en-US" sz="2800" dirty="0">
                <a:latin typeface="+mj-lt"/>
              </a:rPr>
              <a:t>In this pattern, normally each receiver contains reference to another receiver. If one object cannot handle the request then it passes the same to the next receiver and so on.</a:t>
            </a:r>
          </a:p>
        </p:txBody>
      </p:sp>
      <p:sp>
        <p:nvSpPr>
          <p:cNvPr id="5" name="Footer Placeholder 4"/>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A99809D1-402F-EE7A-C8BF-5624C0FABAB0}"/>
              </a:ext>
            </a:extLst>
          </p:cNvPr>
          <p:cNvSpPr txBox="1"/>
          <p:nvPr/>
        </p:nvSpPr>
        <p:spPr>
          <a:xfrm>
            <a:off x="2919845" y="233698"/>
            <a:ext cx="9164781" cy="523220"/>
          </a:xfrm>
          <a:prstGeom prst="rect">
            <a:avLst/>
          </a:prstGeom>
          <a:noFill/>
        </p:spPr>
        <p:txBody>
          <a:bodyPr wrap="square">
            <a:spAutoFit/>
          </a:bodyPr>
          <a:lstStyle/>
          <a:p>
            <a:pPr algn="ctr">
              <a:spcBef>
                <a:spcPct val="0"/>
              </a:spcBef>
              <a:defRPr/>
            </a:pPr>
            <a:r>
              <a:rPr lang="en-US" sz="2800" dirty="0"/>
              <a:t>Implementation of Chain Of Responsibility Pattern</a:t>
            </a:r>
          </a:p>
        </p:txBody>
      </p:sp>
    </p:spTree>
    <p:extLst>
      <p:ext uri="{BB962C8B-B14F-4D97-AF65-F5344CB8AC3E}">
        <p14:creationId xmlns:p14="http://schemas.microsoft.com/office/powerpoint/2010/main" val="20652599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EF733A9-8394-49A5-B316-715E8274AB96}"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2"/>
          <a:stretch>
            <a:fillRect/>
          </a:stretch>
        </p:blipFill>
        <p:spPr>
          <a:xfrm>
            <a:off x="1785108" y="1018309"/>
            <a:ext cx="8722228" cy="5622342"/>
          </a:xfrm>
          <a:prstGeom prst="rect">
            <a:avLst/>
          </a:prstGeom>
          <a:ln w="12700">
            <a:solidFill>
              <a:schemeClr val="tx1"/>
            </a:solidFill>
          </a:ln>
        </p:spPr>
      </p:pic>
      <p:sp>
        <p:nvSpPr>
          <p:cNvPr id="5" name="Footer Placeholder 4"/>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AAAA22E5-EF8A-924E-FF4F-D442EAD41379}"/>
              </a:ext>
            </a:extLst>
          </p:cNvPr>
          <p:cNvSpPr txBox="1"/>
          <p:nvPr/>
        </p:nvSpPr>
        <p:spPr>
          <a:xfrm>
            <a:off x="3835978" y="316467"/>
            <a:ext cx="8356022" cy="523220"/>
          </a:xfrm>
          <a:prstGeom prst="rect">
            <a:avLst/>
          </a:prstGeom>
          <a:noFill/>
        </p:spPr>
        <p:txBody>
          <a:bodyPr wrap="square">
            <a:spAutoFit/>
          </a:bodyPr>
          <a:lstStyle/>
          <a:p>
            <a:pPr algn="ctr">
              <a:spcBef>
                <a:spcPct val="0"/>
              </a:spcBef>
              <a:defRPr/>
            </a:pPr>
            <a:r>
              <a:rPr lang="en-US" sz="2800" dirty="0"/>
              <a:t>UML\Structure for Chain Of Responsibility </a:t>
            </a:r>
          </a:p>
        </p:txBody>
      </p:sp>
    </p:spTree>
    <p:extLst>
      <p:ext uri="{BB962C8B-B14F-4D97-AF65-F5344CB8AC3E}">
        <p14:creationId xmlns:p14="http://schemas.microsoft.com/office/powerpoint/2010/main" val="15296606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5DDC84A-3035-49B5-9B71-4BB65D49DA78}"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5" name="Picture 4"/>
          <p:cNvPicPr>
            <a:picLocks noChangeAspect="1"/>
          </p:cNvPicPr>
          <p:nvPr/>
        </p:nvPicPr>
        <p:blipFill>
          <a:blip r:embed="rId2"/>
          <a:stretch>
            <a:fillRect/>
          </a:stretch>
        </p:blipFill>
        <p:spPr>
          <a:xfrm>
            <a:off x="4267200" y="1065006"/>
            <a:ext cx="4735557" cy="5656475"/>
          </a:xfrm>
          <a:prstGeom prst="rect">
            <a:avLst/>
          </a:prstGeom>
          <a:ln w="9525">
            <a:solidFill>
              <a:schemeClr val="tx1"/>
            </a:solidFill>
          </a:ln>
        </p:spPr>
      </p:pic>
      <p:pic>
        <p:nvPicPr>
          <p:cNvPr id="8" name="Picture 7"/>
          <p:cNvPicPr>
            <a:picLocks noChangeAspect="1"/>
          </p:cNvPicPr>
          <p:nvPr/>
        </p:nvPicPr>
        <p:blipFill>
          <a:blip r:embed="rId3"/>
          <a:stretch>
            <a:fillRect/>
          </a:stretch>
        </p:blipFill>
        <p:spPr>
          <a:xfrm>
            <a:off x="252684" y="1065006"/>
            <a:ext cx="3914231" cy="1191288"/>
          </a:xfrm>
          <a:prstGeom prst="rect">
            <a:avLst/>
          </a:prstGeom>
          <a:ln w="12700">
            <a:solidFill>
              <a:schemeClr val="tx1"/>
            </a:solidFill>
          </a:ln>
        </p:spPr>
      </p:pic>
      <p:sp>
        <p:nvSpPr>
          <p:cNvPr id="3" name="Footer Placeholder 2"/>
          <p:cNvSpPr>
            <a:spLocks noGrp="1"/>
          </p:cNvSpPr>
          <p:nvPr>
            <p:ph type="ftr" sz="quarter" idx="11"/>
          </p:nvPr>
        </p:nvSpPr>
        <p:spPr/>
        <p:txBody>
          <a:bodyPr/>
          <a:lstStyle/>
          <a:p>
            <a:r>
              <a:rPr lang="en-US" dirty="0"/>
              <a:t>Pooja Kumari Design Pattern                                    Unit IV</a:t>
            </a:r>
          </a:p>
        </p:txBody>
      </p:sp>
      <p:sp>
        <p:nvSpPr>
          <p:cNvPr id="11" name="TextBox 10">
            <a:extLst>
              <a:ext uri="{FF2B5EF4-FFF2-40B4-BE49-F238E27FC236}">
                <a16:creationId xmlns:a16="http://schemas.microsoft.com/office/drawing/2014/main" id="{4EADE5B9-9616-4D30-087A-DF24B20520D8}"/>
              </a:ext>
            </a:extLst>
          </p:cNvPr>
          <p:cNvSpPr txBox="1"/>
          <p:nvPr/>
        </p:nvSpPr>
        <p:spPr>
          <a:xfrm>
            <a:off x="3130475" y="81289"/>
            <a:ext cx="7701579" cy="523220"/>
          </a:xfrm>
          <a:prstGeom prst="rect">
            <a:avLst/>
          </a:prstGeom>
          <a:noFill/>
        </p:spPr>
        <p:txBody>
          <a:bodyPr wrap="square">
            <a:spAutoFit/>
          </a:bodyPr>
          <a:lstStyle/>
          <a:p>
            <a:pPr algn="ctr">
              <a:spcBef>
                <a:spcPct val="0"/>
              </a:spcBef>
              <a:defRPr/>
            </a:pPr>
            <a:r>
              <a:rPr lang="en-US" sz="2800" dirty="0"/>
              <a:t>Implementation of (Chain Of Responsibility Pattern) </a:t>
            </a:r>
          </a:p>
        </p:txBody>
      </p:sp>
    </p:spTree>
    <p:extLst>
      <p:ext uri="{BB962C8B-B14F-4D97-AF65-F5344CB8AC3E}">
        <p14:creationId xmlns:p14="http://schemas.microsoft.com/office/powerpoint/2010/main" val="19920028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B08CDAC-46C7-44DC-B502-C721FDE0BA5D}"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2"/>
          <a:stretch>
            <a:fillRect/>
          </a:stretch>
        </p:blipFill>
        <p:spPr>
          <a:xfrm>
            <a:off x="1752600" y="1066800"/>
            <a:ext cx="8745391" cy="5402768"/>
          </a:xfrm>
          <a:prstGeom prst="rect">
            <a:avLst/>
          </a:prstGeom>
          <a:ln w="9525">
            <a:solidFill>
              <a:schemeClr val="tx1"/>
            </a:solidFill>
          </a:ln>
        </p:spPr>
      </p:pic>
      <p:sp>
        <p:nvSpPr>
          <p:cNvPr id="5" name="Footer Placeholder 4"/>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7643587A-83BD-F2F4-3F07-21EE89946D63}"/>
              </a:ext>
            </a:extLst>
          </p:cNvPr>
          <p:cNvSpPr txBox="1"/>
          <p:nvPr/>
        </p:nvSpPr>
        <p:spPr>
          <a:xfrm>
            <a:off x="2934565" y="208111"/>
            <a:ext cx="8647835" cy="523220"/>
          </a:xfrm>
          <a:prstGeom prst="rect">
            <a:avLst/>
          </a:prstGeom>
          <a:noFill/>
        </p:spPr>
        <p:txBody>
          <a:bodyPr wrap="square">
            <a:spAutoFit/>
          </a:bodyPr>
          <a:lstStyle/>
          <a:p>
            <a:pPr algn="ctr">
              <a:spcBef>
                <a:spcPct val="0"/>
              </a:spcBef>
              <a:defRPr/>
            </a:pPr>
            <a:r>
              <a:rPr lang="en-US" sz="2800" dirty="0"/>
              <a:t>Implementation</a:t>
            </a:r>
            <a:r>
              <a:rPr lang="en-US" sz="1800" dirty="0"/>
              <a:t> </a:t>
            </a:r>
            <a:r>
              <a:rPr lang="en-US" sz="2800" dirty="0"/>
              <a:t>of (Chain Of Responsibility Pattern) </a:t>
            </a:r>
          </a:p>
        </p:txBody>
      </p:sp>
    </p:spTree>
    <p:extLst>
      <p:ext uri="{BB962C8B-B14F-4D97-AF65-F5344CB8AC3E}">
        <p14:creationId xmlns:p14="http://schemas.microsoft.com/office/powerpoint/2010/main" val="9000613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A2AF69D-4D2E-4A5F-89C2-5DD7E1A29A7E}"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8" name="TextBox 7"/>
          <p:cNvSpPr txBox="1"/>
          <p:nvPr/>
        </p:nvSpPr>
        <p:spPr>
          <a:xfrm>
            <a:off x="299935" y="1147280"/>
            <a:ext cx="3084503" cy="461665"/>
          </a:xfrm>
          <a:prstGeom prst="rect">
            <a:avLst/>
          </a:prstGeom>
          <a:noFill/>
          <a:ln w="12700">
            <a:solidFill>
              <a:schemeClr val="tx1"/>
            </a:solidFill>
          </a:ln>
        </p:spPr>
        <p:txBody>
          <a:bodyPr wrap="square" rtlCol="0">
            <a:spAutoFit/>
          </a:bodyPr>
          <a:lstStyle/>
          <a:p>
            <a:r>
              <a:rPr lang="en-US" sz="2400" dirty="0"/>
              <a:t>Step -2 Cont.……..</a:t>
            </a:r>
          </a:p>
        </p:txBody>
      </p:sp>
      <p:pic>
        <p:nvPicPr>
          <p:cNvPr id="5" name="Picture 4"/>
          <p:cNvPicPr>
            <a:picLocks noChangeAspect="1"/>
          </p:cNvPicPr>
          <p:nvPr/>
        </p:nvPicPr>
        <p:blipFill>
          <a:blip r:embed="rId2"/>
          <a:stretch>
            <a:fillRect/>
          </a:stretch>
        </p:blipFill>
        <p:spPr>
          <a:xfrm>
            <a:off x="3100522" y="1716666"/>
            <a:ext cx="8780656" cy="4930559"/>
          </a:xfrm>
          <a:prstGeom prst="rect">
            <a:avLst/>
          </a:prstGeom>
          <a:ln w="19050">
            <a:solidFill>
              <a:schemeClr val="tx1"/>
            </a:solidFill>
          </a:ln>
        </p:spPr>
      </p:pic>
      <p:sp>
        <p:nvSpPr>
          <p:cNvPr id="3" name="Footer Placeholder 2"/>
          <p:cNvSpPr>
            <a:spLocks noGrp="1"/>
          </p:cNvSpPr>
          <p:nvPr>
            <p:ph type="ftr" sz="quarter" idx="11"/>
          </p:nvPr>
        </p:nvSpPr>
        <p:spPr/>
        <p:txBody>
          <a:bodyPr/>
          <a:lstStyle/>
          <a:p>
            <a:r>
              <a:rPr lang="en-US" dirty="0"/>
              <a:t>Pooja Kumari Design Pattern                                    Unit IV</a:t>
            </a:r>
          </a:p>
        </p:txBody>
      </p:sp>
      <p:sp>
        <p:nvSpPr>
          <p:cNvPr id="11" name="TextBox 10">
            <a:extLst>
              <a:ext uri="{FF2B5EF4-FFF2-40B4-BE49-F238E27FC236}">
                <a16:creationId xmlns:a16="http://schemas.microsoft.com/office/drawing/2014/main" id="{8A8BAE38-9164-C7B8-5538-AE324A4C0976}"/>
              </a:ext>
            </a:extLst>
          </p:cNvPr>
          <p:cNvSpPr txBox="1"/>
          <p:nvPr/>
        </p:nvSpPr>
        <p:spPr>
          <a:xfrm>
            <a:off x="3384438" y="186476"/>
            <a:ext cx="8496739" cy="523220"/>
          </a:xfrm>
          <a:prstGeom prst="rect">
            <a:avLst/>
          </a:prstGeom>
          <a:noFill/>
        </p:spPr>
        <p:txBody>
          <a:bodyPr wrap="square">
            <a:spAutoFit/>
          </a:bodyPr>
          <a:lstStyle/>
          <a:p>
            <a:pPr algn="ctr">
              <a:spcBef>
                <a:spcPct val="0"/>
              </a:spcBef>
              <a:defRPr/>
            </a:pPr>
            <a:r>
              <a:rPr lang="en-US" sz="2800" dirty="0"/>
              <a:t>Implementation of (Chain Of Responsibility Pattern) </a:t>
            </a:r>
          </a:p>
        </p:txBody>
      </p:sp>
    </p:spTree>
    <p:extLst>
      <p:ext uri="{BB962C8B-B14F-4D97-AF65-F5344CB8AC3E}">
        <p14:creationId xmlns:p14="http://schemas.microsoft.com/office/powerpoint/2010/main" val="731300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9AACC2B-3DBB-45AE-B15B-CAB2E03418B9}"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8" name="TextBox 7"/>
          <p:cNvSpPr txBox="1"/>
          <p:nvPr/>
        </p:nvSpPr>
        <p:spPr>
          <a:xfrm>
            <a:off x="299936" y="1075583"/>
            <a:ext cx="3084503" cy="461665"/>
          </a:xfrm>
          <a:prstGeom prst="rect">
            <a:avLst/>
          </a:prstGeom>
          <a:noFill/>
          <a:ln w="12700">
            <a:solidFill>
              <a:schemeClr val="tx1"/>
            </a:solidFill>
          </a:ln>
        </p:spPr>
        <p:txBody>
          <a:bodyPr wrap="square" rtlCol="0">
            <a:spAutoFit/>
          </a:bodyPr>
          <a:lstStyle/>
          <a:p>
            <a:r>
              <a:rPr lang="en-US" sz="2400" dirty="0"/>
              <a:t>Step -2 Cont.……..</a:t>
            </a:r>
          </a:p>
        </p:txBody>
      </p:sp>
      <p:pic>
        <p:nvPicPr>
          <p:cNvPr id="3" name="Picture 2"/>
          <p:cNvPicPr>
            <a:picLocks noChangeAspect="1"/>
          </p:cNvPicPr>
          <p:nvPr/>
        </p:nvPicPr>
        <p:blipFill>
          <a:blip r:embed="rId2"/>
          <a:stretch>
            <a:fillRect/>
          </a:stretch>
        </p:blipFill>
        <p:spPr>
          <a:xfrm>
            <a:off x="3193710" y="1687693"/>
            <a:ext cx="8617974" cy="5033789"/>
          </a:xfrm>
          <a:prstGeom prst="rect">
            <a:avLst/>
          </a:prstGeom>
          <a:ln w="12700">
            <a:solidFill>
              <a:schemeClr val="tx1"/>
            </a:solidFill>
          </a:ln>
        </p:spPr>
      </p:pic>
      <p:sp>
        <p:nvSpPr>
          <p:cNvPr id="5" name="Footer Placeholder 4"/>
          <p:cNvSpPr>
            <a:spLocks noGrp="1"/>
          </p:cNvSpPr>
          <p:nvPr>
            <p:ph type="ftr" sz="quarter" idx="11"/>
          </p:nvPr>
        </p:nvSpPr>
        <p:spPr/>
        <p:txBody>
          <a:bodyPr/>
          <a:lstStyle/>
          <a:p>
            <a:r>
              <a:rPr lang="en-US" dirty="0"/>
              <a:t>Pooja Kumari Design Pattern                                    Unit IV</a:t>
            </a:r>
          </a:p>
        </p:txBody>
      </p:sp>
      <p:sp>
        <p:nvSpPr>
          <p:cNvPr id="11" name="TextBox 10">
            <a:extLst>
              <a:ext uri="{FF2B5EF4-FFF2-40B4-BE49-F238E27FC236}">
                <a16:creationId xmlns:a16="http://schemas.microsoft.com/office/drawing/2014/main" id="{5F221AFD-FCC2-F06F-77F8-5392EDC3A419}"/>
              </a:ext>
            </a:extLst>
          </p:cNvPr>
          <p:cNvSpPr txBox="1"/>
          <p:nvPr/>
        </p:nvSpPr>
        <p:spPr>
          <a:xfrm>
            <a:off x="3820391" y="162579"/>
            <a:ext cx="8153400" cy="523220"/>
          </a:xfrm>
          <a:prstGeom prst="rect">
            <a:avLst/>
          </a:prstGeom>
          <a:noFill/>
        </p:spPr>
        <p:txBody>
          <a:bodyPr wrap="square">
            <a:spAutoFit/>
          </a:bodyPr>
          <a:lstStyle/>
          <a:p>
            <a:pPr algn="ctr">
              <a:spcBef>
                <a:spcPct val="0"/>
              </a:spcBef>
              <a:defRPr/>
            </a:pPr>
            <a:r>
              <a:rPr lang="en-US" sz="2800" dirty="0"/>
              <a:t>Implementation of (Chain Of Responsibility Pattern) </a:t>
            </a:r>
          </a:p>
        </p:txBody>
      </p:sp>
    </p:spTree>
    <p:extLst>
      <p:ext uri="{BB962C8B-B14F-4D97-AF65-F5344CB8AC3E}">
        <p14:creationId xmlns:p14="http://schemas.microsoft.com/office/powerpoint/2010/main" val="24059832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6BA6F86-D7A3-444B-9869-8FFAD82FB62F}"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5" name="Picture 4"/>
          <p:cNvPicPr>
            <a:picLocks noChangeAspect="1"/>
          </p:cNvPicPr>
          <p:nvPr/>
        </p:nvPicPr>
        <p:blipFill>
          <a:blip r:embed="rId2"/>
          <a:stretch>
            <a:fillRect/>
          </a:stretch>
        </p:blipFill>
        <p:spPr>
          <a:xfrm>
            <a:off x="1572937" y="1020756"/>
            <a:ext cx="9046126" cy="5700719"/>
          </a:xfrm>
          <a:prstGeom prst="rect">
            <a:avLst/>
          </a:prstGeom>
          <a:ln w="12700">
            <a:solidFill>
              <a:schemeClr val="tx1"/>
            </a:solidFill>
          </a:ln>
        </p:spPr>
      </p:pic>
      <p:sp>
        <p:nvSpPr>
          <p:cNvPr id="3" name="Footer Placeholder 2"/>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FFB1C05D-B590-8F69-C67F-74E5E46E556A}"/>
              </a:ext>
            </a:extLst>
          </p:cNvPr>
          <p:cNvSpPr txBox="1"/>
          <p:nvPr/>
        </p:nvSpPr>
        <p:spPr>
          <a:xfrm>
            <a:off x="3332884" y="194566"/>
            <a:ext cx="8481580" cy="523220"/>
          </a:xfrm>
          <a:prstGeom prst="rect">
            <a:avLst/>
          </a:prstGeom>
          <a:noFill/>
        </p:spPr>
        <p:txBody>
          <a:bodyPr wrap="square">
            <a:spAutoFit/>
          </a:bodyPr>
          <a:lstStyle/>
          <a:p>
            <a:pPr algn="ctr">
              <a:spcBef>
                <a:spcPct val="0"/>
              </a:spcBef>
              <a:defRPr/>
            </a:pPr>
            <a:r>
              <a:rPr lang="en-US" sz="2800" dirty="0"/>
              <a:t>Implementation of (Chain Of Responsibility Pattern) </a:t>
            </a:r>
          </a:p>
        </p:txBody>
      </p:sp>
    </p:spTree>
    <p:extLst>
      <p:ext uri="{BB962C8B-B14F-4D97-AF65-F5344CB8AC3E}">
        <p14:creationId xmlns:p14="http://schemas.microsoft.com/office/powerpoint/2010/main" val="37227214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0766B1C-17AE-4684-B102-31CB54CFD32D}"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8" name="TextBox 7"/>
          <p:cNvSpPr txBox="1"/>
          <p:nvPr/>
        </p:nvSpPr>
        <p:spPr>
          <a:xfrm>
            <a:off x="299936" y="955917"/>
            <a:ext cx="3084503" cy="461665"/>
          </a:xfrm>
          <a:prstGeom prst="rect">
            <a:avLst/>
          </a:prstGeom>
          <a:noFill/>
          <a:ln w="12700">
            <a:solidFill>
              <a:schemeClr val="tx1"/>
            </a:solidFill>
          </a:ln>
        </p:spPr>
        <p:txBody>
          <a:bodyPr wrap="square" rtlCol="0">
            <a:spAutoFit/>
          </a:bodyPr>
          <a:lstStyle/>
          <a:p>
            <a:r>
              <a:rPr lang="en-US" sz="2400" dirty="0"/>
              <a:t>Step -3 Cont.……..</a:t>
            </a:r>
          </a:p>
        </p:txBody>
      </p:sp>
      <p:pic>
        <p:nvPicPr>
          <p:cNvPr id="3" name="Picture 2"/>
          <p:cNvPicPr>
            <a:picLocks noChangeAspect="1"/>
          </p:cNvPicPr>
          <p:nvPr/>
        </p:nvPicPr>
        <p:blipFill>
          <a:blip r:embed="rId2"/>
          <a:stretch>
            <a:fillRect/>
          </a:stretch>
        </p:blipFill>
        <p:spPr>
          <a:xfrm>
            <a:off x="3685637" y="1417582"/>
            <a:ext cx="8169416" cy="5268440"/>
          </a:xfrm>
          <a:prstGeom prst="rect">
            <a:avLst/>
          </a:prstGeom>
          <a:ln w="12700">
            <a:solidFill>
              <a:schemeClr val="tx1"/>
            </a:solidFill>
          </a:ln>
        </p:spPr>
      </p:pic>
      <p:sp>
        <p:nvSpPr>
          <p:cNvPr id="5" name="Footer Placeholder 4"/>
          <p:cNvSpPr>
            <a:spLocks noGrp="1"/>
          </p:cNvSpPr>
          <p:nvPr>
            <p:ph type="ftr" sz="quarter" idx="11"/>
          </p:nvPr>
        </p:nvSpPr>
        <p:spPr/>
        <p:txBody>
          <a:bodyPr/>
          <a:lstStyle/>
          <a:p>
            <a:r>
              <a:rPr lang="en-US" dirty="0"/>
              <a:t>Pooja Kumari Design Pattern                                    Unit IV</a:t>
            </a:r>
          </a:p>
        </p:txBody>
      </p:sp>
      <p:sp>
        <p:nvSpPr>
          <p:cNvPr id="11" name="TextBox 10">
            <a:extLst>
              <a:ext uri="{FF2B5EF4-FFF2-40B4-BE49-F238E27FC236}">
                <a16:creationId xmlns:a16="http://schemas.microsoft.com/office/drawing/2014/main" id="{D0CA2480-C7AB-5DF4-AF9E-F732BB9377CF}"/>
              </a:ext>
            </a:extLst>
          </p:cNvPr>
          <p:cNvSpPr txBox="1"/>
          <p:nvPr/>
        </p:nvSpPr>
        <p:spPr>
          <a:xfrm>
            <a:off x="3177020" y="171978"/>
            <a:ext cx="8824480" cy="523220"/>
          </a:xfrm>
          <a:prstGeom prst="rect">
            <a:avLst/>
          </a:prstGeom>
          <a:noFill/>
        </p:spPr>
        <p:txBody>
          <a:bodyPr wrap="square">
            <a:spAutoFit/>
          </a:bodyPr>
          <a:lstStyle/>
          <a:p>
            <a:pPr algn="ctr">
              <a:spcBef>
                <a:spcPct val="0"/>
              </a:spcBef>
              <a:defRPr/>
            </a:pPr>
            <a:r>
              <a:rPr lang="en-US" sz="2800" dirty="0"/>
              <a:t>Implementation of (Chain Of Responsibility Pattern) </a:t>
            </a:r>
          </a:p>
        </p:txBody>
      </p:sp>
    </p:spTree>
    <p:extLst>
      <p:ext uri="{BB962C8B-B14F-4D97-AF65-F5344CB8AC3E}">
        <p14:creationId xmlns:p14="http://schemas.microsoft.com/office/powerpoint/2010/main" val="4094555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457931E-2B45-4A83-93D7-99D75EFCB04E}"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5" name="Picture 4"/>
          <p:cNvPicPr>
            <a:picLocks noChangeAspect="1"/>
          </p:cNvPicPr>
          <p:nvPr/>
        </p:nvPicPr>
        <p:blipFill>
          <a:blip r:embed="rId2"/>
          <a:stretch>
            <a:fillRect/>
          </a:stretch>
        </p:blipFill>
        <p:spPr>
          <a:xfrm>
            <a:off x="990600" y="1663618"/>
            <a:ext cx="9735037" cy="4337892"/>
          </a:xfrm>
          <a:prstGeom prst="rect">
            <a:avLst/>
          </a:prstGeom>
          <a:ln w="19050">
            <a:solidFill>
              <a:schemeClr val="tx1"/>
            </a:solidFill>
          </a:ln>
        </p:spPr>
      </p:pic>
      <p:sp>
        <p:nvSpPr>
          <p:cNvPr id="3" name="Footer Placeholder 2"/>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753869E0-B11E-8869-FB49-76014A142EDB}"/>
              </a:ext>
            </a:extLst>
          </p:cNvPr>
          <p:cNvSpPr txBox="1"/>
          <p:nvPr/>
        </p:nvSpPr>
        <p:spPr>
          <a:xfrm>
            <a:off x="3364056" y="151656"/>
            <a:ext cx="8388062" cy="523220"/>
          </a:xfrm>
          <a:prstGeom prst="rect">
            <a:avLst/>
          </a:prstGeom>
          <a:noFill/>
        </p:spPr>
        <p:txBody>
          <a:bodyPr wrap="square">
            <a:spAutoFit/>
          </a:bodyPr>
          <a:lstStyle/>
          <a:p>
            <a:pPr algn="ctr">
              <a:spcBef>
                <a:spcPct val="0"/>
              </a:spcBef>
              <a:defRPr/>
            </a:pPr>
            <a:r>
              <a:rPr lang="en-US" sz="2800" dirty="0"/>
              <a:t>Implementation of (Chain Of Responsibility Pattern) </a:t>
            </a:r>
          </a:p>
        </p:txBody>
      </p:sp>
    </p:spTree>
    <p:extLst>
      <p:ext uri="{BB962C8B-B14F-4D97-AF65-F5344CB8AC3E}">
        <p14:creationId xmlns:p14="http://schemas.microsoft.com/office/powerpoint/2010/main" val="5835515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4549" y="1116419"/>
            <a:ext cx="11566451" cy="5239931"/>
          </a:xfrm>
          <a:solidFill>
            <a:schemeClr val="accent2">
              <a:lumMod val="20000"/>
              <a:lumOff val="80000"/>
            </a:schemeClr>
          </a:solidFill>
          <a:ln w="19050">
            <a:solidFill>
              <a:schemeClr val="tx1"/>
            </a:solidFill>
          </a:ln>
        </p:spPr>
        <p:txBody>
          <a:bodyPr>
            <a:normAutofit/>
          </a:bodyPr>
          <a:lstStyle/>
          <a:p>
            <a:pPr marL="514350" indent="-514350" algn="just">
              <a:buAutoNum type="arabicPeriod"/>
            </a:pPr>
            <a:r>
              <a:rPr lang="en-US" sz="2400" dirty="0"/>
              <a:t>Which of the following  patterns  allows an object to notify interested listeners of  changes to its state?</a:t>
            </a:r>
          </a:p>
          <a:p>
            <a:pPr marL="514350" indent="-514350" algn="just">
              <a:buAutoNum type="alphaLcPeriod"/>
            </a:pPr>
            <a:r>
              <a:rPr lang="en-US" sz="2400" dirty="0"/>
              <a:t>Chain of responsibility</a:t>
            </a:r>
          </a:p>
          <a:p>
            <a:pPr marL="514350" indent="-514350" algn="just">
              <a:buAutoNum type="alphaLcPeriod" startAt="2"/>
            </a:pPr>
            <a:r>
              <a:rPr lang="en-US" sz="2400" dirty="0"/>
              <a:t>Command </a:t>
            </a:r>
          </a:p>
          <a:p>
            <a:pPr marL="514350" indent="-514350" algn="just">
              <a:buAutoNum type="alphaLcPeriod" startAt="3"/>
            </a:pPr>
            <a:r>
              <a:rPr lang="en-US" sz="2400" dirty="0"/>
              <a:t>Iterator</a:t>
            </a:r>
          </a:p>
          <a:p>
            <a:pPr marL="514350" indent="-514350" algn="just">
              <a:buAutoNum type="alphaLcPeriod" startAt="4"/>
            </a:pPr>
            <a:r>
              <a:rPr lang="en-US" sz="2400" dirty="0"/>
              <a:t>Observer</a:t>
            </a:r>
          </a:p>
          <a:p>
            <a:pPr marL="457200" indent="-457200" algn="just">
              <a:buAutoNum type="arabicPeriod" startAt="2"/>
            </a:pPr>
            <a:r>
              <a:rPr lang="en-US" sz="2400" dirty="0"/>
              <a:t>Which  of the following  reduces   the coupling ?</a:t>
            </a:r>
          </a:p>
          <a:p>
            <a:pPr marL="457200" indent="-457200" algn="just">
              <a:buAutoNum type="alphaLcPeriod"/>
            </a:pPr>
            <a:r>
              <a:rPr lang="en-US" sz="2400" dirty="0"/>
              <a:t>Command </a:t>
            </a:r>
          </a:p>
          <a:p>
            <a:pPr marL="457200" indent="-457200" algn="just">
              <a:buAutoNum type="alphaLcPeriod" startAt="2"/>
            </a:pPr>
            <a:r>
              <a:rPr lang="en-US" sz="2400" dirty="0"/>
              <a:t>Chain of responsibility</a:t>
            </a:r>
          </a:p>
          <a:p>
            <a:pPr marL="457200" indent="-457200" algn="just">
              <a:buAutoNum type="alphaLcPeriod" startAt="3"/>
            </a:pPr>
            <a:r>
              <a:rPr lang="en-US" sz="2400" dirty="0"/>
              <a:t>Behavioral</a:t>
            </a:r>
          </a:p>
          <a:p>
            <a:pPr marL="0" indent="0" algn="just">
              <a:buNone/>
            </a:pPr>
            <a:r>
              <a:rPr lang="en-US" sz="2400" dirty="0"/>
              <a:t>d.   Iterator</a:t>
            </a:r>
          </a:p>
        </p:txBody>
      </p:sp>
      <p:sp>
        <p:nvSpPr>
          <p:cNvPr id="4" name="Date Placeholder 3"/>
          <p:cNvSpPr>
            <a:spLocks noGrp="1"/>
          </p:cNvSpPr>
          <p:nvPr>
            <p:ph type="dt" sz="half" idx="10"/>
          </p:nvPr>
        </p:nvSpPr>
        <p:spPr/>
        <p:txBody>
          <a:bodyPr/>
          <a:lstStyle/>
          <a:p>
            <a:fld id="{7214FBC3-687D-4304-8B2F-3E846EEFCE43}" type="datetime1">
              <a:rPr lang="en-US" smtClean="0"/>
              <a:t>10/22/2024</a:t>
            </a:fld>
            <a:endParaRPr lang="en-US" dirty="0"/>
          </a:p>
        </p:txBody>
      </p:sp>
      <p:sp>
        <p:nvSpPr>
          <p:cNvPr id="5" name="Footer Placeholder 4"/>
          <p:cNvSpPr>
            <a:spLocks noGrp="1"/>
          </p:cNvSpPr>
          <p:nvPr>
            <p:ph type="ftr" sz="quarter" idx="11"/>
          </p:nvPr>
        </p:nvSpPr>
        <p:spPr>
          <a:xfrm>
            <a:off x="4343400" y="6248406"/>
            <a:ext cx="4724400" cy="365125"/>
          </a:xfrm>
        </p:spPr>
        <p:txBody>
          <a:bodyPr/>
          <a:lstStyle/>
          <a:p>
            <a:r>
              <a:rPr lang="en-US" dirty="0"/>
              <a:t>Pooja Kumari Design Pattern                                    Unit IV</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dirty="0"/>
          </a:p>
        </p:txBody>
      </p:sp>
      <p:sp>
        <p:nvSpPr>
          <p:cNvPr id="9" name="TextBox 8">
            <a:extLst>
              <a:ext uri="{FF2B5EF4-FFF2-40B4-BE49-F238E27FC236}">
                <a16:creationId xmlns:a16="http://schemas.microsoft.com/office/drawing/2014/main" id="{87A473AF-4CB8-0A86-8C1F-0D5A7BF4A30D}"/>
              </a:ext>
            </a:extLst>
          </p:cNvPr>
          <p:cNvSpPr txBox="1"/>
          <p:nvPr/>
        </p:nvSpPr>
        <p:spPr>
          <a:xfrm>
            <a:off x="3441989" y="244469"/>
            <a:ext cx="6146222" cy="523220"/>
          </a:xfrm>
          <a:prstGeom prst="rect">
            <a:avLst/>
          </a:prstGeom>
          <a:noFill/>
        </p:spPr>
        <p:txBody>
          <a:bodyPr wrap="square">
            <a:spAutoFit/>
          </a:bodyPr>
          <a:lstStyle/>
          <a:p>
            <a:pPr algn="ctr">
              <a:spcBef>
                <a:spcPct val="0"/>
              </a:spcBef>
              <a:defRPr/>
            </a:pPr>
            <a:r>
              <a:rPr lang="en-US" sz="2800" dirty="0"/>
              <a:t>QUIZZES</a:t>
            </a:r>
          </a:p>
        </p:txBody>
      </p:sp>
    </p:spTree>
    <p:extLst>
      <p:ext uri="{BB962C8B-B14F-4D97-AF65-F5344CB8AC3E}">
        <p14:creationId xmlns:p14="http://schemas.microsoft.com/office/powerpoint/2010/main" val="35388545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0" y="1295400"/>
            <a:ext cx="10591800" cy="3657600"/>
          </a:xfrm>
          <a:solidFill>
            <a:schemeClr val="accent2">
              <a:lumMod val="20000"/>
              <a:lumOff val="80000"/>
            </a:schemeClr>
          </a:solidFill>
          <a:ln w="19050">
            <a:solidFill>
              <a:schemeClr val="tx1"/>
            </a:solidFill>
          </a:ln>
        </p:spPr>
        <p:txBody>
          <a:bodyPr>
            <a:normAutofit/>
          </a:bodyPr>
          <a:lstStyle/>
          <a:p>
            <a:pPr marL="0" indent="0" algn="just">
              <a:buNone/>
            </a:pPr>
            <a:r>
              <a:rPr lang="en-US" sz="2800" dirty="0"/>
              <a:t>Topic :</a:t>
            </a:r>
            <a:r>
              <a:rPr lang="en-US" sz="2800" dirty="0">
                <a:solidFill>
                  <a:srgbClr val="FF0000"/>
                </a:solidFill>
              </a:rPr>
              <a:t> </a:t>
            </a:r>
            <a:r>
              <a:rPr lang="en-US" sz="2800" dirty="0"/>
              <a:t>Command Pattern </a:t>
            </a:r>
          </a:p>
          <a:p>
            <a:pPr marL="0" indent="0" algn="just">
              <a:buNone/>
            </a:pPr>
            <a:endParaRPr lang="en-US" sz="2800" dirty="0"/>
          </a:p>
          <a:p>
            <a:pPr algn="just"/>
            <a:r>
              <a:rPr lang="en-US" sz="2800" dirty="0"/>
              <a:t>In this topic, the students will gain , The idea of a Command pattern is a data driven design pattern and falls under behavioral pattern category. A request is wrapped under an object as command and passed to invoker object. Invoker object looks for the appropriate object which can handle this command and passes the command to the corresponding object which executes the command.</a:t>
            </a:r>
          </a:p>
        </p:txBody>
      </p:sp>
      <p:sp>
        <p:nvSpPr>
          <p:cNvPr id="4" name="Date Placeholder 3"/>
          <p:cNvSpPr>
            <a:spLocks noGrp="1"/>
          </p:cNvSpPr>
          <p:nvPr>
            <p:ph type="dt" sz="half" idx="10"/>
          </p:nvPr>
        </p:nvSpPr>
        <p:spPr/>
        <p:txBody>
          <a:bodyPr/>
          <a:lstStyle/>
          <a:p>
            <a:fld id="{7214FBC3-687D-4304-8B2F-3E846EEFCE43}" type="datetime1">
              <a:rPr lang="en-US" smtClean="0"/>
              <a:t>10/22/2024</a:t>
            </a:fld>
            <a:endParaRPr lang="en-US" dirty="0"/>
          </a:p>
        </p:txBody>
      </p:sp>
      <p:sp>
        <p:nvSpPr>
          <p:cNvPr id="5" name="Footer Placeholder 4"/>
          <p:cNvSpPr>
            <a:spLocks noGrp="1"/>
          </p:cNvSpPr>
          <p:nvPr>
            <p:ph type="ftr" sz="quarter" idx="11"/>
          </p:nvPr>
        </p:nvSpPr>
        <p:spPr>
          <a:xfrm>
            <a:off x="4343400" y="6248406"/>
            <a:ext cx="4724400" cy="365125"/>
          </a:xfrm>
        </p:spPr>
        <p:txBody>
          <a:bodyPr/>
          <a:lstStyle/>
          <a:p>
            <a:r>
              <a:rPr lang="en-US" dirty="0"/>
              <a:t>Pooja Kumari Design Pattern                                    Unit IV</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dirty="0"/>
          </a:p>
        </p:txBody>
      </p:sp>
      <p:sp>
        <p:nvSpPr>
          <p:cNvPr id="9" name="TextBox 8">
            <a:extLst>
              <a:ext uri="{FF2B5EF4-FFF2-40B4-BE49-F238E27FC236}">
                <a16:creationId xmlns:a16="http://schemas.microsoft.com/office/drawing/2014/main" id="{87A473AF-4CB8-0A86-8C1F-0D5A7BF4A30D}"/>
              </a:ext>
            </a:extLst>
          </p:cNvPr>
          <p:cNvSpPr txBox="1"/>
          <p:nvPr/>
        </p:nvSpPr>
        <p:spPr>
          <a:xfrm>
            <a:off x="3441989" y="244469"/>
            <a:ext cx="6146222" cy="523220"/>
          </a:xfrm>
          <a:prstGeom prst="rect">
            <a:avLst/>
          </a:prstGeom>
          <a:noFill/>
        </p:spPr>
        <p:txBody>
          <a:bodyPr wrap="square">
            <a:spAutoFit/>
          </a:bodyPr>
          <a:lstStyle/>
          <a:p>
            <a:pPr algn="ctr">
              <a:spcBef>
                <a:spcPct val="0"/>
              </a:spcBef>
              <a:defRPr/>
            </a:pPr>
            <a:r>
              <a:rPr lang="en-US" sz="2800" dirty="0"/>
              <a:t>Topic Objective</a:t>
            </a:r>
          </a:p>
        </p:txBody>
      </p:sp>
    </p:spTree>
    <p:extLst>
      <p:ext uri="{BB962C8B-B14F-4D97-AF65-F5344CB8AC3E}">
        <p14:creationId xmlns:p14="http://schemas.microsoft.com/office/powerpoint/2010/main" val="31001921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30A9CE7-42A2-4748-9E42-1490B2FAEC74}"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516082" y="1093371"/>
            <a:ext cx="11506200" cy="5262979"/>
          </a:xfrm>
          <a:prstGeom prst="rect">
            <a:avLst/>
          </a:prstGeom>
          <a:solidFill>
            <a:schemeClr val="accent2">
              <a:lumMod val="20000"/>
              <a:lumOff val="80000"/>
            </a:schemeClr>
          </a:solidFill>
          <a:ln w="28575">
            <a:solidFill>
              <a:schemeClr val="tx1"/>
            </a:solidFill>
          </a:ln>
        </p:spPr>
        <p:txBody>
          <a:bodyPr wrap="square">
            <a:spAutoFit/>
          </a:bodyPr>
          <a:lstStyle/>
          <a:p>
            <a:pPr algn="just"/>
            <a:r>
              <a:rPr lang="en-US" sz="2800" b="1" u="sng" dirty="0">
                <a:latin typeface="+mj-lt"/>
              </a:rPr>
              <a:t> Command Pattern:-</a:t>
            </a:r>
          </a:p>
          <a:p>
            <a:pPr algn="just"/>
            <a:endParaRPr lang="en-US" sz="2800" b="1" u="sng" dirty="0">
              <a:latin typeface="+mj-lt"/>
            </a:endParaRPr>
          </a:p>
          <a:p>
            <a:pPr marL="457200" indent="-457200" algn="just">
              <a:buFont typeface="Wingdings" panose="05000000000000000000" pitchFamily="2" charset="2"/>
              <a:buChar char="Ø"/>
            </a:pPr>
            <a:r>
              <a:rPr lang="en-US" sz="2800" dirty="0">
                <a:latin typeface="+mj-lt"/>
              </a:rPr>
              <a:t>It says that "encapsulate a request under an object as a command and pass it to invoker object. Invoker object looks for the appropriate object which can handle this command and pass the command to the corresponding object and that object executes the command".</a:t>
            </a:r>
          </a:p>
          <a:p>
            <a:pPr marL="457200" indent="-457200" algn="just">
              <a:buFont typeface="Wingdings" panose="05000000000000000000" pitchFamily="2" charset="2"/>
              <a:buChar char="Ø"/>
            </a:pPr>
            <a:endParaRPr lang="en-US" sz="2800" dirty="0">
              <a:latin typeface="+mj-lt"/>
            </a:endParaRPr>
          </a:p>
          <a:p>
            <a:pPr marL="457200" indent="-457200" algn="just">
              <a:buFont typeface="Wingdings" panose="05000000000000000000" pitchFamily="2" charset="2"/>
              <a:buChar char="Ø"/>
            </a:pPr>
            <a:r>
              <a:rPr lang="en-US" sz="2800" dirty="0">
                <a:latin typeface="+mj-lt"/>
              </a:rPr>
              <a:t>It is also known as Action or Transaction.</a:t>
            </a:r>
          </a:p>
          <a:p>
            <a:pPr marL="457200" indent="-457200" algn="just">
              <a:buFont typeface="Wingdings" panose="05000000000000000000" pitchFamily="2" charset="2"/>
              <a:buChar char="Ø"/>
            </a:pPr>
            <a:r>
              <a:rPr lang="en-US" sz="2800" dirty="0">
                <a:latin typeface="+mj-lt"/>
              </a:rPr>
              <a:t>It separates the object that invokes the operation from the object that actually performs the operation.</a:t>
            </a:r>
          </a:p>
          <a:p>
            <a:pPr marL="457200" indent="-457200" algn="just">
              <a:buFont typeface="Wingdings" panose="05000000000000000000" pitchFamily="2" charset="2"/>
              <a:buChar char="Ø"/>
            </a:pPr>
            <a:r>
              <a:rPr lang="en-US" sz="2800" dirty="0">
                <a:latin typeface="+mj-lt"/>
              </a:rPr>
              <a:t>It makes easy to add new commands, because existing classes remain unchanged.</a:t>
            </a:r>
          </a:p>
        </p:txBody>
      </p:sp>
      <p:sp>
        <p:nvSpPr>
          <p:cNvPr id="5" name="Footer Placeholder 4"/>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3A477FB2-3750-0EF9-6E1A-59219DEE1BE7}"/>
              </a:ext>
            </a:extLst>
          </p:cNvPr>
          <p:cNvSpPr txBox="1"/>
          <p:nvPr/>
        </p:nvSpPr>
        <p:spPr>
          <a:xfrm>
            <a:off x="3478356" y="161825"/>
            <a:ext cx="6146222" cy="523220"/>
          </a:xfrm>
          <a:prstGeom prst="rect">
            <a:avLst/>
          </a:prstGeom>
          <a:noFill/>
        </p:spPr>
        <p:txBody>
          <a:bodyPr wrap="square">
            <a:spAutoFit/>
          </a:bodyPr>
          <a:lstStyle/>
          <a:p>
            <a:pPr algn="ctr">
              <a:spcBef>
                <a:spcPct val="0"/>
              </a:spcBef>
              <a:defRPr/>
            </a:pPr>
            <a:r>
              <a:rPr lang="en-US" sz="2800" dirty="0"/>
              <a:t>Command Pattern </a:t>
            </a:r>
          </a:p>
        </p:txBody>
      </p:sp>
    </p:spTree>
    <p:extLst>
      <p:ext uri="{BB962C8B-B14F-4D97-AF65-F5344CB8AC3E}">
        <p14:creationId xmlns:p14="http://schemas.microsoft.com/office/powerpoint/2010/main" val="33674329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30A9CE7-42A2-4748-9E42-1490B2FAEC74}"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516082" y="1093371"/>
            <a:ext cx="11506200" cy="5262979"/>
          </a:xfrm>
          <a:prstGeom prst="rect">
            <a:avLst/>
          </a:prstGeom>
          <a:solidFill>
            <a:schemeClr val="accent2">
              <a:lumMod val="20000"/>
              <a:lumOff val="80000"/>
            </a:schemeClr>
          </a:solidFill>
          <a:ln w="28575">
            <a:solidFill>
              <a:schemeClr val="tx1"/>
            </a:solidFill>
          </a:ln>
        </p:spPr>
        <p:txBody>
          <a:bodyPr wrap="square">
            <a:spAutoFit/>
          </a:bodyPr>
          <a:lstStyle/>
          <a:p>
            <a:pPr algn="just"/>
            <a:r>
              <a:rPr lang="en-US" sz="2800" b="1" u="sng" dirty="0">
                <a:latin typeface="+mj-lt"/>
              </a:rPr>
              <a:t> Command Pattern:-</a:t>
            </a:r>
          </a:p>
          <a:p>
            <a:pPr algn="just"/>
            <a:endParaRPr lang="en-US" sz="2800" b="1" u="sng" dirty="0">
              <a:latin typeface="+mj-lt"/>
            </a:endParaRPr>
          </a:p>
          <a:p>
            <a:pPr marL="457200" indent="-457200" algn="just">
              <a:buFont typeface="Wingdings" panose="05000000000000000000" pitchFamily="2" charset="2"/>
              <a:buChar char="Ø"/>
            </a:pPr>
            <a:r>
              <a:rPr lang="en-US" sz="2800" dirty="0">
                <a:latin typeface="+mj-lt"/>
              </a:rPr>
              <a:t>It says that "encapsulate a request under an object as a command and pass it to invoker object. Invoker object looks for the appropriate object which can handle this command and pass the command to the corresponding object and that object executes the command".</a:t>
            </a:r>
          </a:p>
          <a:p>
            <a:pPr marL="457200" indent="-457200" algn="just">
              <a:buFont typeface="Wingdings" panose="05000000000000000000" pitchFamily="2" charset="2"/>
              <a:buChar char="Ø"/>
            </a:pPr>
            <a:endParaRPr lang="en-US" sz="2800" dirty="0">
              <a:latin typeface="+mj-lt"/>
            </a:endParaRPr>
          </a:p>
          <a:p>
            <a:pPr marL="457200" indent="-457200" algn="just">
              <a:buFont typeface="Wingdings" panose="05000000000000000000" pitchFamily="2" charset="2"/>
              <a:buChar char="Ø"/>
            </a:pPr>
            <a:r>
              <a:rPr lang="en-US" sz="2800" dirty="0">
                <a:latin typeface="+mj-lt"/>
              </a:rPr>
              <a:t>It is also known as Action or Transaction.</a:t>
            </a:r>
          </a:p>
          <a:p>
            <a:pPr marL="457200" indent="-457200" algn="just">
              <a:buFont typeface="Wingdings" panose="05000000000000000000" pitchFamily="2" charset="2"/>
              <a:buChar char="Ø"/>
            </a:pPr>
            <a:r>
              <a:rPr lang="en-US" sz="2800" dirty="0">
                <a:latin typeface="+mj-lt"/>
              </a:rPr>
              <a:t>It separates the object that invokes the operation from the object that actually performs the operation.</a:t>
            </a:r>
          </a:p>
          <a:p>
            <a:pPr marL="457200" indent="-457200" algn="just">
              <a:buFont typeface="Wingdings" panose="05000000000000000000" pitchFamily="2" charset="2"/>
              <a:buChar char="Ø"/>
            </a:pPr>
            <a:r>
              <a:rPr lang="en-US" sz="2800" dirty="0">
                <a:latin typeface="+mj-lt"/>
              </a:rPr>
              <a:t>It makes easy to add new commands, because existing classes remain unchanged.</a:t>
            </a:r>
          </a:p>
        </p:txBody>
      </p:sp>
      <p:sp>
        <p:nvSpPr>
          <p:cNvPr id="5" name="Footer Placeholder 4"/>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3A477FB2-3750-0EF9-6E1A-59219DEE1BE7}"/>
              </a:ext>
            </a:extLst>
          </p:cNvPr>
          <p:cNvSpPr txBox="1"/>
          <p:nvPr/>
        </p:nvSpPr>
        <p:spPr>
          <a:xfrm>
            <a:off x="3478356" y="161825"/>
            <a:ext cx="6146222" cy="523220"/>
          </a:xfrm>
          <a:prstGeom prst="rect">
            <a:avLst/>
          </a:prstGeom>
          <a:noFill/>
        </p:spPr>
        <p:txBody>
          <a:bodyPr wrap="square">
            <a:spAutoFit/>
          </a:bodyPr>
          <a:lstStyle/>
          <a:p>
            <a:pPr algn="ctr">
              <a:spcBef>
                <a:spcPct val="0"/>
              </a:spcBef>
              <a:defRPr/>
            </a:pPr>
            <a:r>
              <a:rPr lang="en-US" sz="2800" dirty="0"/>
              <a:t>Command Pattern </a:t>
            </a:r>
          </a:p>
        </p:txBody>
      </p:sp>
    </p:spTree>
    <p:extLst>
      <p:ext uri="{BB962C8B-B14F-4D97-AF65-F5344CB8AC3E}">
        <p14:creationId xmlns:p14="http://schemas.microsoft.com/office/powerpoint/2010/main" val="37439480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30A9CE7-42A2-4748-9E42-1490B2FAEC74}"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516082" y="1093371"/>
            <a:ext cx="11506200" cy="5693866"/>
          </a:xfrm>
          <a:prstGeom prst="rect">
            <a:avLst/>
          </a:prstGeom>
          <a:solidFill>
            <a:schemeClr val="accent2">
              <a:lumMod val="20000"/>
              <a:lumOff val="80000"/>
            </a:schemeClr>
          </a:solidFill>
          <a:ln w="28575">
            <a:solidFill>
              <a:schemeClr val="tx1"/>
            </a:solidFill>
          </a:ln>
        </p:spPr>
        <p:txBody>
          <a:bodyPr wrap="square">
            <a:spAutoFit/>
          </a:bodyPr>
          <a:lstStyle/>
          <a:p>
            <a:pPr algn="just"/>
            <a:r>
              <a:rPr lang="en-US" sz="2800" b="1" u="sng" dirty="0">
                <a:latin typeface="+mj-lt"/>
              </a:rPr>
              <a:t> Command Pattern:-</a:t>
            </a:r>
          </a:p>
          <a:p>
            <a:pPr algn="just"/>
            <a:endParaRPr lang="en-US" sz="2800" b="1" u="sng" dirty="0">
              <a:latin typeface="+mj-lt"/>
            </a:endParaRPr>
          </a:p>
          <a:p>
            <a:pPr algn="l"/>
            <a:r>
              <a:rPr lang="en-US" sz="2800" b="0" i="0" dirty="0">
                <a:solidFill>
                  <a:srgbClr val="1D1D27"/>
                </a:solidFill>
                <a:effectLst/>
                <a:latin typeface="montserrat" panose="020F0502020204030204" pitchFamily="2" charset="0"/>
              </a:rPr>
              <a:t>UML for command pattern:</a:t>
            </a:r>
          </a:p>
          <a:p>
            <a:pPr algn="l"/>
            <a:r>
              <a:rPr lang="en-US" sz="2800" b="0" i="0" dirty="0">
                <a:solidFill>
                  <a:srgbClr val="1D1D27"/>
                </a:solidFill>
                <a:effectLst/>
                <a:latin typeface="montserrat" panose="020F0502020204030204" pitchFamily="2" charset="0"/>
              </a:rPr>
              <a:t>These are the following participants of the Command Design pattern:</a:t>
            </a:r>
          </a:p>
          <a:p>
            <a:pPr algn="l">
              <a:buFont typeface="Arial" panose="020B0604020202020204" pitchFamily="34" charset="0"/>
              <a:buChar char="•"/>
            </a:pPr>
            <a:r>
              <a:rPr lang="en-US" sz="2800" b="1" i="0" dirty="0">
                <a:solidFill>
                  <a:srgbClr val="2B2A29"/>
                </a:solidFill>
                <a:effectLst/>
                <a:latin typeface="montserrat" panose="020F0502020204030204" pitchFamily="2" charset="0"/>
              </a:rPr>
              <a:t>Command</a:t>
            </a:r>
            <a:r>
              <a:rPr lang="en-US" sz="2800" b="0" i="0" dirty="0">
                <a:solidFill>
                  <a:srgbClr val="2B2A29"/>
                </a:solidFill>
                <a:effectLst/>
                <a:latin typeface="montserrat" panose="020F0502020204030204" pitchFamily="2" charset="0"/>
              </a:rPr>
              <a:t> This is an interface for executing an operation.</a:t>
            </a:r>
          </a:p>
          <a:p>
            <a:pPr algn="l">
              <a:buFont typeface="Arial" panose="020B0604020202020204" pitchFamily="34" charset="0"/>
              <a:buChar char="•"/>
            </a:pPr>
            <a:r>
              <a:rPr lang="en-US" sz="2800" b="1" i="0" dirty="0" err="1">
                <a:solidFill>
                  <a:srgbClr val="2B2A29"/>
                </a:solidFill>
                <a:effectLst/>
                <a:latin typeface="montserrat" panose="020F0502020204030204" pitchFamily="2" charset="0"/>
              </a:rPr>
              <a:t>ConcreteCommand</a:t>
            </a:r>
            <a:r>
              <a:rPr lang="en-US" sz="2800" b="0" i="0" dirty="0">
                <a:solidFill>
                  <a:srgbClr val="2B2A29"/>
                </a:solidFill>
                <a:effectLst/>
                <a:latin typeface="montserrat" panose="020F0502020204030204" pitchFamily="2" charset="0"/>
              </a:rPr>
              <a:t> This class extends the Command interface and implements the execute method. This class creates a binding between the action and the receiver.</a:t>
            </a:r>
          </a:p>
          <a:p>
            <a:pPr algn="l">
              <a:buFont typeface="Arial" panose="020B0604020202020204" pitchFamily="34" charset="0"/>
              <a:buChar char="•"/>
            </a:pPr>
            <a:r>
              <a:rPr lang="en-US" sz="2800" b="1" i="0" dirty="0">
                <a:solidFill>
                  <a:srgbClr val="2B2A29"/>
                </a:solidFill>
                <a:effectLst/>
                <a:latin typeface="montserrat" panose="020F0502020204030204" pitchFamily="2" charset="0"/>
              </a:rPr>
              <a:t>Client</a:t>
            </a:r>
            <a:r>
              <a:rPr lang="en-US" sz="2800" b="0" i="0" dirty="0">
                <a:solidFill>
                  <a:srgbClr val="2B2A29"/>
                </a:solidFill>
                <a:effectLst/>
                <a:latin typeface="montserrat" panose="020F0502020204030204" pitchFamily="2" charset="0"/>
              </a:rPr>
              <a:t> This class creates the </a:t>
            </a:r>
            <a:r>
              <a:rPr lang="en-US" sz="2800" b="0" i="0" dirty="0" err="1">
                <a:solidFill>
                  <a:srgbClr val="2B2A29"/>
                </a:solidFill>
                <a:effectLst/>
                <a:latin typeface="montserrat" panose="020F0502020204030204" pitchFamily="2" charset="0"/>
              </a:rPr>
              <a:t>ConcreteCommand</a:t>
            </a:r>
            <a:r>
              <a:rPr lang="en-US" sz="2800" b="0" i="0" dirty="0">
                <a:solidFill>
                  <a:srgbClr val="2B2A29"/>
                </a:solidFill>
                <a:effectLst/>
                <a:latin typeface="montserrat" panose="020F0502020204030204" pitchFamily="2" charset="0"/>
              </a:rPr>
              <a:t> class and associates it with the receiver.</a:t>
            </a:r>
          </a:p>
          <a:p>
            <a:pPr algn="l">
              <a:buFont typeface="Arial" panose="020B0604020202020204" pitchFamily="34" charset="0"/>
              <a:buChar char="•"/>
            </a:pPr>
            <a:r>
              <a:rPr lang="en-US" sz="2800" b="1" i="0" dirty="0">
                <a:solidFill>
                  <a:srgbClr val="2B2A29"/>
                </a:solidFill>
                <a:effectLst/>
                <a:latin typeface="montserrat" panose="020F0502020204030204" pitchFamily="2" charset="0"/>
              </a:rPr>
              <a:t>Invoker</a:t>
            </a:r>
            <a:r>
              <a:rPr lang="en-US" sz="2800" b="0" i="0" dirty="0">
                <a:solidFill>
                  <a:srgbClr val="2B2A29"/>
                </a:solidFill>
                <a:effectLst/>
                <a:latin typeface="montserrat" panose="020F0502020204030204" pitchFamily="2" charset="0"/>
              </a:rPr>
              <a:t> This class asks the command to carry out the request.</a:t>
            </a:r>
          </a:p>
          <a:p>
            <a:pPr algn="l">
              <a:buFont typeface="Arial" panose="020B0604020202020204" pitchFamily="34" charset="0"/>
              <a:buChar char="•"/>
            </a:pPr>
            <a:r>
              <a:rPr lang="en-US" sz="2800" b="1" i="0" dirty="0">
                <a:solidFill>
                  <a:srgbClr val="2B2A29"/>
                </a:solidFill>
                <a:effectLst/>
                <a:latin typeface="montserrat" panose="020F0502020204030204" pitchFamily="2" charset="0"/>
              </a:rPr>
              <a:t>Receiver</a:t>
            </a:r>
            <a:r>
              <a:rPr lang="en-US" sz="2800" b="0" i="0" dirty="0">
                <a:solidFill>
                  <a:srgbClr val="2B2A29"/>
                </a:solidFill>
                <a:effectLst/>
                <a:latin typeface="montserrat" panose="020F0502020204030204" pitchFamily="2" charset="0"/>
              </a:rPr>
              <a:t> This class knows to perform the operation.</a:t>
            </a:r>
          </a:p>
          <a:p>
            <a:pPr algn="just"/>
            <a:endParaRPr lang="en-US" sz="2800" dirty="0">
              <a:latin typeface="+mj-lt"/>
            </a:endParaRPr>
          </a:p>
        </p:txBody>
      </p:sp>
      <p:sp>
        <p:nvSpPr>
          <p:cNvPr id="5" name="Footer Placeholder 4"/>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3A477FB2-3750-0EF9-6E1A-59219DEE1BE7}"/>
              </a:ext>
            </a:extLst>
          </p:cNvPr>
          <p:cNvSpPr txBox="1"/>
          <p:nvPr/>
        </p:nvSpPr>
        <p:spPr>
          <a:xfrm>
            <a:off x="3478356" y="161825"/>
            <a:ext cx="6146222" cy="523220"/>
          </a:xfrm>
          <a:prstGeom prst="rect">
            <a:avLst/>
          </a:prstGeom>
          <a:noFill/>
        </p:spPr>
        <p:txBody>
          <a:bodyPr wrap="square">
            <a:spAutoFit/>
          </a:bodyPr>
          <a:lstStyle/>
          <a:p>
            <a:pPr algn="ctr">
              <a:spcBef>
                <a:spcPct val="0"/>
              </a:spcBef>
              <a:defRPr/>
            </a:pPr>
            <a:r>
              <a:rPr lang="en-US" sz="2800" dirty="0"/>
              <a:t>Command Pattern </a:t>
            </a:r>
          </a:p>
        </p:txBody>
      </p:sp>
    </p:spTree>
    <p:extLst>
      <p:ext uri="{BB962C8B-B14F-4D97-AF65-F5344CB8AC3E}">
        <p14:creationId xmlns:p14="http://schemas.microsoft.com/office/powerpoint/2010/main" val="27622491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5669DB9-A6AA-443C-A93F-62BC9331E7DD}"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5" name="Picture 4"/>
          <p:cNvPicPr>
            <a:picLocks noChangeAspect="1"/>
          </p:cNvPicPr>
          <p:nvPr/>
        </p:nvPicPr>
        <p:blipFill>
          <a:blip r:embed="rId2"/>
          <a:stretch>
            <a:fillRect/>
          </a:stretch>
        </p:blipFill>
        <p:spPr>
          <a:xfrm>
            <a:off x="1966809" y="1010075"/>
            <a:ext cx="8258381" cy="5676770"/>
          </a:xfrm>
          <a:prstGeom prst="rect">
            <a:avLst/>
          </a:prstGeom>
          <a:ln w="19050">
            <a:solidFill>
              <a:schemeClr val="tx1"/>
            </a:solidFill>
          </a:ln>
        </p:spPr>
      </p:pic>
      <p:sp>
        <p:nvSpPr>
          <p:cNvPr id="3" name="Footer Placeholder 2"/>
          <p:cNvSpPr>
            <a:spLocks noGrp="1"/>
          </p:cNvSpPr>
          <p:nvPr>
            <p:ph type="ftr" sz="quarter" idx="11"/>
          </p:nvPr>
        </p:nvSpPr>
        <p:spPr/>
        <p:txBody>
          <a:bodyPr/>
          <a:lstStyle/>
          <a:p>
            <a:r>
              <a:rPr lang="en-US"/>
              <a:t>Rajat Kumar                                           Design Pattern                                    Unit IV</a:t>
            </a:r>
            <a:endParaRPr lang="en-US" dirty="0"/>
          </a:p>
        </p:txBody>
      </p:sp>
      <p:sp>
        <p:nvSpPr>
          <p:cNvPr id="10" name="TextBox 9">
            <a:extLst>
              <a:ext uri="{FF2B5EF4-FFF2-40B4-BE49-F238E27FC236}">
                <a16:creationId xmlns:a16="http://schemas.microsoft.com/office/drawing/2014/main" id="{F3E80C75-B8EA-9C9E-586E-746B72A268FD}"/>
              </a:ext>
            </a:extLst>
          </p:cNvPr>
          <p:cNvSpPr txBox="1"/>
          <p:nvPr/>
        </p:nvSpPr>
        <p:spPr>
          <a:xfrm>
            <a:off x="4078968" y="200686"/>
            <a:ext cx="6146222" cy="523220"/>
          </a:xfrm>
          <a:prstGeom prst="rect">
            <a:avLst/>
          </a:prstGeom>
          <a:noFill/>
        </p:spPr>
        <p:txBody>
          <a:bodyPr wrap="square">
            <a:spAutoFit/>
          </a:bodyPr>
          <a:lstStyle/>
          <a:p>
            <a:pPr algn="ctr">
              <a:spcBef>
                <a:spcPct val="0"/>
              </a:spcBef>
              <a:defRPr/>
            </a:pPr>
            <a:r>
              <a:rPr lang="en-US" sz="2800" dirty="0"/>
              <a:t>UML\Structure for Command Pattern   </a:t>
            </a:r>
          </a:p>
        </p:txBody>
      </p:sp>
    </p:spTree>
    <p:extLst>
      <p:ext uri="{BB962C8B-B14F-4D97-AF65-F5344CB8AC3E}">
        <p14:creationId xmlns:p14="http://schemas.microsoft.com/office/powerpoint/2010/main" val="34224558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40159F6-3603-428A-AB74-A9F13565CA38}"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457200" y="1027609"/>
            <a:ext cx="11506200" cy="5693866"/>
          </a:xfrm>
          <a:prstGeom prst="rect">
            <a:avLst/>
          </a:prstGeom>
          <a:solidFill>
            <a:schemeClr val="accent2">
              <a:lumMod val="20000"/>
              <a:lumOff val="80000"/>
            </a:schemeClr>
          </a:solidFill>
          <a:ln w="28575">
            <a:solidFill>
              <a:schemeClr val="tx1"/>
            </a:solidFill>
          </a:ln>
        </p:spPr>
        <p:txBody>
          <a:bodyPr wrap="square">
            <a:spAutoFit/>
          </a:bodyPr>
          <a:lstStyle/>
          <a:p>
            <a:pPr marL="457200" indent="-457200" algn="just">
              <a:buFont typeface="Wingdings" panose="05000000000000000000" pitchFamily="2" charset="2"/>
              <a:buChar char="Ø"/>
            </a:pPr>
            <a:r>
              <a:rPr lang="en-US" sz="2800" dirty="0">
                <a:solidFill>
                  <a:srgbClr val="000000"/>
                </a:solidFill>
                <a:latin typeface="+mj-lt"/>
              </a:rPr>
              <a:t>We have created an interface </a:t>
            </a:r>
            <a:r>
              <a:rPr lang="en-US" sz="2800" i="1" dirty="0">
                <a:solidFill>
                  <a:srgbClr val="000000"/>
                </a:solidFill>
                <a:latin typeface="+mj-lt"/>
              </a:rPr>
              <a:t>Order</a:t>
            </a:r>
            <a:r>
              <a:rPr lang="en-US" sz="2800" dirty="0">
                <a:solidFill>
                  <a:srgbClr val="000000"/>
                </a:solidFill>
                <a:latin typeface="+mj-lt"/>
              </a:rPr>
              <a:t> which is acting as a command. We have created a </a:t>
            </a:r>
            <a:r>
              <a:rPr lang="en-US" sz="2800" i="1" dirty="0">
                <a:solidFill>
                  <a:srgbClr val="000000"/>
                </a:solidFill>
                <a:latin typeface="+mj-lt"/>
              </a:rPr>
              <a:t>Stock</a:t>
            </a:r>
            <a:r>
              <a:rPr lang="en-US" sz="2800" dirty="0">
                <a:solidFill>
                  <a:srgbClr val="000000"/>
                </a:solidFill>
                <a:latin typeface="+mj-lt"/>
              </a:rPr>
              <a:t> class which acts as a request. We have concrete command classes </a:t>
            </a:r>
            <a:r>
              <a:rPr lang="en-US" sz="2800" i="1" dirty="0" err="1">
                <a:solidFill>
                  <a:srgbClr val="000000"/>
                </a:solidFill>
                <a:latin typeface="+mj-lt"/>
              </a:rPr>
              <a:t>BuyStock</a:t>
            </a:r>
            <a:r>
              <a:rPr lang="en-US" sz="2800" dirty="0">
                <a:solidFill>
                  <a:srgbClr val="000000"/>
                </a:solidFill>
                <a:latin typeface="+mj-lt"/>
              </a:rPr>
              <a:t> and </a:t>
            </a:r>
            <a:r>
              <a:rPr lang="en-US" sz="2800" i="1" dirty="0" err="1">
                <a:solidFill>
                  <a:srgbClr val="000000"/>
                </a:solidFill>
                <a:latin typeface="+mj-lt"/>
              </a:rPr>
              <a:t>SellStock</a:t>
            </a:r>
            <a:r>
              <a:rPr lang="en-US" sz="2800" dirty="0">
                <a:solidFill>
                  <a:srgbClr val="000000"/>
                </a:solidFill>
                <a:latin typeface="+mj-lt"/>
              </a:rPr>
              <a:t> implementing </a:t>
            </a:r>
            <a:r>
              <a:rPr lang="en-US" sz="2800" i="1" dirty="0">
                <a:solidFill>
                  <a:srgbClr val="000000"/>
                </a:solidFill>
                <a:latin typeface="+mj-lt"/>
              </a:rPr>
              <a:t>Order</a:t>
            </a:r>
            <a:r>
              <a:rPr lang="en-US" sz="2800" dirty="0">
                <a:solidFill>
                  <a:srgbClr val="000000"/>
                </a:solidFill>
                <a:latin typeface="+mj-lt"/>
              </a:rPr>
              <a:t> interface which will do actual command processing. A class </a:t>
            </a:r>
            <a:r>
              <a:rPr lang="en-US" sz="2800" i="1" dirty="0">
                <a:solidFill>
                  <a:srgbClr val="000000"/>
                </a:solidFill>
                <a:latin typeface="+mj-lt"/>
              </a:rPr>
              <a:t>Broker</a:t>
            </a:r>
            <a:r>
              <a:rPr lang="en-US" sz="2800" dirty="0">
                <a:solidFill>
                  <a:srgbClr val="000000"/>
                </a:solidFill>
                <a:latin typeface="+mj-lt"/>
              </a:rPr>
              <a:t> is created which acts as an invoker object. It can take and place orders.</a:t>
            </a:r>
          </a:p>
          <a:p>
            <a:pPr algn="just"/>
            <a:endParaRPr lang="en-US" sz="2800" dirty="0">
              <a:solidFill>
                <a:srgbClr val="000000"/>
              </a:solidFill>
              <a:latin typeface="+mj-lt"/>
            </a:endParaRPr>
          </a:p>
          <a:p>
            <a:pPr marL="457200" indent="-457200" algn="just">
              <a:buFont typeface="Wingdings" panose="05000000000000000000" pitchFamily="2" charset="2"/>
              <a:buChar char="Ø"/>
            </a:pPr>
            <a:r>
              <a:rPr lang="en-US" sz="2800" i="1" dirty="0">
                <a:solidFill>
                  <a:srgbClr val="000000"/>
                </a:solidFill>
                <a:latin typeface="+mj-lt"/>
              </a:rPr>
              <a:t>Broker</a:t>
            </a:r>
            <a:r>
              <a:rPr lang="en-US" sz="2800" dirty="0">
                <a:solidFill>
                  <a:srgbClr val="000000"/>
                </a:solidFill>
                <a:latin typeface="+mj-lt"/>
              </a:rPr>
              <a:t> object uses command pattern to identify which object will execute . </a:t>
            </a:r>
            <a:r>
              <a:rPr lang="en-US" sz="2800" i="1" dirty="0">
                <a:solidFill>
                  <a:srgbClr val="000000"/>
                </a:solidFill>
                <a:latin typeface="+mj-lt"/>
              </a:rPr>
              <a:t>Command Pattern Demo</a:t>
            </a:r>
            <a:r>
              <a:rPr lang="en-US" sz="2800" dirty="0">
                <a:solidFill>
                  <a:srgbClr val="000000"/>
                </a:solidFill>
                <a:latin typeface="+mj-lt"/>
              </a:rPr>
              <a:t>, our demo class, will use </a:t>
            </a:r>
            <a:r>
              <a:rPr lang="en-US" sz="2800" i="1" dirty="0">
                <a:solidFill>
                  <a:srgbClr val="000000"/>
                </a:solidFill>
                <a:latin typeface="+mj-lt"/>
              </a:rPr>
              <a:t>Broker</a:t>
            </a:r>
            <a:r>
              <a:rPr lang="en-US" sz="2800" dirty="0">
                <a:solidFill>
                  <a:srgbClr val="000000"/>
                </a:solidFill>
                <a:latin typeface="+mj-lt"/>
              </a:rPr>
              <a:t> class to demonstrate command pattern.</a:t>
            </a:r>
          </a:p>
          <a:p>
            <a:pPr algn="just"/>
            <a:endParaRPr lang="en-US" sz="2800" dirty="0">
              <a:latin typeface="+mj-lt"/>
            </a:endParaRPr>
          </a:p>
          <a:p>
            <a:pPr marL="457200" indent="-457200" algn="just">
              <a:buFont typeface="Wingdings" panose="05000000000000000000" pitchFamily="2" charset="2"/>
              <a:buChar char="Ø"/>
            </a:pPr>
            <a:r>
              <a:rPr lang="en-US" sz="2800" dirty="0">
                <a:solidFill>
                  <a:srgbClr val="000000"/>
                </a:solidFill>
                <a:latin typeface="+mj-lt"/>
              </a:rPr>
              <a:t>Command pattern is a data driven design pattern and falls under behavioral pattern category. A request is wrapped under an object as command and passed to invoker object. </a:t>
            </a:r>
          </a:p>
        </p:txBody>
      </p:sp>
      <p:sp>
        <p:nvSpPr>
          <p:cNvPr id="5" name="Footer Placeholder 4"/>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95DC0E45-5242-0DBD-015A-86C40ED0C9D0}"/>
              </a:ext>
            </a:extLst>
          </p:cNvPr>
          <p:cNvSpPr txBox="1"/>
          <p:nvPr/>
        </p:nvSpPr>
        <p:spPr>
          <a:xfrm>
            <a:off x="3447184" y="324792"/>
            <a:ext cx="6146222" cy="523220"/>
          </a:xfrm>
          <a:prstGeom prst="rect">
            <a:avLst/>
          </a:prstGeom>
          <a:noFill/>
        </p:spPr>
        <p:txBody>
          <a:bodyPr wrap="square">
            <a:spAutoFit/>
          </a:bodyPr>
          <a:lstStyle/>
          <a:p>
            <a:pPr algn="ctr">
              <a:spcBef>
                <a:spcPct val="0"/>
              </a:spcBef>
              <a:defRPr/>
            </a:pPr>
            <a:r>
              <a:rPr lang="en-US" sz="2800" dirty="0"/>
              <a:t>Implementation of (Command Pattern)  </a:t>
            </a:r>
          </a:p>
        </p:txBody>
      </p:sp>
    </p:spTree>
    <p:extLst>
      <p:ext uri="{BB962C8B-B14F-4D97-AF65-F5344CB8AC3E}">
        <p14:creationId xmlns:p14="http://schemas.microsoft.com/office/powerpoint/2010/main" val="1683332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D8B807E-F7DD-43AA-AC06-82190C0D9720}"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8" name="Picture 7"/>
          <p:cNvPicPr>
            <a:picLocks noChangeAspect="1"/>
          </p:cNvPicPr>
          <p:nvPr/>
        </p:nvPicPr>
        <p:blipFill>
          <a:blip r:embed="rId2"/>
          <a:stretch>
            <a:fillRect/>
          </a:stretch>
        </p:blipFill>
        <p:spPr>
          <a:xfrm>
            <a:off x="1752600" y="1164345"/>
            <a:ext cx="8896150" cy="4713473"/>
          </a:xfrm>
          <a:prstGeom prst="rect">
            <a:avLst/>
          </a:prstGeom>
          <a:ln w="12700">
            <a:solidFill>
              <a:schemeClr val="tx1"/>
            </a:solidFill>
          </a:ln>
        </p:spPr>
      </p:pic>
      <p:sp>
        <p:nvSpPr>
          <p:cNvPr id="3" name="Footer Placeholder 2"/>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C826CA2A-67D2-2CCF-6717-98BACDABEE68}"/>
              </a:ext>
            </a:extLst>
          </p:cNvPr>
          <p:cNvSpPr txBox="1"/>
          <p:nvPr/>
        </p:nvSpPr>
        <p:spPr>
          <a:xfrm>
            <a:off x="3022889" y="316467"/>
            <a:ext cx="6146222" cy="523220"/>
          </a:xfrm>
          <a:prstGeom prst="rect">
            <a:avLst/>
          </a:prstGeom>
          <a:noFill/>
        </p:spPr>
        <p:txBody>
          <a:bodyPr wrap="square">
            <a:spAutoFit/>
          </a:bodyPr>
          <a:lstStyle/>
          <a:p>
            <a:pPr algn="ctr">
              <a:spcBef>
                <a:spcPct val="0"/>
              </a:spcBef>
              <a:defRPr/>
            </a:pPr>
            <a:r>
              <a:rPr lang="en-US" sz="2800" dirty="0"/>
              <a:t>Implementation of (Command Pattern)  </a:t>
            </a:r>
          </a:p>
        </p:txBody>
      </p:sp>
    </p:spTree>
    <p:extLst>
      <p:ext uri="{BB962C8B-B14F-4D97-AF65-F5344CB8AC3E}">
        <p14:creationId xmlns:p14="http://schemas.microsoft.com/office/powerpoint/2010/main" val="28076369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ED4FF47-C210-43E9-B0F3-889CE5CEBC4B}"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2"/>
          <a:stretch>
            <a:fillRect/>
          </a:stretch>
        </p:blipFill>
        <p:spPr>
          <a:xfrm>
            <a:off x="2377704" y="992453"/>
            <a:ext cx="7436591" cy="5729022"/>
          </a:xfrm>
          <a:prstGeom prst="rect">
            <a:avLst/>
          </a:prstGeom>
          <a:ln w="19050">
            <a:solidFill>
              <a:schemeClr val="tx1"/>
            </a:solidFill>
          </a:ln>
        </p:spPr>
      </p:pic>
      <p:sp>
        <p:nvSpPr>
          <p:cNvPr id="5" name="Footer Placeholder 4"/>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AF9B2C44-3A35-E77F-3842-24E2FD01EE9D}"/>
              </a:ext>
            </a:extLst>
          </p:cNvPr>
          <p:cNvSpPr txBox="1"/>
          <p:nvPr/>
        </p:nvSpPr>
        <p:spPr>
          <a:xfrm>
            <a:off x="3218584" y="199905"/>
            <a:ext cx="6146222" cy="523220"/>
          </a:xfrm>
          <a:prstGeom prst="rect">
            <a:avLst/>
          </a:prstGeom>
          <a:noFill/>
        </p:spPr>
        <p:txBody>
          <a:bodyPr wrap="square">
            <a:spAutoFit/>
          </a:bodyPr>
          <a:lstStyle/>
          <a:p>
            <a:pPr algn="ctr">
              <a:spcBef>
                <a:spcPct val="0"/>
              </a:spcBef>
              <a:defRPr/>
            </a:pPr>
            <a:r>
              <a:rPr lang="en-US" sz="2800" dirty="0"/>
              <a:t>Implementation of (Command Pattern)  </a:t>
            </a:r>
          </a:p>
        </p:txBody>
      </p:sp>
    </p:spTree>
    <p:extLst>
      <p:ext uri="{BB962C8B-B14F-4D97-AF65-F5344CB8AC3E}">
        <p14:creationId xmlns:p14="http://schemas.microsoft.com/office/powerpoint/2010/main" val="11112299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981F1D0-E91F-46A7-8177-1D52AE09D67A}"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5" name="Picture 4"/>
          <p:cNvPicPr>
            <a:picLocks noChangeAspect="1"/>
          </p:cNvPicPr>
          <p:nvPr/>
        </p:nvPicPr>
        <p:blipFill>
          <a:blip r:embed="rId2"/>
          <a:stretch>
            <a:fillRect/>
          </a:stretch>
        </p:blipFill>
        <p:spPr>
          <a:xfrm>
            <a:off x="2015480" y="1020762"/>
            <a:ext cx="8144520" cy="5518157"/>
          </a:xfrm>
          <a:prstGeom prst="rect">
            <a:avLst/>
          </a:prstGeom>
          <a:ln w="19050">
            <a:solidFill>
              <a:schemeClr val="tx1"/>
            </a:solidFill>
          </a:ln>
        </p:spPr>
      </p:pic>
      <p:sp>
        <p:nvSpPr>
          <p:cNvPr id="3" name="Footer Placeholder 2"/>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0A829AA0-08E7-82A3-419E-6938B74F6E57}"/>
              </a:ext>
            </a:extLst>
          </p:cNvPr>
          <p:cNvSpPr txBox="1"/>
          <p:nvPr/>
        </p:nvSpPr>
        <p:spPr>
          <a:xfrm>
            <a:off x="3104284" y="251472"/>
            <a:ext cx="6146222" cy="523220"/>
          </a:xfrm>
          <a:prstGeom prst="rect">
            <a:avLst/>
          </a:prstGeom>
          <a:noFill/>
        </p:spPr>
        <p:txBody>
          <a:bodyPr wrap="square">
            <a:spAutoFit/>
          </a:bodyPr>
          <a:lstStyle/>
          <a:p>
            <a:pPr algn="ctr">
              <a:spcBef>
                <a:spcPct val="0"/>
              </a:spcBef>
              <a:defRPr/>
            </a:pPr>
            <a:r>
              <a:rPr lang="en-US" sz="2800" dirty="0"/>
              <a:t>Implementation of (Command Pattern)  </a:t>
            </a:r>
          </a:p>
        </p:txBody>
      </p:sp>
    </p:spTree>
    <p:extLst>
      <p:ext uri="{BB962C8B-B14F-4D97-AF65-F5344CB8AC3E}">
        <p14:creationId xmlns:p14="http://schemas.microsoft.com/office/powerpoint/2010/main" val="7986408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0B3C6E1-4968-42B4-B8E8-D89089905D41}"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8" name="TextBox 7"/>
          <p:cNvSpPr txBox="1"/>
          <p:nvPr/>
        </p:nvSpPr>
        <p:spPr>
          <a:xfrm>
            <a:off x="299936" y="1051610"/>
            <a:ext cx="3084503" cy="461665"/>
          </a:xfrm>
          <a:prstGeom prst="rect">
            <a:avLst/>
          </a:prstGeom>
          <a:noFill/>
          <a:ln w="12700">
            <a:solidFill>
              <a:schemeClr val="tx1"/>
            </a:solidFill>
          </a:ln>
        </p:spPr>
        <p:txBody>
          <a:bodyPr wrap="square" rtlCol="0">
            <a:spAutoFit/>
          </a:bodyPr>
          <a:lstStyle/>
          <a:p>
            <a:r>
              <a:rPr lang="en-US" sz="2400" dirty="0"/>
              <a:t>Step -3 Cont.……..</a:t>
            </a:r>
          </a:p>
        </p:txBody>
      </p:sp>
      <p:pic>
        <p:nvPicPr>
          <p:cNvPr id="3" name="Picture 2"/>
          <p:cNvPicPr>
            <a:picLocks noChangeAspect="1"/>
          </p:cNvPicPr>
          <p:nvPr/>
        </p:nvPicPr>
        <p:blipFill>
          <a:blip r:embed="rId2"/>
          <a:stretch>
            <a:fillRect/>
          </a:stretch>
        </p:blipFill>
        <p:spPr>
          <a:xfrm>
            <a:off x="3816656" y="1632857"/>
            <a:ext cx="8075408" cy="4756157"/>
          </a:xfrm>
          <a:prstGeom prst="rect">
            <a:avLst/>
          </a:prstGeom>
          <a:solidFill>
            <a:schemeClr val="accent2">
              <a:lumMod val="20000"/>
              <a:lumOff val="80000"/>
            </a:schemeClr>
          </a:solidFill>
          <a:ln w="12700">
            <a:solidFill>
              <a:schemeClr val="tx1"/>
            </a:solidFill>
          </a:ln>
        </p:spPr>
      </p:pic>
      <p:sp>
        <p:nvSpPr>
          <p:cNvPr id="5" name="Footer Placeholder 4"/>
          <p:cNvSpPr>
            <a:spLocks noGrp="1"/>
          </p:cNvSpPr>
          <p:nvPr>
            <p:ph type="ftr" sz="quarter" idx="11"/>
          </p:nvPr>
        </p:nvSpPr>
        <p:spPr/>
        <p:txBody>
          <a:bodyPr/>
          <a:lstStyle/>
          <a:p>
            <a:r>
              <a:rPr lang="en-US" dirty="0"/>
              <a:t>Pooja Kumari Design Pattern                                    Unit IV</a:t>
            </a:r>
          </a:p>
        </p:txBody>
      </p:sp>
      <p:sp>
        <p:nvSpPr>
          <p:cNvPr id="11" name="TextBox 10">
            <a:extLst>
              <a:ext uri="{FF2B5EF4-FFF2-40B4-BE49-F238E27FC236}">
                <a16:creationId xmlns:a16="http://schemas.microsoft.com/office/drawing/2014/main" id="{3F1DDD1E-0F2D-5434-D715-EAC44C313265}"/>
              </a:ext>
            </a:extLst>
          </p:cNvPr>
          <p:cNvSpPr txBox="1"/>
          <p:nvPr/>
        </p:nvSpPr>
        <p:spPr>
          <a:xfrm>
            <a:off x="3816656" y="158233"/>
            <a:ext cx="6146222" cy="523220"/>
          </a:xfrm>
          <a:prstGeom prst="rect">
            <a:avLst/>
          </a:prstGeom>
          <a:noFill/>
        </p:spPr>
        <p:txBody>
          <a:bodyPr wrap="square">
            <a:spAutoFit/>
          </a:bodyPr>
          <a:lstStyle/>
          <a:p>
            <a:pPr algn="ctr">
              <a:spcBef>
                <a:spcPct val="0"/>
              </a:spcBef>
              <a:defRPr/>
            </a:pPr>
            <a:r>
              <a:rPr lang="en-US" sz="2800" dirty="0"/>
              <a:t>Implementation of (Command Pattern)  </a:t>
            </a:r>
          </a:p>
        </p:txBody>
      </p:sp>
    </p:spTree>
    <p:extLst>
      <p:ext uri="{BB962C8B-B14F-4D97-AF65-F5344CB8AC3E}">
        <p14:creationId xmlns:p14="http://schemas.microsoft.com/office/powerpoint/2010/main" val="28322511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F7ED1D1-58FE-455D-970A-1022265D2985}"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5" name="Picture 4"/>
          <p:cNvPicPr>
            <a:picLocks noChangeAspect="1"/>
          </p:cNvPicPr>
          <p:nvPr/>
        </p:nvPicPr>
        <p:blipFill>
          <a:blip r:embed="rId2"/>
          <a:stretch>
            <a:fillRect/>
          </a:stretch>
        </p:blipFill>
        <p:spPr>
          <a:xfrm>
            <a:off x="3088711" y="996510"/>
            <a:ext cx="6638911" cy="5800551"/>
          </a:xfrm>
          <a:prstGeom prst="rect">
            <a:avLst/>
          </a:prstGeom>
          <a:ln w="12700">
            <a:solidFill>
              <a:schemeClr val="tx1"/>
            </a:solidFill>
          </a:ln>
        </p:spPr>
      </p:pic>
      <p:sp>
        <p:nvSpPr>
          <p:cNvPr id="3" name="Footer Placeholder 2"/>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3D1011E8-4438-ACDC-8DA6-12D7A6674BEA}"/>
              </a:ext>
            </a:extLst>
          </p:cNvPr>
          <p:cNvSpPr txBox="1"/>
          <p:nvPr/>
        </p:nvSpPr>
        <p:spPr>
          <a:xfrm>
            <a:off x="3581400" y="299068"/>
            <a:ext cx="6146222" cy="523220"/>
          </a:xfrm>
          <a:prstGeom prst="rect">
            <a:avLst/>
          </a:prstGeom>
          <a:noFill/>
        </p:spPr>
        <p:txBody>
          <a:bodyPr wrap="square">
            <a:spAutoFit/>
          </a:bodyPr>
          <a:lstStyle/>
          <a:p>
            <a:pPr algn="ctr">
              <a:spcBef>
                <a:spcPct val="0"/>
              </a:spcBef>
              <a:defRPr/>
            </a:pPr>
            <a:r>
              <a:rPr lang="en-US" sz="2800" dirty="0"/>
              <a:t>Implementation of (Command Pattern)  </a:t>
            </a:r>
          </a:p>
        </p:txBody>
      </p:sp>
    </p:spTree>
    <p:extLst>
      <p:ext uri="{BB962C8B-B14F-4D97-AF65-F5344CB8AC3E}">
        <p14:creationId xmlns:p14="http://schemas.microsoft.com/office/powerpoint/2010/main" val="998899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23055B2-E099-46C1-B3F2-934337F8D18C}"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2"/>
          <a:stretch>
            <a:fillRect/>
          </a:stretch>
        </p:blipFill>
        <p:spPr>
          <a:xfrm>
            <a:off x="228600" y="1171047"/>
            <a:ext cx="7308870" cy="5550435"/>
          </a:xfrm>
          <a:prstGeom prst="rect">
            <a:avLst/>
          </a:prstGeom>
          <a:ln w="9525">
            <a:solidFill>
              <a:schemeClr val="tx1"/>
            </a:solidFill>
          </a:ln>
        </p:spPr>
      </p:pic>
      <p:pic>
        <p:nvPicPr>
          <p:cNvPr id="8" name="Picture 7"/>
          <p:cNvPicPr>
            <a:picLocks noChangeAspect="1"/>
          </p:cNvPicPr>
          <p:nvPr/>
        </p:nvPicPr>
        <p:blipFill>
          <a:blip r:embed="rId3"/>
          <a:stretch>
            <a:fillRect/>
          </a:stretch>
        </p:blipFill>
        <p:spPr>
          <a:xfrm>
            <a:off x="7914763" y="2362771"/>
            <a:ext cx="3667637" cy="1457528"/>
          </a:xfrm>
          <a:prstGeom prst="rect">
            <a:avLst/>
          </a:prstGeom>
          <a:ln w="19050">
            <a:solidFill>
              <a:schemeClr val="tx1"/>
            </a:solidFill>
          </a:ln>
        </p:spPr>
      </p:pic>
      <p:sp>
        <p:nvSpPr>
          <p:cNvPr id="5" name="Footer Placeholder 4"/>
          <p:cNvSpPr>
            <a:spLocks noGrp="1"/>
          </p:cNvSpPr>
          <p:nvPr>
            <p:ph type="ftr" sz="quarter" idx="11"/>
          </p:nvPr>
        </p:nvSpPr>
        <p:spPr/>
        <p:txBody>
          <a:bodyPr/>
          <a:lstStyle/>
          <a:p>
            <a:r>
              <a:rPr lang="en-US" dirty="0"/>
              <a:t>Pooja Kumari Design Pattern                                    Unit IV</a:t>
            </a:r>
          </a:p>
        </p:txBody>
      </p:sp>
      <p:sp>
        <p:nvSpPr>
          <p:cNvPr id="11" name="TextBox 10">
            <a:extLst>
              <a:ext uri="{FF2B5EF4-FFF2-40B4-BE49-F238E27FC236}">
                <a16:creationId xmlns:a16="http://schemas.microsoft.com/office/drawing/2014/main" id="{064DBE3A-63C6-9A88-F2B3-84631194AB26}"/>
              </a:ext>
            </a:extLst>
          </p:cNvPr>
          <p:cNvSpPr txBox="1"/>
          <p:nvPr/>
        </p:nvSpPr>
        <p:spPr>
          <a:xfrm>
            <a:off x="3384838" y="241361"/>
            <a:ext cx="6146222" cy="523220"/>
          </a:xfrm>
          <a:prstGeom prst="rect">
            <a:avLst/>
          </a:prstGeom>
          <a:noFill/>
        </p:spPr>
        <p:txBody>
          <a:bodyPr wrap="square">
            <a:spAutoFit/>
          </a:bodyPr>
          <a:lstStyle/>
          <a:p>
            <a:pPr algn="ctr">
              <a:spcBef>
                <a:spcPct val="0"/>
              </a:spcBef>
              <a:defRPr/>
            </a:pPr>
            <a:r>
              <a:rPr lang="en-US" sz="2800" dirty="0"/>
              <a:t>Implementation of (Command Pattern)  </a:t>
            </a:r>
          </a:p>
        </p:txBody>
      </p:sp>
    </p:spTree>
    <p:extLst>
      <p:ext uri="{BB962C8B-B14F-4D97-AF65-F5344CB8AC3E}">
        <p14:creationId xmlns:p14="http://schemas.microsoft.com/office/powerpoint/2010/main" val="7882485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4549" y="1116419"/>
            <a:ext cx="11566451" cy="5239931"/>
          </a:xfrm>
          <a:solidFill>
            <a:schemeClr val="accent2">
              <a:lumMod val="20000"/>
              <a:lumOff val="80000"/>
            </a:schemeClr>
          </a:solidFill>
          <a:ln w="19050">
            <a:solidFill>
              <a:schemeClr val="tx1"/>
            </a:solidFill>
          </a:ln>
        </p:spPr>
        <p:txBody>
          <a:bodyPr>
            <a:normAutofit/>
          </a:bodyPr>
          <a:lstStyle/>
          <a:p>
            <a:pPr marL="0" indent="0" algn="just">
              <a:buNone/>
            </a:pPr>
            <a:r>
              <a:rPr lang="en-US" sz="2400" dirty="0"/>
              <a:t>1.  How many types of  Designs   Patterns  are  there?</a:t>
            </a:r>
          </a:p>
          <a:p>
            <a:pPr marL="0" indent="0" algn="just">
              <a:buNone/>
            </a:pPr>
            <a:r>
              <a:rPr lang="en-US" sz="2400" dirty="0"/>
              <a:t>a.     3</a:t>
            </a:r>
          </a:p>
          <a:p>
            <a:pPr marL="0" indent="0" algn="just">
              <a:buNone/>
            </a:pPr>
            <a:r>
              <a:rPr lang="en-US" sz="2400" dirty="0"/>
              <a:t>b.     4</a:t>
            </a:r>
          </a:p>
          <a:p>
            <a:pPr marL="514350" indent="-514350" algn="just">
              <a:buAutoNum type="alphaLcPeriod" startAt="3"/>
            </a:pPr>
            <a:r>
              <a:rPr lang="en-US" sz="2400" dirty="0"/>
              <a:t>5</a:t>
            </a:r>
          </a:p>
          <a:p>
            <a:pPr marL="0" indent="0" algn="just">
              <a:buNone/>
            </a:pPr>
            <a:r>
              <a:rPr lang="en-US" sz="2400" dirty="0"/>
              <a:t>d.     2</a:t>
            </a:r>
          </a:p>
          <a:p>
            <a:pPr marL="457200" indent="-457200" algn="just">
              <a:buAutoNum type="arabicPeriod" startAt="2"/>
            </a:pPr>
            <a:r>
              <a:rPr lang="en-US" sz="2400" dirty="0"/>
              <a:t>Behavioral  design patterns means ?</a:t>
            </a:r>
          </a:p>
          <a:p>
            <a:pPr marL="0" indent="0" algn="just">
              <a:buNone/>
            </a:pPr>
            <a:r>
              <a:rPr lang="en-US" sz="2400" dirty="0"/>
              <a:t>a.    Create  object</a:t>
            </a:r>
          </a:p>
          <a:p>
            <a:pPr marL="457200" indent="-457200" algn="just">
              <a:buAutoNum type="alphaLcPeriod" startAt="2"/>
            </a:pPr>
            <a:r>
              <a:rPr lang="en-US" sz="2400" dirty="0"/>
              <a:t>Communication between  objects</a:t>
            </a:r>
          </a:p>
          <a:p>
            <a:pPr marL="0" indent="0" algn="just">
              <a:buNone/>
            </a:pPr>
            <a:r>
              <a:rPr lang="en-US" sz="2400" dirty="0"/>
              <a:t>c.    Make  structure</a:t>
            </a:r>
          </a:p>
          <a:p>
            <a:pPr marL="0" indent="0" algn="just">
              <a:buNone/>
            </a:pPr>
            <a:r>
              <a:rPr lang="en-US" sz="2400" dirty="0"/>
              <a:t>d.   Iterator</a:t>
            </a:r>
          </a:p>
        </p:txBody>
      </p:sp>
      <p:sp>
        <p:nvSpPr>
          <p:cNvPr id="4" name="Date Placeholder 3"/>
          <p:cNvSpPr>
            <a:spLocks noGrp="1"/>
          </p:cNvSpPr>
          <p:nvPr>
            <p:ph type="dt" sz="half" idx="10"/>
          </p:nvPr>
        </p:nvSpPr>
        <p:spPr/>
        <p:txBody>
          <a:bodyPr/>
          <a:lstStyle/>
          <a:p>
            <a:fld id="{7214FBC3-687D-4304-8B2F-3E846EEFCE43}" type="datetime1">
              <a:rPr lang="en-US" smtClean="0"/>
              <a:t>10/22/2024</a:t>
            </a:fld>
            <a:endParaRPr lang="en-US" dirty="0"/>
          </a:p>
        </p:txBody>
      </p:sp>
      <p:sp>
        <p:nvSpPr>
          <p:cNvPr id="5" name="Footer Placeholder 4"/>
          <p:cNvSpPr>
            <a:spLocks noGrp="1"/>
          </p:cNvSpPr>
          <p:nvPr>
            <p:ph type="ftr" sz="quarter" idx="11"/>
          </p:nvPr>
        </p:nvSpPr>
        <p:spPr>
          <a:xfrm>
            <a:off x="4343400" y="6248406"/>
            <a:ext cx="4724400" cy="365125"/>
          </a:xfrm>
        </p:spPr>
        <p:txBody>
          <a:bodyPr/>
          <a:lstStyle/>
          <a:p>
            <a:r>
              <a:rPr lang="en-US" dirty="0"/>
              <a:t>Pooja Kumari Design Pattern                                    Unit IV</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dirty="0"/>
          </a:p>
        </p:txBody>
      </p:sp>
      <p:sp>
        <p:nvSpPr>
          <p:cNvPr id="9" name="TextBox 8">
            <a:extLst>
              <a:ext uri="{FF2B5EF4-FFF2-40B4-BE49-F238E27FC236}">
                <a16:creationId xmlns:a16="http://schemas.microsoft.com/office/drawing/2014/main" id="{87A473AF-4CB8-0A86-8C1F-0D5A7BF4A30D}"/>
              </a:ext>
            </a:extLst>
          </p:cNvPr>
          <p:cNvSpPr txBox="1"/>
          <p:nvPr/>
        </p:nvSpPr>
        <p:spPr>
          <a:xfrm>
            <a:off x="3441989" y="244469"/>
            <a:ext cx="6146222" cy="523220"/>
          </a:xfrm>
          <a:prstGeom prst="rect">
            <a:avLst/>
          </a:prstGeom>
          <a:noFill/>
        </p:spPr>
        <p:txBody>
          <a:bodyPr wrap="square">
            <a:spAutoFit/>
          </a:bodyPr>
          <a:lstStyle/>
          <a:p>
            <a:pPr algn="ctr">
              <a:spcBef>
                <a:spcPct val="0"/>
              </a:spcBef>
              <a:defRPr/>
            </a:pPr>
            <a:r>
              <a:rPr lang="en-US" sz="2800" dirty="0"/>
              <a:t>QUIZZES</a:t>
            </a:r>
          </a:p>
        </p:txBody>
      </p:sp>
    </p:spTree>
    <p:extLst>
      <p:ext uri="{BB962C8B-B14F-4D97-AF65-F5344CB8AC3E}">
        <p14:creationId xmlns:p14="http://schemas.microsoft.com/office/powerpoint/2010/main" val="40205797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0" y="1295400"/>
            <a:ext cx="10591800" cy="3657600"/>
          </a:xfrm>
          <a:solidFill>
            <a:schemeClr val="accent1">
              <a:lumMod val="20000"/>
              <a:lumOff val="80000"/>
            </a:schemeClr>
          </a:solidFill>
          <a:ln w="19050">
            <a:solidFill>
              <a:schemeClr val="tx1"/>
            </a:solidFill>
          </a:ln>
        </p:spPr>
        <p:txBody>
          <a:bodyPr>
            <a:normAutofit/>
          </a:bodyPr>
          <a:lstStyle/>
          <a:p>
            <a:pPr marL="0" indent="0" algn="just">
              <a:buNone/>
            </a:pPr>
            <a:r>
              <a:rPr lang="en-US" sz="2800" dirty="0"/>
              <a:t>Topic </a:t>
            </a:r>
            <a:r>
              <a:rPr lang="en-US" dirty="0"/>
              <a:t>:</a:t>
            </a:r>
            <a:r>
              <a:rPr lang="en-US" dirty="0">
                <a:solidFill>
                  <a:srgbClr val="FF0000"/>
                </a:solidFill>
              </a:rPr>
              <a:t> </a:t>
            </a:r>
            <a:r>
              <a:rPr lang="en-US" dirty="0"/>
              <a:t>Interpreter Pattern</a:t>
            </a:r>
            <a:endParaRPr lang="en-US" sz="2800" dirty="0"/>
          </a:p>
          <a:p>
            <a:pPr marL="0" indent="0" algn="just">
              <a:buNone/>
            </a:pPr>
            <a:endParaRPr lang="en-US" dirty="0"/>
          </a:p>
          <a:p>
            <a:pPr marL="0" indent="0" algn="just">
              <a:buNone/>
            </a:pPr>
            <a:endParaRPr lang="en-US" sz="2800" dirty="0"/>
          </a:p>
          <a:p>
            <a:pPr algn="just"/>
            <a:r>
              <a:rPr lang="en-US" sz="2800" dirty="0"/>
              <a:t>In this topic, the students will gain , The idea of a </a:t>
            </a:r>
            <a:r>
              <a:rPr lang="en-US" dirty="0"/>
              <a:t>Interpreter Pattern An Interpreter Pattern says that "to define a representation of grammar of a given language, along with an interpreter that uses this representation to interpret sentences in the language".</a:t>
            </a:r>
          </a:p>
        </p:txBody>
      </p:sp>
      <p:sp>
        <p:nvSpPr>
          <p:cNvPr id="4" name="Date Placeholder 3"/>
          <p:cNvSpPr>
            <a:spLocks noGrp="1"/>
          </p:cNvSpPr>
          <p:nvPr>
            <p:ph type="dt" sz="half" idx="10"/>
          </p:nvPr>
        </p:nvSpPr>
        <p:spPr/>
        <p:txBody>
          <a:bodyPr/>
          <a:lstStyle/>
          <a:p>
            <a:fld id="{E1D8A49F-4C45-4E90-98BE-4069B2906E03}" type="datetime1">
              <a:rPr lang="en-US" smtClean="0"/>
              <a:t>10/22/2024</a:t>
            </a:fld>
            <a:endParaRPr lang="en-US" dirty="0"/>
          </a:p>
        </p:txBody>
      </p:sp>
      <p:sp>
        <p:nvSpPr>
          <p:cNvPr id="5" name="Footer Placeholder 4"/>
          <p:cNvSpPr>
            <a:spLocks noGrp="1"/>
          </p:cNvSpPr>
          <p:nvPr>
            <p:ph type="ftr" sz="quarter" idx="11"/>
          </p:nvPr>
        </p:nvSpPr>
        <p:spPr>
          <a:xfrm>
            <a:off x="4343400" y="6248406"/>
            <a:ext cx="4724400" cy="365125"/>
          </a:xfrm>
        </p:spPr>
        <p:txBody>
          <a:bodyPr/>
          <a:lstStyle/>
          <a:p>
            <a:r>
              <a:rPr lang="en-US" dirty="0"/>
              <a:t>Pooja Kumari                                          Design Pattern                                    Unit IV</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dirty="0"/>
          </a:p>
        </p:txBody>
      </p:sp>
      <p:sp>
        <p:nvSpPr>
          <p:cNvPr id="8" name="TextBox 7">
            <a:extLst>
              <a:ext uri="{FF2B5EF4-FFF2-40B4-BE49-F238E27FC236}">
                <a16:creationId xmlns:a16="http://schemas.microsoft.com/office/drawing/2014/main" id="{EB73B53C-81C9-C8B7-3C7A-C590AB9B8541}"/>
              </a:ext>
            </a:extLst>
          </p:cNvPr>
          <p:cNvSpPr txBox="1"/>
          <p:nvPr/>
        </p:nvSpPr>
        <p:spPr>
          <a:xfrm>
            <a:off x="5704609" y="148903"/>
            <a:ext cx="4873336" cy="523220"/>
          </a:xfrm>
          <a:prstGeom prst="rect">
            <a:avLst/>
          </a:prstGeom>
          <a:noFill/>
        </p:spPr>
        <p:txBody>
          <a:bodyPr wrap="square" rtlCol="0">
            <a:spAutoFit/>
          </a:bodyPr>
          <a:lstStyle/>
          <a:p>
            <a:r>
              <a:rPr lang="en-IN" sz="2800" dirty="0"/>
              <a:t>Topic Objective</a:t>
            </a:r>
          </a:p>
        </p:txBody>
      </p:sp>
    </p:spTree>
    <p:extLst>
      <p:ext uri="{BB962C8B-B14F-4D97-AF65-F5344CB8AC3E}">
        <p14:creationId xmlns:p14="http://schemas.microsoft.com/office/powerpoint/2010/main" val="25447218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D02047-5036-4D2F-872B-41DA016818CA}"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342900" y="1012954"/>
            <a:ext cx="11506200" cy="4832092"/>
          </a:xfrm>
          <a:prstGeom prst="rect">
            <a:avLst/>
          </a:prstGeom>
          <a:solidFill>
            <a:schemeClr val="accent2">
              <a:lumMod val="20000"/>
              <a:lumOff val="80000"/>
            </a:schemeClr>
          </a:solidFill>
          <a:ln w="28575">
            <a:solidFill>
              <a:schemeClr val="tx1"/>
            </a:solidFill>
          </a:ln>
        </p:spPr>
        <p:txBody>
          <a:bodyPr wrap="square">
            <a:spAutoFit/>
          </a:bodyPr>
          <a:lstStyle/>
          <a:p>
            <a:pPr algn="just"/>
            <a:r>
              <a:rPr lang="en-US" sz="2800" b="1" u="sng" dirty="0">
                <a:latin typeface="+mj-lt"/>
              </a:rPr>
              <a:t> Interpreter Pattern:-</a:t>
            </a:r>
          </a:p>
          <a:p>
            <a:pPr algn="just"/>
            <a:endParaRPr lang="en-US" sz="2800" b="1" u="sng" dirty="0">
              <a:latin typeface="+mj-lt"/>
            </a:endParaRPr>
          </a:p>
          <a:p>
            <a:pPr marL="457200" indent="-457200" algn="just">
              <a:buFont typeface="Wingdings" panose="05000000000000000000" pitchFamily="2" charset="2"/>
              <a:buChar char="Ø"/>
            </a:pPr>
            <a:r>
              <a:rPr lang="en-US" sz="2800" dirty="0">
                <a:latin typeface="+mj-lt"/>
              </a:rPr>
              <a:t>An Interpreter Pattern says that "to define a representation of grammar of a given language, along with an interpreter that uses this representation to interpret sentences in the language".</a:t>
            </a:r>
          </a:p>
          <a:p>
            <a:pPr algn="just"/>
            <a:endParaRPr lang="en-US" sz="2800" dirty="0">
              <a:latin typeface="+mj-lt"/>
            </a:endParaRPr>
          </a:p>
          <a:p>
            <a:pPr marL="457200" indent="-457200" algn="just">
              <a:buFont typeface="Wingdings" panose="05000000000000000000" pitchFamily="2" charset="2"/>
              <a:buChar char="Ø"/>
            </a:pPr>
            <a:r>
              <a:rPr lang="en-US" sz="2800" dirty="0">
                <a:latin typeface="+mj-lt"/>
              </a:rPr>
              <a:t>Basically the Interpreter pattern has limited area where it can be applied. We can discuss the Interpreter pattern only in terms of formal grammars.</a:t>
            </a:r>
          </a:p>
          <a:p>
            <a:pPr algn="just"/>
            <a:endParaRPr lang="en-US" sz="2800" dirty="0">
              <a:latin typeface="+mj-lt"/>
            </a:endParaRPr>
          </a:p>
          <a:p>
            <a:pPr marL="457200" indent="-457200" algn="just">
              <a:buFont typeface="Wingdings" panose="05000000000000000000" pitchFamily="2" charset="2"/>
              <a:buChar char="Ø"/>
            </a:pPr>
            <a:r>
              <a:rPr lang="en-US" sz="2800" dirty="0">
                <a:latin typeface="+mj-lt"/>
              </a:rPr>
              <a:t>This pattern can applied for parsing the expressions defined in simple grammars and sometimes in simple rule engines.</a:t>
            </a:r>
          </a:p>
        </p:txBody>
      </p:sp>
      <p:sp>
        <p:nvSpPr>
          <p:cNvPr id="5" name="Footer Placeholder 4"/>
          <p:cNvSpPr>
            <a:spLocks noGrp="1"/>
          </p:cNvSpPr>
          <p:nvPr>
            <p:ph type="ftr" sz="quarter" idx="11"/>
          </p:nvPr>
        </p:nvSpPr>
        <p:spPr/>
        <p:txBody>
          <a:bodyPr/>
          <a:lstStyle/>
          <a:p>
            <a:r>
              <a:rPr lang="en-US"/>
              <a:t>Pooja Kumari</a:t>
            </a:r>
            <a:endParaRPr lang="en-US" dirty="0"/>
          </a:p>
        </p:txBody>
      </p:sp>
      <p:sp>
        <p:nvSpPr>
          <p:cNvPr id="10" name="TextBox 9">
            <a:extLst>
              <a:ext uri="{FF2B5EF4-FFF2-40B4-BE49-F238E27FC236}">
                <a16:creationId xmlns:a16="http://schemas.microsoft.com/office/drawing/2014/main" id="{58573CDD-E6D4-159D-866D-F636EF03BC91}"/>
              </a:ext>
            </a:extLst>
          </p:cNvPr>
          <p:cNvSpPr txBox="1"/>
          <p:nvPr/>
        </p:nvSpPr>
        <p:spPr>
          <a:xfrm>
            <a:off x="3727738" y="162579"/>
            <a:ext cx="6146222" cy="523220"/>
          </a:xfrm>
          <a:prstGeom prst="rect">
            <a:avLst/>
          </a:prstGeom>
          <a:noFill/>
        </p:spPr>
        <p:txBody>
          <a:bodyPr wrap="square">
            <a:spAutoFit/>
          </a:bodyPr>
          <a:lstStyle/>
          <a:p>
            <a:pPr algn="ctr">
              <a:spcBef>
                <a:spcPct val="0"/>
              </a:spcBef>
              <a:defRPr/>
            </a:pPr>
            <a:r>
              <a:rPr lang="en-US" sz="2800" dirty="0"/>
              <a:t>Interpreter Pattern </a:t>
            </a:r>
          </a:p>
        </p:txBody>
      </p:sp>
    </p:spTree>
    <p:extLst>
      <p:ext uri="{BB962C8B-B14F-4D97-AF65-F5344CB8AC3E}">
        <p14:creationId xmlns:p14="http://schemas.microsoft.com/office/powerpoint/2010/main" val="4844118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F95706A-1091-47B9-B3E1-EBC766C71A7D}"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3"/>
          <a:stretch>
            <a:fillRect/>
          </a:stretch>
        </p:blipFill>
        <p:spPr>
          <a:xfrm>
            <a:off x="2496048" y="974718"/>
            <a:ext cx="7199904" cy="5883282"/>
          </a:xfrm>
          <a:prstGeom prst="rect">
            <a:avLst/>
          </a:prstGeom>
          <a:ln w="19050">
            <a:solidFill>
              <a:schemeClr val="tx1"/>
            </a:solidFill>
          </a:ln>
        </p:spPr>
      </p:pic>
      <p:sp>
        <p:nvSpPr>
          <p:cNvPr id="5" name="Footer Placeholder 4"/>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D9755F3F-8C30-A5A7-5E0B-AFED30252D2F}"/>
              </a:ext>
            </a:extLst>
          </p:cNvPr>
          <p:cNvSpPr txBox="1"/>
          <p:nvPr/>
        </p:nvSpPr>
        <p:spPr>
          <a:xfrm>
            <a:off x="3665393" y="245455"/>
            <a:ext cx="6146222" cy="523220"/>
          </a:xfrm>
          <a:prstGeom prst="rect">
            <a:avLst/>
          </a:prstGeom>
          <a:noFill/>
        </p:spPr>
        <p:txBody>
          <a:bodyPr wrap="square">
            <a:spAutoFit/>
          </a:bodyPr>
          <a:lstStyle/>
          <a:p>
            <a:pPr algn="ctr">
              <a:spcBef>
                <a:spcPct val="0"/>
              </a:spcBef>
              <a:defRPr/>
            </a:pPr>
            <a:r>
              <a:rPr lang="en-US" sz="2800" dirty="0"/>
              <a:t>UML\Structure for Interpreter  Pattern   </a:t>
            </a:r>
          </a:p>
        </p:txBody>
      </p:sp>
    </p:spTree>
    <p:extLst>
      <p:ext uri="{BB962C8B-B14F-4D97-AF65-F5344CB8AC3E}">
        <p14:creationId xmlns:p14="http://schemas.microsoft.com/office/powerpoint/2010/main" val="4809224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7322CB5-C8D5-4242-8064-D40B476D11C5}"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457200" y="1034542"/>
            <a:ext cx="11506200" cy="5693866"/>
          </a:xfrm>
          <a:prstGeom prst="rect">
            <a:avLst/>
          </a:prstGeom>
          <a:solidFill>
            <a:schemeClr val="accent2">
              <a:lumMod val="20000"/>
              <a:lumOff val="80000"/>
            </a:schemeClr>
          </a:solidFill>
          <a:ln w="28575">
            <a:solidFill>
              <a:schemeClr val="tx1"/>
            </a:solidFill>
          </a:ln>
        </p:spPr>
        <p:txBody>
          <a:bodyPr wrap="square">
            <a:spAutoFit/>
          </a:bodyPr>
          <a:lstStyle/>
          <a:p>
            <a:pPr marL="457200" indent="-457200" algn="just">
              <a:buFont typeface="Wingdings" panose="05000000000000000000" pitchFamily="2" charset="2"/>
              <a:buChar char="Ø"/>
            </a:pPr>
            <a:r>
              <a:rPr lang="en-US" sz="2800" dirty="0">
                <a:solidFill>
                  <a:srgbClr val="000000"/>
                </a:solidFill>
                <a:latin typeface="+mj-lt"/>
              </a:rPr>
              <a:t>We are going to create an interface Expression and concrete classes implementing the Expression interface. A class </a:t>
            </a:r>
            <a:r>
              <a:rPr lang="en-US" sz="2800" dirty="0" err="1">
                <a:solidFill>
                  <a:srgbClr val="000000"/>
                </a:solidFill>
                <a:latin typeface="+mj-lt"/>
              </a:rPr>
              <a:t>TerminalExpression</a:t>
            </a:r>
            <a:r>
              <a:rPr lang="en-US" sz="2800" dirty="0">
                <a:solidFill>
                  <a:srgbClr val="000000"/>
                </a:solidFill>
                <a:latin typeface="+mj-lt"/>
              </a:rPr>
              <a:t> is defined which acts as a main interpreter of context in question. Other classes </a:t>
            </a:r>
            <a:r>
              <a:rPr lang="en-US" sz="2800" dirty="0" err="1">
                <a:solidFill>
                  <a:srgbClr val="000000"/>
                </a:solidFill>
                <a:latin typeface="+mj-lt"/>
              </a:rPr>
              <a:t>OrExpression</a:t>
            </a:r>
            <a:r>
              <a:rPr lang="en-US" sz="2800" dirty="0">
                <a:solidFill>
                  <a:srgbClr val="000000"/>
                </a:solidFill>
                <a:latin typeface="+mj-lt"/>
              </a:rPr>
              <a:t>, </a:t>
            </a:r>
            <a:r>
              <a:rPr lang="en-US" sz="2800" dirty="0" err="1">
                <a:solidFill>
                  <a:srgbClr val="000000"/>
                </a:solidFill>
                <a:latin typeface="+mj-lt"/>
              </a:rPr>
              <a:t>AndExpression</a:t>
            </a:r>
            <a:r>
              <a:rPr lang="en-US" sz="2800" dirty="0">
                <a:solidFill>
                  <a:srgbClr val="000000"/>
                </a:solidFill>
                <a:latin typeface="+mj-lt"/>
              </a:rPr>
              <a:t> are used to create combinational expressions.</a:t>
            </a:r>
          </a:p>
          <a:p>
            <a:pPr marL="457200" indent="-457200" algn="just">
              <a:buFont typeface="Wingdings" panose="05000000000000000000" pitchFamily="2" charset="2"/>
              <a:buChar char="Ø"/>
            </a:pPr>
            <a:endParaRPr lang="en-US" sz="2800" dirty="0">
              <a:solidFill>
                <a:srgbClr val="000000"/>
              </a:solidFill>
              <a:latin typeface="+mj-lt"/>
            </a:endParaRPr>
          </a:p>
          <a:p>
            <a:pPr marL="457200" indent="-457200" algn="just">
              <a:buFont typeface="Wingdings" panose="05000000000000000000" pitchFamily="2" charset="2"/>
              <a:buChar char="Ø"/>
            </a:pPr>
            <a:r>
              <a:rPr lang="en-US" sz="2800" dirty="0" err="1">
                <a:solidFill>
                  <a:srgbClr val="000000"/>
                </a:solidFill>
                <a:latin typeface="+mj-lt"/>
              </a:rPr>
              <a:t>InterpreterPatternDemo</a:t>
            </a:r>
            <a:r>
              <a:rPr lang="en-US" sz="2800" dirty="0">
                <a:solidFill>
                  <a:srgbClr val="000000"/>
                </a:solidFill>
                <a:latin typeface="+mj-lt"/>
              </a:rPr>
              <a:t>, our demo class, will use Expression class to create rules and demonstrate parsing of expressions.</a:t>
            </a:r>
          </a:p>
          <a:p>
            <a:pPr algn="just"/>
            <a:endParaRPr lang="en-US" sz="2800" dirty="0">
              <a:solidFill>
                <a:srgbClr val="000000"/>
              </a:solidFill>
              <a:latin typeface="+mj-lt"/>
            </a:endParaRPr>
          </a:p>
          <a:p>
            <a:pPr marL="457200" indent="-457200" algn="just">
              <a:buFont typeface="Wingdings" panose="05000000000000000000" pitchFamily="2" charset="2"/>
              <a:buChar char="Ø"/>
            </a:pPr>
            <a:r>
              <a:rPr lang="en-US" sz="2800" dirty="0">
                <a:solidFill>
                  <a:srgbClr val="000000"/>
                </a:solidFill>
                <a:latin typeface="+mj-lt"/>
              </a:rPr>
              <a:t>Interpreter pattern provides a way to evaluate language grammar or expression. This type of pattern comes under behavioral pattern. This pattern involves implementing an expression interface which tells to interpret a particular context. </a:t>
            </a:r>
          </a:p>
        </p:txBody>
      </p:sp>
      <p:sp>
        <p:nvSpPr>
          <p:cNvPr id="5" name="Footer Placeholder 4"/>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5403A8E4-C1C0-5770-F6A9-E005CB8C61EA}"/>
              </a:ext>
            </a:extLst>
          </p:cNvPr>
          <p:cNvSpPr txBox="1"/>
          <p:nvPr/>
        </p:nvSpPr>
        <p:spPr>
          <a:xfrm>
            <a:off x="3696565" y="200686"/>
            <a:ext cx="6146222" cy="523220"/>
          </a:xfrm>
          <a:prstGeom prst="rect">
            <a:avLst/>
          </a:prstGeom>
          <a:noFill/>
        </p:spPr>
        <p:txBody>
          <a:bodyPr wrap="square">
            <a:spAutoFit/>
          </a:bodyPr>
          <a:lstStyle/>
          <a:p>
            <a:pPr algn="ctr">
              <a:spcBef>
                <a:spcPct val="0"/>
              </a:spcBef>
              <a:defRPr/>
            </a:pPr>
            <a:r>
              <a:rPr lang="en-US" sz="2800" dirty="0"/>
              <a:t>Implementation of (Interpreter Pattern)  </a:t>
            </a:r>
          </a:p>
        </p:txBody>
      </p:sp>
    </p:spTree>
    <p:extLst>
      <p:ext uri="{BB962C8B-B14F-4D97-AF65-F5344CB8AC3E}">
        <p14:creationId xmlns:p14="http://schemas.microsoft.com/office/powerpoint/2010/main" val="268226295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212E5CB-9E7C-46EC-A0E4-38E01A67741E}"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dirty="0"/>
          </a:p>
        </p:txBody>
      </p:sp>
      <p:sp>
        <p:nvSpPr>
          <p:cNvPr id="2" name="Rectangle 1"/>
          <p:cNvSpPr/>
          <p:nvPr/>
        </p:nvSpPr>
        <p:spPr>
          <a:xfrm>
            <a:off x="1762991" y="162579"/>
            <a:ext cx="10972800" cy="523220"/>
          </a:xfrm>
          <a:prstGeom prst="rect">
            <a:avLst/>
          </a:prstGeom>
        </p:spPr>
        <p:txBody>
          <a:bodyPr wrap="square">
            <a:spAutoFit/>
          </a:bodyPr>
          <a:lstStyle/>
          <a:p>
            <a:pPr algn="ctr">
              <a:spcBef>
                <a:spcPct val="0"/>
              </a:spcBef>
              <a:defRPr/>
            </a:pPr>
            <a:r>
              <a:rPr lang="en-US" sz="2800" dirty="0"/>
              <a:t>Implementation of (Interpreter Pattern)  </a:t>
            </a:r>
          </a:p>
        </p:txBody>
      </p:sp>
      <p:pic>
        <p:nvPicPr>
          <p:cNvPr id="3" name="Picture 2"/>
          <p:cNvPicPr>
            <a:picLocks noChangeAspect="1"/>
          </p:cNvPicPr>
          <p:nvPr/>
        </p:nvPicPr>
        <p:blipFill>
          <a:blip r:embed="rId2"/>
          <a:stretch>
            <a:fillRect/>
          </a:stretch>
        </p:blipFill>
        <p:spPr>
          <a:xfrm>
            <a:off x="1143000" y="1833788"/>
            <a:ext cx="9795938" cy="3801159"/>
          </a:xfrm>
          <a:prstGeom prst="rect">
            <a:avLst/>
          </a:prstGeom>
          <a:ln w="19050">
            <a:solidFill>
              <a:schemeClr val="tx1"/>
            </a:solidFill>
          </a:ln>
        </p:spPr>
      </p:pic>
      <p:sp>
        <p:nvSpPr>
          <p:cNvPr id="5" name="Footer Placeholder 4"/>
          <p:cNvSpPr>
            <a:spLocks noGrp="1"/>
          </p:cNvSpPr>
          <p:nvPr>
            <p:ph type="ftr" sz="quarter" idx="11"/>
          </p:nvPr>
        </p:nvSpPr>
        <p:spPr/>
        <p:txBody>
          <a:bodyPr/>
          <a:lstStyle/>
          <a:p>
            <a:r>
              <a:rPr lang="en-US" dirty="0"/>
              <a:t>Pooja  Kumari                                         Design Pattern                                    Unit IV</a:t>
            </a:r>
          </a:p>
        </p:txBody>
      </p:sp>
    </p:spTree>
    <p:extLst>
      <p:ext uri="{BB962C8B-B14F-4D97-AF65-F5344CB8AC3E}">
        <p14:creationId xmlns:p14="http://schemas.microsoft.com/office/powerpoint/2010/main" val="42017417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085AF03-9C09-49AB-9F88-E5E9F256E834}"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5" name="Picture 4"/>
          <p:cNvPicPr>
            <a:picLocks noChangeAspect="1"/>
          </p:cNvPicPr>
          <p:nvPr/>
        </p:nvPicPr>
        <p:blipFill>
          <a:blip r:embed="rId2"/>
          <a:stretch>
            <a:fillRect/>
          </a:stretch>
        </p:blipFill>
        <p:spPr>
          <a:xfrm>
            <a:off x="2724676" y="997527"/>
            <a:ext cx="5885924" cy="5802941"/>
          </a:xfrm>
          <a:prstGeom prst="rect">
            <a:avLst/>
          </a:prstGeom>
          <a:ln w="12700">
            <a:solidFill>
              <a:schemeClr val="tx1"/>
            </a:solidFill>
          </a:ln>
        </p:spPr>
      </p:pic>
      <p:sp>
        <p:nvSpPr>
          <p:cNvPr id="3" name="Footer Placeholder 2"/>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02705169-B138-DCC8-DBDF-C13F7C9F1B86}"/>
              </a:ext>
            </a:extLst>
          </p:cNvPr>
          <p:cNvSpPr txBox="1"/>
          <p:nvPr/>
        </p:nvSpPr>
        <p:spPr>
          <a:xfrm>
            <a:off x="3581400" y="251472"/>
            <a:ext cx="6146222" cy="523220"/>
          </a:xfrm>
          <a:prstGeom prst="rect">
            <a:avLst/>
          </a:prstGeom>
          <a:noFill/>
        </p:spPr>
        <p:txBody>
          <a:bodyPr wrap="square">
            <a:spAutoFit/>
          </a:bodyPr>
          <a:lstStyle/>
          <a:p>
            <a:pPr algn="ctr">
              <a:spcBef>
                <a:spcPct val="0"/>
              </a:spcBef>
              <a:defRPr/>
            </a:pPr>
            <a:r>
              <a:rPr lang="en-US" sz="2800" dirty="0"/>
              <a:t>Implementation of (Interpreter Pattern)  </a:t>
            </a:r>
          </a:p>
        </p:txBody>
      </p:sp>
    </p:spTree>
    <p:extLst>
      <p:ext uri="{BB962C8B-B14F-4D97-AF65-F5344CB8AC3E}">
        <p14:creationId xmlns:p14="http://schemas.microsoft.com/office/powerpoint/2010/main" val="35158521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68C746A-34CC-49CE-B3F3-F7DE2474B01C}"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8" name="TextBox 7"/>
          <p:cNvSpPr txBox="1"/>
          <p:nvPr/>
        </p:nvSpPr>
        <p:spPr>
          <a:xfrm>
            <a:off x="83919" y="1048982"/>
            <a:ext cx="3084503" cy="461665"/>
          </a:xfrm>
          <a:prstGeom prst="rect">
            <a:avLst/>
          </a:prstGeom>
          <a:noFill/>
          <a:ln w="12700">
            <a:solidFill>
              <a:schemeClr val="tx1"/>
            </a:solidFill>
          </a:ln>
        </p:spPr>
        <p:txBody>
          <a:bodyPr wrap="square" rtlCol="0">
            <a:spAutoFit/>
          </a:bodyPr>
          <a:lstStyle/>
          <a:p>
            <a:r>
              <a:rPr lang="en-US" sz="2400" dirty="0"/>
              <a:t>Step -2 Cont.……..</a:t>
            </a:r>
          </a:p>
        </p:txBody>
      </p:sp>
      <p:pic>
        <p:nvPicPr>
          <p:cNvPr id="3" name="Picture 2"/>
          <p:cNvPicPr>
            <a:picLocks noChangeAspect="1"/>
          </p:cNvPicPr>
          <p:nvPr/>
        </p:nvPicPr>
        <p:blipFill>
          <a:blip r:embed="rId2"/>
          <a:stretch>
            <a:fillRect/>
          </a:stretch>
        </p:blipFill>
        <p:spPr>
          <a:xfrm>
            <a:off x="3383467" y="1032036"/>
            <a:ext cx="8198933" cy="5457252"/>
          </a:xfrm>
          <a:prstGeom prst="rect">
            <a:avLst/>
          </a:prstGeom>
          <a:ln w="28575">
            <a:solidFill>
              <a:schemeClr val="tx1"/>
            </a:solidFill>
          </a:ln>
        </p:spPr>
      </p:pic>
      <p:sp>
        <p:nvSpPr>
          <p:cNvPr id="5" name="Footer Placeholder 4"/>
          <p:cNvSpPr>
            <a:spLocks noGrp="1"/>
          </p:cNvSpPr>
          <p:nvPr>
            <p:ph type="ftr" sz="quarter" idx="11"/>
          </p:nvPr>
        </p:nvSpPr>
        <p:spPr/>
        <p:txBody>
          <a:bodyPr/>
          <a:lstStyle/>
          <a:p>
            <a:r>
              <a:rPr lang="en-US" dirty="0"/>
              <a:t>Pooja Kumari Design Pattern                                    Unit IV</a:t>
            </a:r>
          </a:p>
        </p:txBody>
      </p:sp>
      <p:sp>
        <p:nvSpPr>
          <p:cNvPr id="11" name="TextBox 10">
            <a:extLst>
              <a:ext uri="{FF2B5EF4-FFF2-40B4-BE49-F238E27FC236}">
                <a16:creationId xmlns:a16="http://schemas.microsoft.com/office/drawing/2014/main" id="{C27EB7B2-8D06-75B0-4175-4411E1CCA7D2}"/>
              </a:ext>
            </a:extLst>
          </p:cNvPr>
          <p:cNvSpPr txBox="1"/>
          <p:nvPr/>
        </p:nvSpPr>
        <p:spPr>
          <a:xfrm>
            <a:off x="3581400" y="136525"/>
            <a:ext cx="6161808" cy="523220"/>
          </a:xfrm>
          <a:prstGeom prst="rect">
            <a:avLst/>
          </a:prstGeom>
          <a:noFill/>
        </p:spPr>
        <p:txBody>
          <a:bodyPr wrap="square">
            <a:spAutoFit/>
          </a:bodyPr>
          <a:lstStyle/>
          <a:p>
            <a:pPr algn="ctr">
              <a:spcBef>
                <a:spcPct val="0"/>
              </a:spcBef>
              <a:defRPr/>
            </a:pPr>
            <a:r>
              <a:rPr lang="en-US" sz="2800" dirty="0"/>
              <a:t>Implementation of (Interpreter Pattern)  </a:t>
            </a:r>
          </a:p>
        </p:txBody>
      </p:sp>
    </p:spTree>
    <p:extLst>
      <p:ext uri="{BB962C8B-B14F-4D97-AF65-F5344CB8AC3E}">
        <p14:creationId xmlns:p14="http://schemas.microsoft.com/office/powerpoint/2010/main" val="34603912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4FAAAA1-1048-45FA-B956-500A3623B7A4}"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8" name="TextBox 7"/>
          <p:cNvSpPr txBox="1"/>
          <p:nvPr/>
        </p:nvSpPr>
        <p:spPr>
          <a:xfrm>
            <a:off x="167046" y="1186749"/>
            <a:ext cx="3084503" cy="461665"/>
          </a:xfrm>
          <a:prstGeom prst="rect">
            <a:avLst/>
          </a:prstGeom>
          <a:noFill/>
          <a:ln w="12700">
            <a:solidFill>
              <a:schemeClr val="tx1"/>
            </a:solidFill>
          </a:ln>
        </p:spPr>
        <p:txBody>
          <a:bodyPr wrap="square" rtlCol="0">
            <a:spAutoFit/>
          </a:bodyPr>
          <a:lstStyle/>
          <a:p>
            <a:r>
              <a:rPr lang="en-US" sz="2400" dirty="0"/>
              <a:t>Step -2 Cont.……..</a:t>
            </a:r>
          </a:p>
        </p:txBody>
      </p:sp>
      <p:pic>
        <p:nvPicPr>
          <p:cNvPr id="5" name="Picture 4"/>
          <p:cNvPicPr>
            <a:picLocks noChangeAspect="1"/>
          </p:cNvPicPr>
          <p:nvPr/>
        </p:nvPicPr>
        <p:blipFill>
          <a:blip r:embed="rId2"/>
          <a:stretch>
            <a:fillRect/>
          </a:stretch>
        </p:blipFill>
        <p:spPr>
          <a:xfrm>
            <a:off x="3377754" y="1219200"/>
            <a:ext cx="8494529" cy="5526231"/>
          </a:xfrm>
          <a:prstGeom prst="rect">
            <a:avLst/>
          </a:prstGeom>
          <a:ln w="19050">
            <a:solidFill>
              <a:schemeClr val="tx1"/>
            </a:solidFill>
          </a:ln>
        </p:spPr>
      </p:pic>
      <p:sp>
        <p:nvSpPr>
          <p:cNvPr id="3" name="Footer Placeholder 2"/>
          <p:cNvSpPr>
            <a:spLocks noGrp="1"/>
          </p:cNvSpPr>
          <p:nvPr>
            <p:ph type="ftr" sz="quarter" idx="11"/>
          </p:nvPr>
        </p:nvSpPr>
        <p:spPr/>
        <p:txBody>
          <a:bodyPr/>
          <a:lstStyle/>
          <a:p>
            <a:r>
              <a:rPr lang="en-US" dirty="0"/>
              <a:t>Pooja Kumari Design Pattern                                    Unit IV</a:t>
            </a:r>
          </a:p>
        </p:txBody>
      </p:sp>
      <p:sp>
        <p:nvSpPr>
          <p:cNvPr id="11" name="TextBox 10">
            <a:extLst>
              <a:ext uri="{FF2B5EF4-FFF2-40B4-BE49-F238E27FC236}">
                <a16:creationId xmlns:a16="http://schemas.microsoft.com/office/drawing/2014/main" id="{F0D1FBF7-B7E5-ACC6-1287-4762796C8F4C}"/>
              </a:ext>
            </a:extLst>
          </p:cNvPr>
          <p:cNvSpPr txBox="1"/>
          <p:nvPr/>
        </p:nvSpPr>
        <p:spPr>
          <a:xfrm>
            <a:off x="3377754" y="316467"/>
            <a:ext cx="6161808" cy="523220"/>
          </a:xfrm>
          <a:prstGeom prst="rect">
            <a:avLst/>
          </a:prstGeom>
          <a:noFill/>
        </p:spPr>
        <p:txBody>
          <a:bodyPr wrap="square">
            <a:spAutoFit/>
          </a:bodyPr>
          <a:lstStyle/>
          <a:p>
            <a:pPr algn="ctr">
              <a:spcBef>
                <a:spcPct val="0"/>
              </a:spcBef>
              <a:defRPr/>
            </a:pPr>
            <a:r>
              <a:rPr lang="en-US" sz="2800" dirty="0"/>
              <a:t>Implementation of (Interpreter Pattern)  </a:t>
            </a:r>
          </a:p>
        </p:txBody>
      </p:sp>
    </p:spTree>
    <p:extLst>
      <p:ext uri="{BB962C8B-B14F-4D97-AF65-F5344CB8AC3E}">
        <p14:creationId xmlns:p14="http://schemas.microsoft.com/office/powerpoint/2010/main" val="22825962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DC0164-8570-4493-9EAB-97C492674038}"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2"/>
          <a:stretch>
            <a:fillRect/>
          </a:stretch>
        </p:blipFill>
        <p:spPr>
          <a:xfrm>
            <a:off x="958659" y="1105197"/>
            <a:ext cx="10623741" cy="5542106"/>
          </a:xfrm>
          <a:prstGeom prst="rect">
            <a:avLst/>
          </a:prstGeom>
          <a:ln w="12700">
            <a:solidFill>
              <a:schemeClr val="tx1"/>
            </a:solidFill>
          </a:ln>
        </p:spPr>
      </p:pic>
      <p:sp>
        <p:nvSpPr>
          <p:cNvPr id="5" name="Footer Placeholder 4"/>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85F7FBBF-F6F9-83B5-77B6-D8BB1B0FBF6B}"/>
              </a:ext>
            </a:extLst>
          </p:cNvPr>
          <p:cNvSpPr txBox="1"/>
          <p:nvPr/>
        </p:nvSpPr>
        <p:spPr>
          <a:xfrm>
            <a:off x="3197418" y="316467"/>
            <a:ext cx="6146222" cy="523220"/>
          </a:xfrm>
          <a:prstGeom prst="rect">
            <a:avLst/>
          </a:prstGeom>
          <a:noFill/>
        </p:spPr>
        <p:txBody>
          <a:bodyPr wrap="square">
            <a:spAutoFit/>
          </a:bodyPr>
          <a:lstStyle/>
          <a:p>
            <a:pPr algn="ctr">
              <a:spcBef>
                <a:spcPct val="0"/>
              </a:spcBef>
              <a:defRPr/>
            </a:pPr>
            <a:r>
              <a:rPr lang="en-US" sz="2800" dirty="0"/>
              <a:t>Implementation of (Interpreter Pattern)  </a:t>
            </a:r>
          </a:p>
        </p:txBody>
      </p:sp>
    </p:spTree>
    <p:extLst>
      <p:ext uri="{BB962C8B-B14F-4D97-AF65-F5344CB8AC3E}">
        <p14:creationId xmlns:p14="http://schemas.microsoft.com/office/powerpoint/2010/main" val="10955906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5633412-84E7-4EEB-B760-BBCC7FE409FC}"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8" name="TextBox 7"/>
          <p:cNvSpPr txBox="1"/>
          <p:nvPr/>
        </p:nvSpPr>
        <p:spPr>
          <a:xfrm>
            <a:off x="755469" y="1155971"/>
            <a:ext cx="3084503" cy="461665"/>
          </a:xfrm>
          <a:prstGeom prst="rect">
            <a:avLst/>
          </a:prstGeom>
          <a:noFill/>
          <a:ln w="12700">
            <a:solidFill>
              <a:schemeClr val="tx1"/>
            </a:solidFill>
          </a:ln>
        </p:spPr>
        <p:txBody>
          <a:bodyPr wrap="square" rtlCol="0">
            <a:spAutoFit/>
          </a:bodyPr>
          <a:lstStyle/>
          <a:p>
            <a:r>
              <a:rPr lang="en-US" sz="2400" dirty="0"/>
              <a:t>Step -3 Cont.……..</a:t>
            </a:r>
          </a:p>
        </p:txBody>
      </p:sp>
      <p:pic>
        <p:nvPicPr>
          <p:cNvPr id="5" name="Picture 4"/>
          <p:cNvPicPr>
            <a:picLocks noChangeAspect="1"/>
          </p:cNvPicPr>
          <p:nvPr/>
        </p:nvPicPr>
        <p:blipFill>
          <a:blip r:embed="rId2"/>
          <a:stretch>
            <a:fillRect/>
          </a:stretch>
        </p:blipFill>
        <p:spPr>
          <a:xfrm>
            <a:off x="762000" y="1958514"/>
            <a:ext cx="10937462" cy="4622178"/>
          </a:xfrm>
          <a:prstGeom prst="rect">
            <a:avLst/>
          </a:prstGeom>
          <a:ln w="12700">
            <a:solidFill>
              <a:schemeClr val="tx1"/>
            </a:solidFill>
          </a:ln>
        </p:spPr>
      </p:pic>
      <p:sp>
        <p:nvSpPr>
          <p:cNvPr id="3" name="Footer Placeholder 2"/>
          <p:cNvSpPr>
            <a:spLocks noGrp="1"/>
          </p:cNvSpPr>
          <p:nvPr>
            <p:ph type="ftr" sz="quarter" idx="11"/>
          </p:nvPr>
        </p:nvSpPr>
        <p:spPr/>
        <p:txBody>
          <a:bodyPr/>
          <a:lstStyle/>
          <a:p>
            <a:r>
              <a:rPr lang="en-US" dirty="0"/>
              <a:t>Pooja Kumari Design Pattern                                    Unit IV</a:t>
            </a:r>
          </a:p>
        </p:txBody>
      </p:sp>
      <p:sp>
        <p:nvSpPr>
          <p:cNvPr id="11" name="TextBox 10">
            <a:extLst>
              <a:ext uri="{FF2B5EF4-FFF2-40B4-BE49-F238E27FC236}">
                <a16:creationId xmlns:a16="http://schemas.microsoft.com/office/drawing/2014/main" id="{87852C8A-08F5-5709-7180-DAF77A2D63B3}"/>
              </a:ext>
            </a:extLst>
          </p:cNvPr>
          <p:cNvSpPr txBox="1"/>
          <p:nvPr/>
        </p:nvSpPr>
        <p:spPr>
          <a:xfrm>
            <a:off x="3426402" y="162579"/>
            <a:ext cx="6146222" cy="523220"/>
          </a:xfrm>
          <a:prstGeom prst="rect">
            <a:avLst/>
          </a:prstGeom>
          <a:noFill/>
        </p:spPr>
        <p:txBody>
          <a:bodyPr wrap="square">
            <a:spAutoFit/>
          </a:bodyPr>
          <a:lstStyle/>
          <a:p>
            <a:pPr algn="ctr">
              <a:spcBef>
                <a:spcPct val="0"/>
              </a:spcBef>
              <a:defRPr/>
            </a:pPr>
            <a:r>
              <a:rPr lang="en-US" sz="2800" dirty="0"/>
              <a:t>Implementation of (Interpreter Pattern)  </a:t>
            </a:r>
          </a:p>
        </p:txBody>
      </p:sp>
    </p:spTree>
    <p:extLst>
      <p:ext uri="{BB962C8B-B14F-4D97-AF65-F5344CB8AC3E}">
        <p14:creationId xmlns:p14="http://schemas.microsoft.com/office/powerpoint/2010/main" val="25706014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9A3DB3E-2B41-481A-AD12-E595489A1798}"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2"/>
          <a:stretch>
            <a:fillRect/>
          </a:stretch>
        </p:blipFill>
        <p:spPr>
          <a:xfrm>
            <a:off x="1600200" y="2203091"/>
            <a:ext cx="9102850" cy="2929048"/>
          </a:xfrm>
          <a:prstGeom prst="rect">
            <a:avLst/>
          </a:prstGeom>
          <a:ln w="19050">
            <a:solidFill>
              <a:schemeClr val="tx1"/>
            </a:solidFill>
          </a:ln>
        </p:spPr>
      </p:pic>
      <p:sp>
        <p:nvSpPr>
          <p:cNvPr id="5" name="Footer Placeholder 4"/>
          <p:cNvSpPr>
            <a:spLocks noGrp="1"/>
          </p:cNvSpPr>
          <p:nvPr>
            <p:ph type="ftr" sz="quarter" idx="11"/>
          </p:nvPr>
        </p:nvSpPr>
        <p:spPr/>
        <p:txBody>
          <a:bodyPr/>
          <a:lstStyle/>
          <a:p>
            <a:r>
              <a:rPr lang="en-US" dirty="0"/>
              <a:t>Pooja Kumari Design Pattern                                    Unit IV</a:t>
            </a:r>
          </a:p>
        </p:txBody>
      </p:sp>
      <p:pic>
        <p:nvPicPr>
          <p:cNvPr id="8" name="Picture 7">
            <a:extLst>
              <a:ext uri="{FF2B5EF4-FFF2-40B4-BE49-F238E27FC236}">
                <a16:creationId xmlns:a16="http://schemas.microsoft.com/office/drawing/2014/main" id="{CB648355-4F2F-C6B7-C6BF-7269854CDA0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20776"/>
            <a:ext cx="2317898" cy="999656"/>
          </a:xfrm>
          <a:prstGeom prst="rect">
            <a:avLst/>
          </a:prstGeom>
          <a:noFill/>
          <a:ln>
            <a:noFill/>
          </a:ln>
        </p:spPr>
      </p:pic>
      <p:sp>
        <p:nvSpPr>
          <p:cNvPr id="10" name="TextBox 9">
            <a:extLst>
              <a:ext uri="{FF2B5EF4-FFF2-40B4-BE49-F238E27FC236}">
                <a16:creationId xmlns:a16="http://schemas.microsoft.com/office/drawing/2014/main" id="{3E13E9B1-981B-854F-BE55-34EC49FF070A}"/>
              </a:ext>
            </a:extLst>
          </p:cNvPr>
          <p:cNvSpPr txBox="1"/>
          <p:nvPr/>
        </p:nvSpPr>
        <p:spPr>
          <a:xfrm>
            <a:off x="4216111" y="316474"/>
            <a:ext cx="6146222" cy="523220"/>
          </a:xfrm>
          <a:prstGeom prst="rect">
            <a:avLst/>
          </a:prstGeom>
          <a:noFill/>
        </p:spPr>
        <p:txBody>
          <a:bodyPr wrap="square">
            <a:spAutoFit/>
          </a:bodyPr>
          <a:lstStyle/>
          <a:p>
            <a:pPr algn="ctr">
              <a:spcBef>
                <a:spcPct val="0"/>
              </a:spcBef>
              <a:defRPr/>
            </a:pPr>
            <a:r>
              <a:rPr lang="en-US" sz="2800" dirty="0"/>
              <a:t>Implementation of (Interpreter</a:t>
            </a:r>
            <a:r>
              <a:rPr lang="en-US" sz="1800" dirty="0"/>
              <a:t> </a:t>
            </a:r>
            <a:r>
              <a:rPr lang="en-US" sz="2800" dirty="0"/>
              <a:t>Pattern)  </a:t>
            </a:r>
          </a:p>
        </p:txBody>
      </p:sp>
    </p:spTree>
    <p:extLst>
      <p:ext uri="{BB962C8B-B14F-4D97-AF65-F5344CB8AC3E}">
        <p14:creationId xmlns:p14="http://schemas.microsoft.com/office/powerpoint/2010/main" val="363720197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0" y="1295400"/>
            <a:ext cx="10591800" cy="3657600"/>
          </a:xfrm>
          <a:solidFill>
            <a:schemeClr val="accent1">
              <a:lumMod val="40000"/>
              <a:lumOff val="60000"/>
            </a:schemeClr>
          </a:solidFill>
          <a:ln w="19050">
            <a:solidFill>
              <a:schemeClr val="tx1"/>
            </a:solidFill>
          </a:ln>
        </p:spPr>
        <p:txBody>
          <a:bodyPr>
            <a:normAutofit/>
          </a:bodyPr>
          <a:lstStyle/>
          <a:p>
            <a:pPr marL="0" indent="0" algn="just">
              <a:buNone/>
            </a:pPr>
            <a:r>
              <a:rPr lang="en-US" sz="2800" dirty="0"/>
              <a:t>Topic </a:t>
            </a:r>
            <a:r>
              <a:rPr lang="en-US" dirty="0"/>
              <a:t>:</a:t>
            </a:r>
            <a:r>
              <a:rPr lang="en-US" dirty="0">
                <a:solidFill>
                  <a:srgbClr val="FF0000"/>
                </a:solidFill>
              </a:rPr>
              <a:t> </a:t>
            </a:r>
            <a:r>
              <a:rPr lang="en-US" dirty="0"/>
              <a:t>Iterator Pattern</a:t>
            </a:r>
          </a:p>
          <a:p>
            <a:pPr marL="0" indent="0" algn="just">
              <a:buNone/>
            </a:pPr>
            <a:endParaRPr lang="en-US" sz="2800" dirty="0"/>
          </a:p>
          <a:p>
            <a:pPr algn="just"/>
            <a:r>
              <a:rPr lang="en-US" sz="2800" dirty="0"/>
              <a:t>In this topic, the students will gain , The idea of</a:t>
            </a:r>
            <a:r>
              <a:rPr lang="en-US" dirty="0"/>
              <a:t> an Iterator Pattern according to </a:t>
            </a:r>
            <a:r>
              <a:rPr lang="en-US" dirty="0" err="1"/>
              <a:t>GoF</a:t>
            </a:r>
            <a:r>
              <a:rPr lang="en-US" dirty="0"/>
              <a:t>, Iterator Pattern is used "to access the elements of an aggregate object sequentially without exposing its underlying implementation". The Iterator pattern is also known as </a:t>
            </a:r>
            <a:r>
              <a:rPr lang="en-US" dirty="0" err="1"/>
              <a:t>Cursor.In</a:t>
            </a:r>
            <a:r>
              <a:rPr lang="en-US" dirty="0"/>
              <a:t> collection framework, we are now using Iterator that is preferred over Enumeration.</a:t>
            </a:r>
          </a:p>
          <a:p>
            <a:pPr marL="0" indent="0" algn="just">
              <a:buNone/>
            </a:pPr>
            <a:endParaRPr lang="en-US" dirty="0"/>
          </a:p>
        </p:txBody>
      </p:sp>
      <p:sp>
        <p:nvSpPr>
          <p:cNvPr id="4" name="Date Placeholder 3"/>
          <p:cNvSpPr>
            <a:spLocks noGrp="1"/>
          </p:cNvSpPr>
          <p:nvPr>
            <p:ph type="dt" sz="half" idx="10"/>
          </p:nvPr>
        </p:nvSpPr>
        <p:spPr/>
        <p:txBody>
          <a:bodyPr/>
          <a:lstStyle/>
          <a:p>
            <a:fld id="{A2078B76-AB4E-4E07-B71A-CF4BAAD18983}" type="datetime1">
              <a:rPr lang="en-US" smtClean="0"/>
              <a:t>10/22/2024</a:t>
            </a:fld>
            <a:endParaRPr lang="en-US" dirty="0"/>
          </a:p>
        </p:txBody>
      </p:sp>
      <p:sp>
        <p:nvSpPr>
          <p:cNvPr id="5" name="Footer Placeholder 4"/>
          <p:cNvSpPr>
            <a:spLocks noGrp="1"/>
          </p:cNvSpPr>
          <p:nvPr>
            <p:ph type="ftr" sz="quarter" idx="11"/>
          </p:nvPr>
        </p:nvSpPr>
        <p:spPr>
          <a:xfrm>
            <a:off x="4343400" y="6248406"/>
            <a:ext cx="4724400" cy="365125"/>
          </a:xfrm>
        </p:spPr>
        <p:txBody>
          <a:bodyPr/>
          <a:lstStyle/>
          <a:p>
            <a:r>
              <a:rPr lang="en-US" dirty="0"/>
              <a:t>Pooja Kumari Design Pattern                                    Unit IV</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dirty="0"/>
          </a:p>
        </p:txBody>
      </p:sp>
      <p:sp>
        <p:nvSpPr>
          <p:cNvPr id="9" name="TextBox 8">
            <a:extLst>
              <a:ext uri="{FF2B5EF4-FFF2-40B4-BE49-F238E27FC236}">
                <a16:creationId xmlns:a16="http://schemas.microsoft.com/office/drawing/2014/main" id="{5C9368BD-23BA-D6F2-571E-4669915C101F}"/>
              </a:ext>
            </a:extLst>
          </p:cNvPr>
          <p:cNvSpPr txBox="1"/>
          <p:nvPr/>
        </p:nvSpPr>
        <p:spPr>
          <a:xfrm>
            <a:off x="2921578" y="278365"/>
            <a:ext cx="6146222" cy="523220"/>
          </a:xfrm>
          <a:prstGeom prst="rect">
            <a:avLst/>
          </a:prstGeom>
          <a:noFill/>
        </p:spPr>
        <p:txBody>
          <a:bodyPr wrap="square">
            <a:spAutoFit/>
          </a:bodyPr>
          <a:lstStyle/>
          <a:p>
            <a:pPr algn="ctr">
              <a:spcBef>
                <a:spcPct val="0"/>
              </a:spcBef>
              <a:defRPr/>
            </a:pPr>
            <a:r>
              <a:rPr lang="en-US" sz="2800" dirty="0"/>
              <a:t>Topic Objective</a:t>
            </a:r>
          </a:p>
        </p:txBody>
      </p:sp>
    </p:spTree>
    <p:extLst>
      <p:ext uri="{BB962C8B-B14F-4D97-AF65-F5344CB8AC3E}">
        <p14:creationId xmlns:p14="http://schemas.microsoft.com/office/powerpoint/2010/main" val="374771972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FB740E5-F077-4677-A8A4-6DFBCE351B30}"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342900" y="1019483"/>
            <a:ext cx="11506200" cy="5693866"/>
          </a:xfrm>
          <a:prstGeom prst="rect">
            <a:avLst/>
          </a:prstGeom>
          <a:solidFill>
            <a:schemeClr val="accent2">
              <a:lumMod val="20000"/>
              <a:lumOff val="80000"/>
            </a:schemeClr>
          </a:solidFill>
          <a:ln w="28575">
            <a:solidFill>
              <a:schemeClr val="tx1"/>
            </a:solidFill>
          </a:ln>
        </p:spPr>
        <p:txBody>
          <a:bodyPr wrap="square">
            <a:spAutoFit/>
          </a:bodyPr>
          <a:lstStyle/>
          <a:p>
            <a:pPr algn="just"/>
            <a:r>
              <a:rPr lang="en-US" sz="2800" b="1" u="sng" dirty="0">
                <a:latin typeface="+mj-lt"/>
              </a:rPr>
              <a:t> Iterator Pattern:-</a:t>
            </a:r>
          </a:p>
          <a:p>
            <a:pPr algn="just"/>
            <a:endParaRPr lang="en-US" sz="2800" b="1" u="sng" dirty="0">
              <a:latin typeface="+mj-lt"/>
            </a:endParaRPr>
          </a:p>
          <a:p>
            <a:pPr marL="457200" indent="-457200" algn="just">
              <a:buFont typeface="Wingdings" panose="05000000000000000000" pitchFamily="2" charset="2"/>
              <a:buChar char="Ø"/>
            </a:pPr>
            <a:r>
              <a:rPr lang="en-US" sz="2800" dirty="0">
                <a:latin typeface="+mj-lt"/>
              </a:rPr>
              <a:t>Iterator pattern is very commonly used design pattern in Java and </a:t>
            </a:r>
            <a:r>
              <a:rPr lang="en-US" sz="2800" dirty="0" err="1">
                <a:latin typeface="+mj-lt"/>
              </a:rPr>
              <a:t>.Net</a:t>
            </a:r>
            <a:r>
              <a:rPr lang="en-US" sz="2800" dirty="0">
                <a:latin typeface="+mj-lt"/>
              </a:rPr>
              <a:t> programming environment. This pattern is used to get a way to access the elements of a collection object in sequential manner without any need to know its underlying representation.</a:t>
            </a:r>
          </a:p>
          <a:p>
            <a:pPr marL="457200" indent="-457200" algn="just">
              <a:buFont typeface="Wingdings" panose="05000000000000000000" pitchFamily="2" charset="2"/>
              <a:buChar char="Ø"/>
            </a:pPr>
            <a:endParaRPr lang="en-US" sz="2800" dirty="0">
              <a:latin typeface="+mj-lt"/>
            </a:endParaRPr>
          </a:p>
          <a:p>
            <a:pPr marL="457200" indent="-457200" algn="just">
              <a:buFont typeface="Wingdings" panose="05000000000000000000" pitchFamily="2" charset="2"/>
              <a:buChar char="Ø"/>
            </a:pPr>
            <a:r>
              <a:rPr lang="en-US" sz="2800" dirty="0">
                <a:latin typeface="+mj-lt"/>
              </a:rPr>
              <a:t>Iterator pattern falls under behavioral pattern category.</a:t>
            </a:r>
          </a:p>
          <a:p>
            <a:pPr marL="457200" indent="-457200" algn="just">
              <a:buFont typeface="Wingdings" panose="05000000000000000000" pitchFamily="2" charset="2"/>
              <a:buChar char="Ø"/>
            </a:pPr>
            <a:endParaRPr lang="en-US" sz="2800" dirty="0">
              <a:latin typeface="+mj-lt"/>
            </a:endParaRPr>
          </a:p>
          <a:p>
            <a:pPr marL="457200" indent="-457200" algn="just">
              <a:buFont typeface="Wingdings" panose="05000000000000000000" pitchFamily="2" charset="2"/>
              <a:buChar char="Ø"/>
            </a:pPr>
            <a:r>
              <a:rPr lang="en-US" sz="2800" dirty="0">
                <a:latin typeface="+mj-lt"/>
              </a:rPr>
              <a:t>It supports variations in the traversal of a collection. It simplifies the interface to the collection.</a:t>
            </a:r>
          </a:p>
          <a:p>
            <a:pPr marL="457200" indent="-457200" algn="just">
              <a:buFont typeface="Wingdings" panose="05000000000000000000" pitchFamily="2" charset="2"/>
              <a:buChar char="Ø"/>
            </a:pPr>
            <a:r>
              <a:rPr lang="en-US" sz="2800" dirty="0">
                <a:latin typeface="+mj-lt"/>
              </a:rPr>
              <a:t> When you want to access a collection of objects without exposing its internal representation.</a:t>
            </a:r>
          </a:p>
        </p:txBody>
      </p:sp>
      <p:sp>
        <p:nvSpPr>
          <p:cNvPr id="5" name="Footer Placeholder 4"/>
          <p:cNvSpPr>
            <a:spLocks noGrp="1"/>
          </p:cNvSpPr>
          <p:nvPr>
            <p:ph type="ftr" sz="quarter" idx="11"/>
          </p:nvPr>
        </p:nvSpPr>
        <p:spPr/>
        <p:txBody>
          <a:bodyPr/>
          <a:lstStyle/>
          <a:p>
            <a:r>
              <a:rPr lang="en-US"/>
              <a:t>Pooja Kumari</a:t>
            </a:r>
            <a:endParaRPr lang="en-US" dirty="0"/>
          </a:p>
        </p:txBody>
      </p:sp>
      <p:sp>
        <p:nvSpPr>
          <p:cNvPr id="10" name="TextBox 9">
            <a:extLst>
              <a:ext uri="{FF2B5EF4-FFF2-40B4-BE49-F238E27FC236}">
                <a16:creationId xmlns:a16="http://schemas.microsoft.com/office/drawing/2014/main" id="{57D78818-0EB9-28C9-8921-3B1E5A0EFF01}"/>
              </a:ext>
            </a:extLst>
          </p:cNvPr>
          <p:cNvSpPr txBox="1"/>
          <p:nvPr/>
        </p:nvSpPr>
        <p:spPr>
          <a:xfrm>
            <a:off x="3249756" y="204846"/>
            <a:ext cx="6146222" cy="523220"/>
          </a:xfrm>
          <a:prstGeom prst="rect">
            <a:avLst/>
          </a:prstGeom>
          <a:noFill/>
        </p:spPr>
        <p:txBody>
          <a:bodyPr wrap="square">
            <a:spAutoFit/>
          </a:bodyPr>
          <a:lstStyle/>
          <a:p>
            <a:pPr algn="ctr">
              <a:spcBef>
                <a:spcPct val="0"/>
              </a:spcBef>
              <a:defRPr/>
            </a:pPr>
            <a:r>
              <a:rPr lang="en-US" sz="2800" dirty="0"/>
              <a:t>Iterator Pattern </a:t>
            </a:r>
          </a:p>
        </p:txBody>
      </p:sp>
    </p:spTree>
    <p:extLst>
      <p:ext uri="{BB962C8B-B14F-4D97-AF65-F5344CB8AC3E}">
        <p14:creationId xmlns:p14="http://schemas.microsoft.com/office/powerpoint/2010/main" val="179468477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267ED99-DEA0-441F-8E32-F361D7934720}"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69</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5" name="Picture 4"/>
          <p:cNvPicPr>
            <a:picLocks noChangeAspect="1"/>
          </p:cNvPicPr>
          <p:nvPr/>
        </p:nvPicPr>
        <p:blipFill>
          <a:blip r:embed="rId2"/>
          <a:stretch>
            <a:fillRect/>
          </a:stretch>
        </p:blipFill>
        <p:spPr>
          <a:xfrm>
            <a:off x="631371" y="1143124"/>
            <a:ext cx="10730510" cy="4786394"/>
          </a:xfrm>
          <a:prstGeom prst="rect">
            <a:avLst/>
          </a:prstGeom>
          <a:ln w="12700">
            <a:solidFill>
              <a:schemeClr val="tx1"/>
            </a:solidFill>
          </a:ln>
        </p:spPr>
      </p:pic>
      <p:sp>
        <p:nvSpPr>
          <p:cNvPr id="3" name="Footer Placeholder 2"/>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322CF14D-40A7-E73D-EC5B-6F3FC20631D3}"/>
              </a:ext>
            </a:extLst>
          </p:cNvPr>
          <p:cNvSpPr txBox="1"/>
          <p:nvPr/>
        </p:nvSpPr>
        <p:spPr>
          <a:xfrm>
            <a:off x="4038600" y="316467"/>
            <a:ext cx="6146222" cy="523220"/>
          </a:xfrm>
          <a:prstGeom prst="rect">
            <a:avLst/>
          </a:prstGeom>
          <a:noFill/>
        </p:spPr>
        <p:txBody>
          <a:bodyPr wrap="square">
            <a:spAutoFit/>
          </a:bodyPr>
          <a:lstStyle/>
          <a:p>
            <a:pPr algn="ctr">
              <a:spcBef>
                <a:spcPct val="0"/>
              </a:spcBef>
              <a:defRPr/>
            </a:pPr>
            <a:r>
              <a:rPr lang="en-US" sz="2800" dirty="0"/>
              <a:t>UML\Structure for Iterator Pattern   </a:t>
            </a:r>
          </a:p>
        </p:txBody>
      </p:sp>
    </p:spTree>
    <p:extLst>
      <p:ext uri="{BB962C8B-B14F-4D97-AF65-F5344CB8AC3E}">
        <p14:creationId xmlns:p14="http://schemas.microsoft.com/office/powerpoint/2010/main" val="203134568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25807AD-D989-4900-B267-837530C2C8FA}"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342900" y="1386804"/>
            <a:ext cx="11506200" cy="4832092"/>
          </a:xfrm>
          <a:prstGeom prst="rect">
            <a:avLst/>
          </a:prstGeom>
          <a:solidFill>
            <a:schemeClr val="accent4">
              <a:lumMod val="20000"/>
              <a:lumOff val="80000"/>
            </a:schemeClr>
          </a:solidFill>
          <a:ln w="28575">
            <a:solidFill>
              <a:schemeClr val="tx1"/>
            </a:solidFill>
          </a:ln>
        </p:spPr>
        <p:txBody>
          <a:bodyPr wrap="square">
            <a:spAutoFit/>
          </a:bodyPr>
          <a:lstStyle/>
          <a:p>
            <a:pPr marL="457200" indent="-457200" algn="just">
              <a:buFont typeface="Wingdings" panose="05000000000000000000" pitchFamily="2" charset="2"/>
              <a:buChar char="Ø"/>
            </a:pPr>
            <a:r>
              <a:rPr lang="en-US" sz="2800" dirty="0">
                <a:solidFill>
                  <a:srgbClr val="000000"/>
                </a:solidFill>
                <a:latin typeface="+mj-lt"/>
              </a:rPr>
              <a:t>We're going to create a Iterator interface which narrates navigation method and a Container interface which returns the iterator . Concrete classes implementing the Container interface will be responsible to implement Iterator interface and use it</a:t>
            </a:r>
          </a:p>
          <a:p>
            <a:pPr marL="457200" indent="-457200" algn="just">
              <a:buFont typeface="Wingdings" panose="05000000000000000000" pitchFamily="2" charset="2"/>
              <a:buChar char="Ø"/>
            </a:pPr>
            <a:endParaRPr lang="en-US" sz="2800" dirty="0">
              <a:solidFill>
                <a:srgbClr val="000000"/>
              </a:solidFill>
              <a:latin typeface="+mj-lt"/>
            </a:endParaRPr>
          </a:p>
          <a:p>
            <a:pPr marL="457200" indent="-457200" algn="just">
              <a:buFont typeface="Wingdings" panose="05000000000000000000" pitchFamily="2" charset="2"/>
              <a:buChar char="Ø"/>
            </a:pPr>
            <a:r>
              <a:rPr lang="en-US" sz="2800" dirty="0">
                <a:solidFill>
                  <a:srgbClr val="000000"/>
                </a:solidFill>
                <a:latin typeface="+mj-lt"/>
              </a:rPr>
              <a:t>Iterator Pattern Demo, our demo class will use </a:t>
            </a:r>
            <a:r>
              <a:rPr lang="en-US" sz="2800" dirty="0" err="1">
                <a:solidFill>
                  <a:srgbClr val="000000"/>
                </a:solidFill>
                <a:latin typeface="+mj-lt"/>
              </a:rPr>
              <a:t>NamesRepository</a:t>
            </a:r>
            <a:r>
              <a:rPr lang="en-US" sz="2800" dirty="0">
                <a:solidFill>
                  <a:srgbClr val="000000"/>
                </a:solidFill>
                <a:latin typeface="+mj-lt"/>
              </a:rPr>
              <a:t>, a concrete class implementation to print Names stored as a collection in </a:t>
            </a:r>
            <a:r>
              <a:rPr lang="en-US" sz="2800" dirty="0" err="1">
                <a:solidFill>
                  <a:srgbClr val="000000"/>
                </a:solidFill>
                <a:latin typeface="+mj-lt"/>
              </a:rPr>
              <a:t>NamesRepository</a:t>
            </a:r>
            <a:r>
              <a:rPr lang="en-US" sz="2800" dirty="0">
                <a:solidFill>
                  <a:srgbClr val="000000"/>
                </a:solidFill>
                <a:latin typeface="+mj-lt"/>
              </a:rPr>
              <a:t>.</a:t>
            </a:r>
          </a:p>
          <a:p>
            <a:pPr algn="just"/>
            <a:endParaRPr lang="en-US" sz="2800" dirty="0">
              <a:solidFill>
                <a:srgbClr val="000000"/>
              </a:solidFill>
              <a:latin typeface="+mj-lt"/>
            </a:endParaRPr>
          </a:p>
          <a:p>
            <a:pPr marL="457200" indent="-457200" algn="just">
              <a:buFont typeface="Wingdings" panose="05000000000000000000" pitchFamily="2" charset="2"/>
              <a:buChar char="Ø"/>
            </a:pPr>
            <a:r>
              <a:rPr lang="en-US" sz="2800" dirty="0">
                <a:solidFill>
                  <a:srgbClr val="000000"/>
                </a:solidFill>
                <a:latin typeface="+mj-lt"/>
              </a:rPr>
              <a:t>It is used When there are multiple traversals of objects need to be supported in the collection.</a:t>
            </a:r>
          </a:p>
        </p:txBody>
      </p:sp>
      <p:sp>
        <p:nvSpPr>
          <p:cNvPr id="5" name="Footer Placeholder 4"/>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6B18B69C-6C82-CAD4-74F2-A10E50078A58}"/>
              </a:ext>
            </a:extLst>
          </p:cNvPr>
          <p:cNvSpPr txBox="1"/>
          <p:nvPr/>
        </p:nvSpPr>
        <p:spPr>
          <a:xfrm>
            <a:off x="3919105" y="162579"/>
            <a:ext cx="6146222" cy="523220"/>
          </a:xfrm>
          <a:prstGeom prst="rect">
            <a:avLst/>
          </a:prstGeom>
          <a:noFill/>
        </p:spPr>
        <p:txBody>
          <a:bodyPr wrap="square">
            <a:spAutoFit/>
          </a:bodyPr>
          <a:lstStyle/>
          <a:p>
            <a:pPr algn="ctr">
              <a:spcBef>
                <a:spcPct val="0"/>
              </a:spcBef>
              <a:defRPr/>
            </a:pPr>
            <a:r>
              <a:rPr lang="en-US" sz="2800" dirty="0"/>
              <a:t>Implementation of (Iterator Pattern)  </a:t>
            </a:r>
          </a:p>
        </p:txBody>
      </p:sp>
    </p:spTree>
    <p:extLst>
      <p:ext uri="{BB962C8B-B14F-4D97-AF65-F5344CB8AC3E}">
        <p14:creationId xmlns:p14="http://schemas.microsoft.com/office/powerpoint/2010/main" val="277109893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CA07581-7317-4632-B2F5-AA5C1565CB06}"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71</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5" name="Picture 4"/>
          <p:cNvPicPr>
            <a:picLocks noChangeAspect="1"/>
          </p:cNvPicPr>
          <p:nvPr/>
        </p:nvPicPr>
        <p:blipFill>
          <a:blip r:embed="rId2"/>
          <a:stretch>
            <a:fillRect/>
          </a:stretch>
        </p:blipFill>
        <p:spPr>
          <a:xfrm>
            <a:off x="2069011" y="1024857"/>
            <a:ext cx="8600090" cy="5607491"/>
          </a:xfrm>
          <a:prstGeom prst="rect">
            <a:avLst/>
          </a:prstGeom>
          <a:ln w="9525">
            <a:solidFill>
              <a:schemeClr val="tx1"/>
            </a:solidFill>
          </a:ln>
        </p:spPr>
      </p:pic>
      <p:sp>
        <p:nvSpPr>
          <p:cNvPr id="3" name="Footer Placeholder 2"/>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21E30598-85EE-9521-CF1B-2B84C7428691}"/>
              </a:ext>
            </a:extLst>
          </p:cNvPr>
          <p:cNvSpPr txBox="1"/>
          <p:nvPr/>
        </p:nvSpPr>
        <p:spPr>
          <a:xfrm>
            <a:off x="3835978" y="225652"/>
            <a:ext cx="6146222" cy="523220"/>
          </a:xfrm>
          <a:prstGeom prst="rect">
            <a:avLst/>
          </a:prstGeom>
          <a:noFill/>
        </p:spPr>
        <p:txBody>
          <a:bodyPr wrap="square">
            <a:spAutoFit/>
          </a:bodyPr>
          <a:lstStyle/>
          <a:p>
            <a:pPr algn="ctr">
              <a:spcBef>
                <a:spcPct val="0"/>
              </a:spcBef>
              <a:defRPr/>
            </a:pPr>
            <a:r>
              <a:rPr lang="en-US" sz="2800" dirty="0"/>
              <a:t>Implementation of (Iterator Pattern)  </a:t>
            </a:r>
          </a:p>
        </p:txBody>
      </p:sp>
    </p:spTree>
    <p:extLst>
      <p:ext uri="{BB962C8B-B14F-4D97-AF65-F5344CB8AC3E}">
        <p14:creationId xmlns:p14="http://schemas.microsoft.com/office/powerpoint/2010/main" val="231677733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37D69BA-A5D9-401A-9832-2EB1CE6A61F9}"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72</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2"/>
          <a:stretch>
            <a:fillRect/>
          </a:stretch>
        </p:blipFill>
        <p:spPr>
          <a:xfrm>
            <a:off x="1784072" y="1087935"/>
            <a:ext cx="8623855" cy="5633540"/>
          </a:xfrm>
          <a:prstGeom prst="rect">
            <a:avLst/>
          </a:prstGeom>
          <a:ln w="12700">
            <a:solidFill>
              <a:schemeClr val="tx1"/>
            </a:solidFill>
          </a:ln>
        </p:spPr>
      </p:pic>
      <p:sp>
        <p:nvSpPr>
          <p:cNvPr id="5" name="Footer Placeholder 4"/>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071454E5-978A-E21D-AFC3-B7F9484D7DD9}"/>
              </a:ext>
            </a:extLst>
          </p:cNvPr>
          <p:cNvSpPr txBox="1"/>
          <p:nvPr/>
        </p:nvSpPr>
        <p:spPr>
          <a:xfrm>
            <a:off x="3835978" y="185545"/>
            <a:ext cx="6146222" cy="523220"/>
          </a:xfrm>
          <a:prstGeom prst="rect">
            <a:avLst/>
          </a:prstGeom>
          <a:noFill/>
        </p:spPr>
        <p:txBody>
          <a:bodyPr wrap="square">
            <a:spAutoFit/>
          </a:bodyPr>
          <a:lstStyle/>
          <a:p>
            <a:pPr algn="ctr">
              <a:spcBef>
                <a:spcPct val="0"/>
              </a:spcBef>
              <a:defRPr/>
            </a:pPr>
            <a:r>
              <a:rPr lang="en-US" sz="2800" dirty="0"/>
              <a:t>Implementation of (Iterator Pattern)  </a:t>
            </a:r>
          </a:p>
        </p:txBody>
      </p:sp>
    </p:spTree>
    <p:extLst>
      <p:ext uri="{BB962C8B-B14F-4D97-AF65-F5344CB8AC3E}">
        <p14:creationId xmlns:p14="http://schemas.microsoft.com/office/powerpoint/2010/main" val="313671291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F6A6274-1F3E-4456-8F63-E623FC4B1DEB}"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73</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8" name="TextBox 7"/>
          <p:cNvSpPr txBox="1"/>
          <p:nvPr/>
        </p:nvSpPr>
        <p:spPr>
          <a:xfrm>
            <a:off x="63137" y="916731"/>
            <a:ext cx="3084503" cy="461665"/>
          </a:xfrm>
          <a:prstGeom prst="rect">
            <a:avLst/>
          </a:prstGeom>
          <a:noFill/>
          <a:ln w="12700">
            <a:solidFill>
              <a:schemeClr val="tx1"/>
            </a:solidFill>
          </a:ln>
        </p:spPr>
        <p:txBody>
          <a:bodyPr wrap="square" rtlCol="0">
            <a:spAutoFit/>
          </a:bodyPr>
          <a:lstStyle/>
          <a:p>
            <a:r>
              <a:rPr lang="en-US" sz="2400" dirty="0"/>
              <a:t>Step -2 Cont.……..</a:t>
            </a:r>
          </a:p>
        </p:txBody>
      </p:sp>
      <p:pic>
        <p:nvPicPr>
          <p:cNvPr id="5" name="Picture 4"/>
          <p:cNvPicPr>
            <a:picLocks noChangeAspect="1"/>
          </p:cNvPicPr>
          <p:nvPr/>
        </p:nvPicPr>
        <p:blipFill>
          <a:blip r:embed="rId2"/>
          <a:stretch>
            <a:fillRect/>
          </a:stretch>
        </p:blipFill>
        <p:spPr>
          <a:xfrm>
            <a:off x="3604840" y="1004944"/>
            <a:ext cx="5327170" cy="5778625"/>
          </a:xfrm>
          <a:prstGeom prst="rect">
            <a:avLst/>
          </a:prstGeom>
          <a:ln w="28575">
            <a:solidFill>
              <a:schemeClr val="tx1"/>
            </a:solidFill>
          </a:ln>
        </p:spPr>
      </p:pic>
      <p:sp>
        <p:nvSpPr>
          <p:cNvPr id="3" name="Footer Placeholder 2"/>
          <p:cNvSpPr>
            <a:spLocks noGrp="1"/>
          </p:cNvSpPr>
          <p:nvPr>
            <p:ph type="ftr" sz="quarter" idx="11"/>
          </p:nvPr>
        </p:nvSpPr>
        <p:spPr/>
        <p:txBody>
          <a:bodyPr/>
          <a:lstStyle/>
          <a:p>
            <a:r>
              <a:rPr lang="en-US" dirty="0"/>
              <a:t>Pooja Kumari Design Pattern                                    Unit IV</a:t>
            </a:r>
          </a:p>
        </p:txBody>
      </p:sp>
      <p:sp>
        <p:nvSpPr>
          <p:cNvPr id="11" name="TextBox 10">
            <a:extLst>
              <a:ext uri="{FF2B5EF4-FFF2-40B4-BE49-F238E27FC236}">
                <a16:creationId xmlns:a16="http://schemas.microsoft.com/office/drawing/2014/main" id="{7C9668FA-9762-7506-EE57-A912BAB7FEEE}"/>
              </a:ext>
            </a:extLst>
          </p:cNvPr>
          <p:cNvSpPr txBox="1"/>
          <p:nvPr/>
        </p:nvSpPr>
        <p:spPr>
          <a:xfrm>
            <a:off x="3604840" y="324882"/>
            <a:ext cx="6161808" cy="523220"/>
          </a:xfrm>
          <a:prstGeom prst="rect">
            <a:avLst/>
          </a:prstGeom>
          <a:noFill/>
        </p:spPr>
        <p:txBody>
          <a:bodyPr wrap="square">
            <a:spAutoFit/>
          </a:bodyPr>
          <a:lstStyle/>
          <a:p>
            <a:pPr algn="ctr">
              <a:spcBef>
                <a:spcPct val="0"/>
              </a:spcBef>
              <a:defRPr/>
            </a:pPr>
            <a:r>
              <a:rPr lang="en-US" sz="2800" dirty="0"/>
              <a:t>Implementation of (Iterator Pattern)  </a:t>
            </a:r>
          </a:p>
        </p:txBody>
      </p:sp>
    </p:spTree>
    <p:extLst>
      <p:ext uri="{BB962C8B-B14F-4D97-AF65-F5344CB8AC3E}">
        <p14:creationId xmlns:p14="http://schemas.microsoft.com/office/powerpoint/2010/main" val="193779648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023F156-E2B1-45DE-BEC1-58C588D53674}"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74</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2"/>
          <a:stretch>
            <a:fillRect/>
          </a:stretch>
        </p:blipFill>
        <p:spPr>
          <a:xfrm>
            <a:off x="1752600" y="1053737"/>
            <a:ext cx="8939326" cy="5485182"/>
          </a:xfrm>
          <a:prstGeom prst="rect">
            <a:avLst/>
          </a:prstGeom>
          <a:ln w="19050">
            <a:solidFill>
              <a:schemeClr val="tx1"/>
            </a:solidFill>
          </a:ln>
        </p:spPr>
      </p:pic>
      <p:sp>
        <p:nvSpPr>
          <p:cNvPr id="5" name="Footer Placeholder 4"/>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9C52E4E4-52F6-8EB3-A73C-F6418B72A826}"/>
              </a:ext>
            </a:extLst>
          </p:cNvPr>
          <p:cNvSpPr txBox="1"/>
          <p:nvPr/>
        </p:nvSpPr>
        <p:spPr>
          <a:xfrm>
            <a:off x="3581400" y="241927"/>
            <a:ext cx="6146222" cy="523220"/>
          </a:xfrm>
          <a:prstGeom prst="rect">
            <a:avLst/>
          </a:prstGeom>
          <a:noFill/>
        </p:spPr>
        <p:txBody>
          <a:bodyPr wrap="square">
            <a:spAutoFit/>
          </a:bodyPr>
          <a:lstStyle/>
          <a:p>
            <a:pPr algn="ctr">
              <a:spcBef>
                <a:spcPct val="0"/>
              </a:spcBef>
              <a:defRPr/>
            </a:pPr>
            <a:r>
              <a:rPr lang="en-US" sz="2800" dirty="0"/>
              <a:t>Implementation of (Iterator Pattern)  </a:t>
            </a:r>
          </a:p>
        </p:txBody>
      </p:sp>
    </p:spTree>
    <p:extLst>
      <p:ext uri="{BB962C8B-B14F-4D97-AF65-F5344CB8AC3E}">
        <p14:creationId xmlns:p14="http://schemas.microsoft.com/office/powerpoint/2010/main" val="235768824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53E51B3-C641-42CE-9459-E07D7C3909A6}"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75</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5" name="Picture 4"/>
          <p:cNvPicPr>
            <a:picLocks noChangeAspect="1"/>
          </p:cNvPicPr>
          <p:nvPr/>
        </p:nvPicPr>
        <p:blipFill>
          <a:blip r:embed="rId2"/>
          <a:stretch>
            <a:fillRect/>
          </a:stretch>
        </p:blipFill>
        <p:spPr>
          <a:xfrm>
            <a:off x="2547802" y="1648414"/>
            <a:ext cx="7096395" cy="4261915"/>
          </a:xfrm>
          <a:prstGeom prst="rect">
            <a:avLst/>
          </a:prstGeom>
          <a:ln w="19050">
            <a:solidFill>
              <a:schemeClr val="tx1"/>
            </a:solidFill>
          </a:ln>
        </p:spPr>
      </p:pic>
      <p:sp>
        <p:nvSpPr>
          <p:cNvPr id="3" name="Footer Placeholder 2"/>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F8D57743-AFE7-391C-0BC3-981B4A9EFC69}"/>
              </a:ext>
            </a:extLst>
          </p:cNvPr>
          <p:cNvSpPr txBox="1"/>
          <p:nvPr/>
        </p:nvSpPr>
        <p:spPr>
          <a:xfrm>
            <a:off x="4149437" y="162579"/>
            <a:ext cx="6146222" cy="523220"/>
          </a:xfrm>
          <a:prstGeom prst="rect">
            <a:avLst/>
          </a:prstGeom>
          <a:noFill/>
        </p:spPr>
        <p:txBody>
          <a:bodyPr wrap="square">
            <a:spAutoFit/>
          </a:bodyPr>
          <a:lstStyle/>
          <a:p>
            <a:pPr algn="ctr">
              <a:spcBef>
                <a:spcPct val="0"/>
              </a:spcBef>
              <a:defRPr/>
            </a:pPr>
            <a:r>
              <a:rPr lang="en-US" sz="2800" dirty="0"/>
              <a:t>Implementation of (Iterator Pattern)  </a:t>
            </a:r>
          </a:p>
        </p:txBody>
      </p:sp>
    </p:spTree>
    <p:extLst>
      <p:ext uri="{BB962C8B-B14F-4D97-AF65-F5344CB8AC3E}">
        <p14:creationId xmlns:p14="http://schemas.microsoft.com/office/powerpoint/2010/main" val="126035921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A0DBBFD-EC11-4A0E-B82A-0A340308B88B}"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76</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2"/>
          <a:stretch>
            <a:fillRect/>
          </a:stretch>
        </p:blipFill>
        <p:spPr>
          <a:xfrm>
            <a:off x="605246" y="1676400"/>
            <a:ext cx="10936812" cy="3973935"/>
          </a:xfrm>
          <a:prstGeom prst="rect">
            <a:avLst/>
          </a:prstGeom>
          <a:ln w="19050">
            <a:solidFill>
              <a:schemeClr val="tx1"/>
            </a:solidFill>
          </a:ln>
        </p:spPr>
      </p:pic>
      <p:sp>
        <p:nvSpPr>
          <p:cNvPr id="5" name="Footer Placeholder 4"/>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8CB54AAE-4547-8539-AE56-0701ED4B1821}"/>
              </a:ext>
            </a:extLst>
          </p:cNvPr>
          <p:cNvSpPr txBox="1"/>
          <p:nvPr/>
        </p:nvSpPr>
        <p:spPr>
          <a:xfrm>
            <a:off x="3706956" y="311457"/>
            <a:ext cx="6146222" cy="523220"/>
          </a:xfrm>
          <a:prstGeom prst="rect">
            <a:avLst/>
          </a:prstGeom>
          <a:noFill/>
        </p:spPr>
        <p:txBody>
          <a:bodyPr wrap="square">
            <a:spAutoFit/>
          </a:bodyPr>
          <a:lstStyle/>
          <a:p>
            <a:pPr algn="ctr">
              <a:spcBef>
                <a:spcPct val="0"/>
              </a:spcBef>
              <a:defRPr/>
            </a:pPr>
            <a:r>
              <a:rPr lang="en-US" sz="2800" dirty="0"/>
              <a:t>Implementation of (Mediator  Pattern) </a:t>
            </a:r>
          </a:p>
        </p:txBody>
      </p:sp>
    </p:spTree>
    <p:extLst>
      <p:ext uri="{BB962C8B-B14F-4D97-AF65-F5344CB8AC3E}">
        <p14:creationId xmlns:p14="http://schemas.microsoft.com/office/powerpoint/2010/main" val="388193608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7F1E239-A328-4E91-ADD3-8DD78413C703}"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77</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5" name="Picture 4"/>
          <p:cNvPicPr>
            <a:picLocks noChangeAspect="1"/>
          </p:cNvPicPr>
          <p:nvPr/>
        </p:nvPicPr>
        <p:blipFill>
          <a:blip r:embed="rId2"/>
          <a:stretch>
            <a:fillRect/>
          </a:stretch>
        </p:blipFill>
        <p:spPr>
          <a:xfrm>
            <a:off x="4595949" y="1029461"/>
            <a:ext cx="7400805" cy="5702897"/>
          </a:xfrm>
          <a:prstGeom prst="rect">
            <a:avLst/>
          </a:prstGeom>
          <a:ln w="12700">
            <a:solidFill>
              <a:schemeClr val="tx1"/>
            </a:solidFill>
          </a:ln>
        </p:spPr>
      </p:pic>
      <p:pic>
        <p:nvPicPr>
          <p:cNvPr id="8" name="Picture 7"/>
          <p:cNvPicPr>
            <a:picLocks noChangeAspect="1"/>
          </p:cNvPicPr>
          <p:nvPr/>
        </p:nvPicPr>
        <p:blipFill>
          <a:blip r:embed="rId3"/>
          <a:stretch>
            <a:fillRect/>
          </a:stretch>
        </p:blipFill>
        <p:spPr>
          <a:xfrm>
            <a:off x="245932" y="1029461"/>
            <a:ext cx="3792668" cy="1508607"/>
          </a:xfrm>
          <a:prstGeom prst="rect">
            <a:avLst/>
          </a:prstGeom>
          <a:ln w="12700">
            <a:solidFill>
              <a:schemeClr val="tx1"/>
            </a:solidFill>
          </a:ln>
        </p:spPr>
      </p:pic>
      <p:sp>
        <p:nvSpPr>
          <p:cNvPr id="3" name="Footer Placeholder 2"/>
          <p:cNvSpPr>
            <a:spLocks noGrp="1"/>
          </p:cNvSpPr>
          <p:nvPr>
            <p:ph type="ftr" sz="quarter" idx="11"/>
          </p:nvPr>
        </p:nvSpPr>
        <p:spPr/>
        <p:txBody>
          <a:bodyPr/>
          <a:lstStyle/>
          <a:p>
            <a:r>
              <a:rPr lang="en-US" dirty="0"/>
              <a:t>Pooja Kumari Design Pattern                                    Unit IV</a:t>
            </a:r>
          </a:p>
        </p:txBody>
      </p:sp>
      <p:sp>
        <p:nvSpPr>
          <p:cNvPr id="11" name="TextBox 10">
            <a:extLst>
              <a:ext uri="{FF2B5EF4-FFF2-40B4-BE49-F238E27FC236}">
                <a16:creationId xmlns:a16="http://schemas.microsoft.com/office/drawing/2014/main" id="{4980BE49-2624-3C6A-1B66-E56DE14CBF73}"/>
              </a:ext>
            </a:extLst>
          </p:cNvPr>
          <p:cNvSpPr txBox="1"/>
          <p:nvPr/>
        </p:nvSpPr>
        <p:spPr>
          <a:xfrm>
            <a:off x="3835978" y="266804"/>
            <a:ext cx="6146222" cy="523220"/>
          </a:xfrm>
          <a:prstGeom prst="rect">
            <a:avLst/>
          </a:prstGeom>
          <a:noFill/>
        </p:spPr>
        <p:txBody>
          <a:bodyPr wrap="square">
            <a:spAutoFit/>
          </a:bodyPr>
          <a:lstStyle/>
          <a:p>
            <a:pPr algn="ctr">
              <a:spcBef>
                <a:spcPct val="0"/>
              </a:spcBef>
              <a:defRPr/>
            </a:pPr>
            <a:r>
              <a:rPr lang="en-US" sz="2800" dirty="0"/>
              <a:t>Implementation of (Mediator  Pattern) </a:t>
            </a:r>
          </a:p>
        </p:txBody>
      </p:sp>
    </p:spTree>
    <p:extLst>
      <p:ext uri="{BB962C8B-B14F-4D97-AF65-F5344CB8AC3E}">
        <p14:creationId xmlns:p14="http://schemas.microsoft.com/office/powerpoint/2010/main" val="244009512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25C68F2-8C16-4FDE-9B90-63F4D4288F80}"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78</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5" name="Picture 4"/>
          <p:cNvPicPr>
            <a:picLocks noChangeAspect="1"/>
          </p:cNvPicPr>
          <p:nvPr/>
        </p:nvPicPr>
        <p:blipFill>
          <a:blip r:embed="rId2"/>
          <a:stretch>
            <a:fillRect/>
          </a:stretch>
        </p:blipFill>
        <p:spPr>
          <a:xfrm>
            <a:off x="1462227" y="1056239"/>
            <a:ext cx="9267546" cy="5300118"/>
          </a:xfrm>
          <a:prstGeom prst="rect">
            <a:avLst/>
          </a:prstGeom>
          <a:ln w="12700">
            <a:solidFill>
              <a:schemeClr val="tx1"/>
            </a:solidFill>
          </a:ln>
        </p:spPr>
      </p:pic>
      <p:sp>
        <p:nvSpPr>
          <p:cNvPr id="3" name="Footer Placeholder 2"/>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B356879C-A849-394A-498A-A59420011A2C}"/>
              </a:ext>
            </a:extLst>
          </p:cNvPr>
          <p:cNvSpPr txBox="1"/>
          <p:nvPr/>
        </p:nvSpPr>
        <p:spPr>
          <a:xfrm>
            <a:off x="3581400" y="316467"/>
            <a:ext cx="6146222" cy="523220"/>
          </a:xfrm>
          <a:prstGeom prst="rect">
            <a:avLst/>
          </a:prstGeom>
          <a:noFill/>
        </p:spPr>
        <p:txBody>
          <a:bodyPr wrap="square">
            <a:spAutoFit/>
          </a:bodyPr>
          <a:lstStyle/>
          <a:p>
            <a:pPr algn="ctr">
              <a:spcBef>
                <a:spcPct val="0"/>
              </a:spcBef>
              <a:defRPr/>
            </a:pPr>
            <a:r>
              <a:rPr lang="en-US" sz="2800" dirty="0"/>
              <a:t>Implementation of (Mediator  Pattern) </a:t>
            </a:r>
          </a:p>
        </p:txBody>
      </p:sp>
    </p:spTree>
    <p:extLst>
      <p:ext uri="{BB962C8B-B14F-4D97-AF65-F5344CB8AC3E}">
        <p14:creationId xmlns:p14="http://schemas.microsoft.com/office/powerpoint/2010/main" val="14166207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559EFDA-C76D-49E9-99DC-6D16DC52825B}"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79</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2"/>
          <a:stretch>
            <a:fillRect/>
          </a:stretch>
        </p:blipFill>
        <p:spPr>
          <a:xfrm>
            <a:off x="1219200" y="2246209"/>
            <a:ext cx="9564794" cy="2885930"/>
          </a:xfrm>
          <a:prstGeom prst="rect">
            <a:avLst/>
          </a:prstGeom>
          <a:ln w="19050">
            <a:solidFill>
              <a:schemeClr val="tx1"/>
            </a:solidFill>
          </a:ln>
        </p:spPr>
      </p:pic>
      <p:sp>
        <p:nvSpPr>
          <p:cNvPr id="5" name="Footer Placeholder 4"/>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D934A25B-7173-50F2-4A72-D66DB95CD674}"/>
              </a:ext>
            </a:extLst>
          </p:cNvPr>
          <p:cNvSpPr txBox="1"/>
          <p:nvPr/>
        </p:nvSpPr>
        <p:spPr>
          <a:xfrm>
            <a:off x="3581400" y="251472"/>
            <a:ext cx="6146222" cy="523220"/>
          </a:xfrm>
          <a:prstGeom prst="rect">
            <a:avLst/>
          </a:prstGeom>
          <a:noFill/>
        </p:spPr>
        <p:txBody>
          <a:bodyPr wrap="square">
            <a:spAutoFit/>
          </a:bodyPr>
          <a:lstStyle/>
          <a:p>
            <a:pPr algn="ctr">
              <a:spcBef>
                <a:spcPct val="0"/>
              </a:spcBef>
              <a:defRPr/>
            </a:pPr>
            <a:r>
              <a:rPr lang="en-US" sz="2800" dirty="0"/>
              <a:t>Implementation of (Mediator  Pattern) </a:t>
            </a:r>
          </a:p>
        </p:txBody>
      </p:sp>
    </p:spTree>
    <p:extLst>
      <p:ext uri="{BB962C8B-B14F-4D97-AF65-F5344CB8AC3E}">
        <p14:creationId xmlns:p14="http://schemas.microsoft.com/office/powerpoint/2010/main" val="51495379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0" y="1295400"/>
            <a:ext cx="10591800" cy="3657600"/>
          </a:xfrm>
          <a:solidFill>
            <a:schemeClr val="accent1">
              <a:lumMod val="40000"/>
              <a:lumOff val="60000"/>
            </a:schemeClr>
          </a:solidFill>
          <a:ln w="19050">
            <a:solidFill>
              <a:schemeClr val="tx1"/>
            </a:solidFill>
          </a:ln>
        </p:spPr>
        <p:txBody>
          <a:bodyPr>
            <a:normAutofit/>
          </a:bodyPr>
          <a:lstStyle/>
          <a:p>
            <a:pPr marL="0" indent="0" algn="just">
              <a:buNone/>
            </a:pPr>
            <a:r>
              <a:rPr lang="en-US" sz="2800" dirty="0"/>
              <a:t>Topic </a:t>
            </a:r>
            <a:r>
              <a:rPr lang="en-US" dirty="0"/>
              <a:t>:</a:t>
            </a:r>
            <a:r>
              <a:rPr lang="en-US" dirty="0">
                <a:solidFill>
                  <a:srgbClr val="FF0000"/>
                </a:solidFill>
              </a:rPr>
              <a:t> </a:t>
            </a:r>
            <a:r>
              <a:rPr lang="en-US" dirty="0"/>
              <a:t>Memento  Pattern</a:t>
            </a:r>
          </a:p>
          <a:p>
            <a:pPr marL="0" indent="0" algn="just">
              <a:buNone/>
            </a:pPr>
            <a:endParaRPr lang="en-US" sz="2800" dirty="0"/>
          </a:p>
          <a:p>
            <a:pPr algn="just"/>
            <a:r>
              <a:rPr lang="en-US" sz="2800" dirty="0"/>
              <a:t>In this topic, the students will gain , The idea </a:t>
            </a:r>
            <a:r>
              <a:rPr lang="en-US" dirty="0"/>
              <a:t> an Memento  Pattern </a:t>
            </a:r>
            <a:r>
              <a:rPr lang="en-US" dirty="0" err="1"/>
              <a:t>i.e</a:t>
            </a:r>
            <a:r>
              <a:rPr lang="en-US" dirty="0"/>
              <a:t> Memento pattern is used to restore state of an object to a previous state. Memento pattern falls under behavioral pattern category.</a:t>
            </a:r>
          </a:p>
        </p:txBody>
      </p:sp>
      <p:sp>
        <p:nvSpPr>
          <p:cNvPr id="4" name="Date Placeholder 3"/>
          <p:cNvSpPr>
            <a:spLocks noGrp="1"/>
          </p:cNvSpPr>
          <p:nvPr>
            <p:ph type="dt" sz="half" idx="10"/>
          </p:nvPr>
        </p:nvSpPr>
        <p:spPr/>
        <p:txBody>
          <a:bodyPr/>
          <a:lstStyle/>
          <a:p>
            <a:fld id="{D2DDEB09-FAF8-4C42-8E50-C330A0221CC7}" type="datetime1">
              <a:rPr lang="en-US" smtClean="0"/>
              <a:t>10/22/2024</a:t>
            </a:fld>
            <a:endParaRPr lang="en-US" dirty="0"/>
          </a:p>
        </p:txBody>
      </p:sp>
      <p:sp>
        <p:nvSpPr>
          <p:cNvPr id="5" name="Footer Placeholder 4"/>
          <p:cNvSpPr>
            <a:spLocks noGrp="1"/>
          </p:cNvSpPr>
          <p:nvPr>
            <p:ph type="ftr" sz="quarter" idx="11"/>
          </p:nvPr>
        </p:nvSpPr>
        <p:spPr>
          <a:xfrm>
            <a:off x="4343400" y="6248406"/>
            <a:ext cx="4724400" cy="365125"/>
          </a:xfrm>
        </p:spPr>
        <p:txBody>
          <a:bodyPr/>
          <a:lstStyle/>
          <a:p>
            <a:r>
              <a:rPr lang="en-US" dirty="0"/>
              <a:t>Pooja Kumari  Design Pattern                                    Unit IV</a:t>
            </a:r>
          </a:p>
        </p:txBody>
      </p:sp>
      <p:sp>
        <p:nvSpPr>
          <p:cNvPr id="6" name="Slide Number Placeholder 5"/>
          <p:cNvSpPr>
            <a:spLocks noGrp="1"/>
          </p:cNvSpPr>
          <p:nvPr>
            <p:ph type="sldNum" sz="quarter" idx="12"/>
          </p:nvPr>
        </p:nvSpPr>
        <p:spPr/>
        <p:txBody>
          <a:bodyPr/>
          <a:lstStyle/>
          <a:p>
            <a:fld id="{B6F15528-21DE-4FAA-801E-634DDDAF4B2B}" type="slidenum">
              <a:rPr lang="en-US" smtClean="0"/>
              <a:pPr/>
              <a:t>80</a:t>
            </a:fld>
            <a:endParaRPr lang="en-US" dirty="0"/>
          </a:p>
        </p:txBody>
      </p:sp>
      <p:sp>
        <p:nvSpPr>
          <p:cNvPr id="9" name="TextBox 8">
            <a:extLst>
              <a:ext uri="{FF2B5EF4-FFF2-40B4-BE49-F238E27FC236}">
                <a16:creationId xmlns:a16="http://schemas.microsoft.com/office/drawing/2014/main" id="{59A671CB-A9C0-CB37-A0C6-2DA6955FA85B}"/>
              </a:ext>
            </a:extLst>
          </p:cNvPr>
          <p:cNvSpPr txBox="1"/>
          <p:nvPr/>
        </p:nvSpPr>
        <p:spPr>
          <a:xfrm>
            <a:off x="3322493" y="278365"/>
            <a:ext cx="6146222" cy="523220"/>
          </a:xfrm>
          <a:prstGeom prst="rect">
            <a:avLst/>
          </a:prstGeom>
          <a:noFill/>
        </p:spPr>
        <p:txBody>
          <a:bodyPr wrap="square">
            <a:spAutoFit/>
          </a:bodyPr>
          <a:lstStyle/>
          <a:p>
            <a:pPr algn="ctr">
              <a:spcBef>
                <a:spcPct val="0"/>
              </a:spcBef>
              <a:defRPr/>
            </a:pPr>
            <a:r>
              <a:rPr lang="en-US" sz="2800" dirty="0"/>
              <a:t>Topic Objective</a:t>
            </a:r>
          </a:p>
        </p:txBody>
      </p:sp>
    </p:spTree>
    <p:extLst>
      <p:ext uri="{BB962C8B-B14F-4D97-AF65-F5344CB8AC3E}">
        <p14:creationId xmlns:p14="http://schemas.microsoft.com/office/powerpoint/2010/main" val="202764647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E2EEE73-7A6B-4600-940A-B1995EA712C1}"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81</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247650" y="1023098"/>
            <a:ext cx="11696700" cy="5693866"/>
          </a:xfrm>
          <a:prstGeom prst="rect">
            <a:avLst/>
          </a:prstGeom>
          <a:solidFill>
            <a:schemeClr val="accent2">
              <a:lumMod val="20000"/>
              <a:lumOff val="80000"/>
            </a:schemeClr>
          </a:solidFill>
          <a:ln w="28575">
            <a:solidFill>
              <a:schemeClr val="tx1"/>
            </a:solidFill>
          </a:ln>
        </p:spPr>
        <p:txBody>
          <a:bodyPr wrap="square">
            <a:spAutoFit/>
          </a:bodyPr>
          <a:lstStyle/>
          <a:p>
            <a:pPr algn="just"/>
            <a:r>
              <a:rPr lang="en-US" sz="2800" b="1" u="sng" dirty="0">
                <a:latin typeface="+mj-lt"/>
              </a:rPr>
              <a:t> Memento   Pattern:-</a:t>
            </a:r>
          </a:p>
          <a:p>
            <a:pPr algn="just"/>
            <a:endParaRPr lang="en-US" sz="2800" b="1" u="sng" dirty="0">
              <a:latin typeface="+mj-lt"/>
            </a:endParaRPr>
          </a:p>
          <a:p>
            <a:pPr marL="457200" indent="-457200" algn="just">
              <a:buFont typeface="Wingdings" panose="05000000000000000000" pitchFamily="2" charset="2"/>
              <a:buChar char="Ø"/>
            </a:pPr>
            <a:r>
              <a:rPr lang="en-US" sz="2800" dirty="0">
                <a:latin typeface="+mj-lt"/>
              </a:rPr>
              <a:t>Memento Pattern says that "to restore the state of an object from its previous state". But it must do this without violating Encapsulation. It is useful in case of error or failure. The Memento pattern is also known as Token.</a:t>
            </a:r>
          </a:p>
          <a:p>
            <a:pPr marL="457200" indent="-457200" algn="just">
              <a:buFont typeface="Wingdings" panose="05000000000000000000" pitchFamily="2" charset="2"/>
              <a:buChar char="Ø"/>
            </a:pPr>
            <a:endParaRPr lang="en-US" sz="2800" dirty="0">
              <a:latin typeface="+mj-lt"/>
            </a:endParaRPr>
          </a:p>
          <a:p>
            <a:pPr marL="457200" indent="-457200" algn="just">
              <a:buFont typeface="Wingdings" panose="05000000000000000000" pitchFamily="2" charset="2"/>
              <a:buChar char="Ø"/>
            </a:pPr>
            <a:r>
              <a:rPr lang="en-US" sz="2800" dirty="0">
                <a:latin typeface="+mj-lt"/>
              </a:rPr>
              <a:t>Undo or backspace or </a:t>
            </a:r>
            <a:r>
              <a:rPr lang="en-US" sz="2800" dirty="0" err="1">
                <a:latin typeface="+mj-lt"/>
              </a:rPr>
              <a:t>ctrl+z</a:t>
            </a:r>
            <a:r>
              <a:rPr lang="en-US" sz="2800" dirty="0">
                <a:latin typeface="+mj-lt"/>
              </a:rPr>
              <a:t> is one of the most used operation in an editor. Memento design pattern is used to implement the undo operation. This is done by saving the current state of the object as it changes state.</a:t>
            </a:r>
          </a:p>
          <a:p>
            <a:pPr algn="just"/>
            <a:endParaRPr lang="en-US" sz="2800" dirty="0">
              <a:latin typeface="+mj-lt"/>
            </a:endParaRPr>
          </a:p>
          <a:p>
            <a:pPr marL="457200" indent="-457200" algn="just">
              <a:buFont typeface="Wingdings" panose="05000000000000000000" pitchFamily="2" charset="2"/>
              <a:buChar char="Ø"/>
            </a:pPr>
            <a:r>
              <a:rPr lang="en-US" sz="2800" dirty="0">
                <a:latin typeface="+mj-lt"/>
              </a:rPr>
              <a:t>It preserves encapsulation boundaries. It simplifies the originator.</a:t>
            </a:r>
          </a:p>
          <a:p>
            <a:pPr marL="457200" indent="-457200" algn="just">
              <a:buFont typeface="Wingdings" panose="05000000000000000000" pitchFamily="2" charset="2"/>
              <a:buChar char="Ø"/>
            </a:pPr>
            <a:endParaRPr lang="en-US" sz="2800" dirty="0">
              <a:latin typeface="+mj-lt"/>
            </a:endParaRPr>
          </a:p>
        </p:txBody>
      </p:sp>
      <p:sp>
        <p:nvSpPr>
          <p:cNvPr id="5" name="Footer Placeholder 4"/>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A8473626-35B0-A44C-FC1E-6B3102F29403}"/>
              </a:ext>
            </a:extLst>
          </p:cNvPr>
          <p:cNvSpPr txBox="1"/>
          <p:nvPr/>
        </p:nvSpPr>
        <p:spPr>
          <a:xfrm>
            <a:off x="4107873" y="293151"/>
            <a:ext cx="6146222" cy="523220"/>
          </a:xfrm>
          <a:prstGeom prst="rect">
            <a:avLst/>
          </a:prstGeom>
          <a:noFill/>
        </p:spPr>
        <p:txBody>
          <a:bodyPr wrap="square">
            <a:spAutoFit/>
          </a:bodyPr>
          <a:lstStyle/>
          <a:p>
            <a:pPr algn="ctr">
              <a:spcBef>
                <a:spcPct val="0"/>
              </a:spcBef>
              <a:defRPr/>
            </a:pPr>
            <a:r>
              <a:rPr lang="en-US" sz="2800" dirty="0"/>
              <a:t>Memento   Pattern </a:t>
            </a:r>
          </a:p>
        </p:txBody>
      </p:sp>
    </p:spTree>
    <p:extLst>
      <p:ext uri="{BB962C8B-B14F-4D97-AF65-F5344CB8AC3E}">
        <p14:creationId xmlns:p14="http://schemas.microsoft.com/office/powerpoint/2010/main" val="257932342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3BD91C2-E911-4617-BDD0-A3235DAE6CDB}"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82</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5" name="Picture 4"/>
          <p:cNvPicPr>
            <a:picLocks noChangeAspect="1"/>
          </p:cNvPicPr>
          <p:nvPr/>
        </p:nvPicPr>
        <p:blipFill>
          <a:blip r:embed="rId2"/>
          <a:stretch>
            <a:fillRect/>
          </a:stretch>
        </p:blipFill>
        <p:spPr>
          <a:xfrm>
            <a:off x="1439091" y="1096683"/>
            <a:ext cx="9122094" cy="5448767"/>
          </a:xfrm>
          <a:prstGeom prst="rect">
            <a:avLst/>
          </a:prstGeom>
          <a:ln w="12700">
            <a:solidFill>
              <a:schemeClr val="tx1"/>
            </a:solidFill>
          </a:ln>
        </p:spPr>
      </p:pic>
      <p:sp>
        <p:nvSpPr>
          <p:cNvPr id="3" name="Footer Placeholder 2"/>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4C0205B2-E7AE-93D1-64C4-AD4E5CF23E55}"/>
              </a:ext>
            </a:extLst>
          </p:cNvPr>
          <p:cNvSpPr txBox="1"/>
          <p:nvPr/>
        </p:nvSpPr>
        <p:spPr>
          <a:xfrm>
            <a:off x="3748520" y="178911"/>
            <a:ext cx="6146222" cy="523220"/>
          </a:xfrm>
          <a:prstGeom prst="rect">
            <a:avLst/>
          </a:prstGeom>
          <a:noFill/>
        </p:spPr>
        <p:txBody>
          <a:bodyPr wrap="square">
            <a:spAutoFit/>
          </a:bodyPr>
          <a:lstStyle/>
          <a:p>
            <a:pPr algn="ctr">
              <a:spcBef>
                <a:spcPct val="0"/>
              </a:spcBef>
              <a:defRPr/>
            </a:pPr>
            <a:r>
              <a:rPr lang="en-US" sz="2800" dirty="0"/>
              <a:t>UML\Structure for Memento   Pattern   </a:t>
            </a:r>
          </a:p>
        </p:txBody>
      </p:sp>
    </p:spTree>
    <p:extLst>
      <p:ext uri="{BB962C8B-B14F-4D97-AF65-F5344CB8AC3E}">
        <p14:creationId xmlns:p14="http://schemas.microsoft.com/office/powerpoint/2010/main" val="129004437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5583FF2-1E1B-4F46-BFAB-22E88CCF8279}"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83</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342900" y="1012954"/>
            <a:ext cx="11506200" cy="4832092"/>
          </a:xfrm>
          <a:prstGeom prst="rect">
            <a:avLst/>
          </a:prstGeom>
          <a:solidFill>
            <a:schemeClr val="accent2">
              <a:lumMod val="20000"/>
              <a:lumOff val="80000"/>
            </a:schemeClr>
          </a:solidFill>
          <a:ln w="28575">
            <a:solidFill>
              <a:schemeClr val="tx1"/>
            </a:solidFill>
          </a:ln>
        </p:spPr>
        <p:txBody>
          <a:bodyPr wrap="square">
            <a:spAutoFit/>
          </a:bodyPr>
          <a:lstStyle/>
          <a:p>
            <a:pPr marL="457200" indent="-457200" algn="just">
              <a:buFont typeface="Wingdings" panose="05000000000000000000" pitchFamily="2" charset="2"/>
              <a:buChar char="Ø"/>
            </a:pPr>
            <a:r>
              <a:rPr lang="en-US" sz="2800" dirty="0">
                <a:solidFill>
                  <a:srgbClr val="000000"/>
                </a:solidFill>
                <a:latin typeface="+mj-lt"/>
              </a:rPr>
              <a:t>Memento pattern uses three actor classes. Memento contains state of an object to be restored. Originator creates and stores states in Memento objects and Caretaker object is responsible to restore object state from Memento. We have created classes Memento, Originator and </a:t>
            </a:r>
            <a:r>
              <a:rPr lang="en-US" sz="2800" dirty="0" err="1">
                <a:solidFill>
                  <a:srgbClr val="000000"/>
                </a:solidFill>
                <a:latin typeface="+mj-lt"/>
              </a:rPr>
              <a:t>CareTaker</a:t>
            </a:r>
            <a:r>
              <a:rPr lang="en-US" sz="2800" dirty="0">
                <a:solidFill>
                  <a:srgbClr val="000000"/>
                </a:solidFill>
                <a:latin typeface="+mj-lt"/>
              </a:rPr>
              <a:t>.</a:t>
            </a:r>
          </a:p>
          <a:p>
            <a:pPr marL="457200" indent="-457200" algn="just">
              <a:buFont typeface="Wingdings" panose="05000000000000000000" pitchFamily="2" charset="2"/>
              <a:buChar char="Ø"/>
            </a:pPr>
            <a:endParaRPr lang="en-US" sz="2800" dirty="0">
              <a:solidFill>
                <a:srgbClr val="000000"/>
              </a:solidFill>
              <a:latin typeface="+mj-lt"/>
            </a:endParaRPr>
          </a:p>
          <a:p>
            <a:pPr marL="457200" indent="-457200" algn="just">
              <a:buFont typeface="Wingdings" panose="05000000000000000000" pitchFamily="2" charset="2"/>
              <a:buChar char="Ø"/>
            </a:pPr>
            <a:r>
              <a:rPr lang="en-US" sz="2800" dirty="0">
                <a:solidFill>
                  <a:srgbClr val="000000"/>
                </a:solidFill>
                <a:latin typeface="+mj-lt"/>
              </a:rPr>
              <a:t>Memento Pattern Demo, our demo class, will use </a:t>
            </a:r>
            <a:r>
              <a:rPr lang="en-US" sz="2800" dirty="0" err="1">
                <a:solidFill>
                  <a:srgbClr val="000000"/>
                </a:solidFill>
                <a:latin typeface="+mj-lt"/>
              </a:rPr>
              <a:t>CareTaker</a:t>
            </a:r>
            <a:r>
              <a:rPr lang="en-US" sz="2800" dirty="0">
                <a:solidFill>
                  <a:srgbClr val="000000"/>
                </a:solidFill>
                <a:latin typeface="+mj-lt"/>
              </a:rPr>
              <a:t> and Originator objects to show restoration of object states.</a:t>
            </a:r>
          </a:p>
          <a:p>
            <a:pPr algn="just"/>
            <a:endParaRPr lang="en-US" sz="2800" dirty="0">
              <a:solidFill>
                <a:srgbClr val="000000"/>
              </a:solidFill>
              <a:latin typeface="+mj-lt"/>
            </a:endParaRPr>
          </a:p>
          <a:p>
            <a:pPr marL="457200" indent="-457200" algn="just">
              <a:buFont typeface="Wingdings" panose="05000000000000000000" pitchFamily="2" charset="2"/>
              <a:buChar char="Ø"/>
            </a:pPr>
            <a:r>
              <a:rPr lang="en-US" sz="2800" dirty="0">
                <a:solidFill>
                  <a:srgbClr val="000000"/>
                </a:solidFill>
                <a:latin typeface="+mj-lt"/>
              </a:rPr>
              <a:t>It is used in Undo and Redo operations in most software.</a:t>
            </a:r>
          </a:p>
          <a:p>
            <a:pPr algn="just"/>
            <a:endParaRPr lang="en-US" sz="2800" dirty="0">
              <a:solidFill>
                <a:srgbClr val="000000"/>
              </a:solidFill>
              <a:latin typeface="+mj-lt"/>
            </a:endParaRPr>
          </a:p>
          <a:p>
            <a:pPr marL="457200" indent="-457200" algn="just">
              <a:buFont typeface="Wingdings" panose="05000000000000000000" pitchFamily="2" charset="2"/>
              <a:buChar char="Ø"/>
            </a:pPr>
            <a:r>
              <a:rPr lang="en-US" sz="2800" dirty="0">
                <a:solidFill>
                  <a:srgbClr val="000000"/>
                </a:solidFill>
                <a:latin typeface="+mj-lt"/>
              </a:rPr>
              <a:t>It is also used in database transactions.</a:t>
            </a:r>
          </a:p>
        </p:txBody>
      </p:sp>
      <p:sp>
        <p:nvSpPr>
          <p:cNvPr id="5" name="Footer Placeholder 4"/>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76959F09-863C-5543-68CA-526B4695E6B9}"/>
              </a:ext>
            </a:extLst>
          </p:cNvPr>
          <p:cNvSpPr txBox="1"/>
          <p:nvPr/>
        </p:nvSpPr>
        <p:spPr>
          <a:xfrm>
            <a:off x="3581400" y="200686"/>
            <a:ext cx="6146222" cy="523220"/>
          </a:xfrm>
          <a:prstGeom prst="rect">
            <a:avLst/>
          </a:prstGeom>
          <a:noFill/>
        </p:spPr>
        <p:txBody>
          <a:bodyPr wrap="square">
            <a:spAutoFit/>
          </a:bodyPr>
          <a:lstStyle/>
          <a:p>
            <a:pPr algn="ctr">
              <a:spcBef>
                <a:spcPct val="0"/>
              </a:spcBef>
              <a:defRPr/>
            </a:pPr>
            <a:r>
              <a:rPr lang="en-US" sz="2800" dirty="0"/>
              <a:t>Implementation of (Memento  Pattern)  </a:t>
            </a:r>
          </a:p>
        </p:txBody>
      </p:sp>
    </p:spTree>
    <p:extLst>
      <p:ext uri="{BB962C8B-B14F-4D97-AF65-F5344CB8AC3E}">
        <p14:creationId xmlns:p14="http://schemas.microsoft.com/office/powerpoint/2010/main" val="201593036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17183DF-5865-47C0-983D-C034CDAA22D6}"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84</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5" name="Picture 4"/>
          <p:cNvPicPr>
            <a:picLocks noChangeAspect="1"/>
          </p:cNvPicPr>
          <p:nvPr/>
        </p:nvPicPr>
        <p:blipFill>
          <a:blip r:embed="rId2"/>
          <a:stretch>
            <a:fillRect/>
          </a:stretch>
        </p:blipFill>
        <p:spPr>
          <a:xfrm>
            <a:off x="2362200" y="1045381"/>
            <a:ext cx="6996575" cy="5509448"/>
          </a:xfrm>
          <a:prstGeom prst="rect">
            <a:avLst/>
          </a:prstGeom>
          <a:ln w="19050">
            <a:solidFill>
              <a:schemeClr val="tx1"/>
            </a:solidFill>
          </a:ln>
        </p:spPr>
      </p:pic>
      <p:sp>
        <p:nvSpPr>
          <p:cNvPr id="3" name="Footer Placeholder 2"/>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DD4BB2CC-1E97-A516-1E25-B2B793CAB9CE}"/>
              </a:ext>
            </a:extLst>
          </p:cNvPr>
          <p:cNvSpPr txBox="1"/>
          <p:nvPr/>
        </p:nvSpPr>
        <p:spPr>
          <a:xfrm>
            <a:off x="3571023" y="146915"/>
            <a:ext cx="6146222" cy="523220"/>
          </a:xfrm>
          <a:prstGeom prst="rect">
            <a:avLst/>
          </a:prstGeom>
          <a:noFill/>
        </p:spPr>
        <p:txBody>
          <a:bodyPr wrap="square">
            <a:spAutoFit/>
          </a:bodyPr>
          <a:lstStyle/>
          <a:p>
            <a:pPr algn="ctr">
              <a:spcBef>
                <a:spcPct val="0"/>
              </a:spcBef>
              <a:defRPr/>
            </a:pPr>
            <a:r>
              <a:rPr lang="en-US" sz="2800" dirty="0"/>
              <a:t>Implementation of (Memento  Pattern)  </a:t>
            </a:r>
          </a:p>
        </p:txBody>
      </p:sp>
    </p:spTree>
    <p:extLst>
      <p:ext uri="{BB962C8B-B14F-4D97-AF65-F5344CB8AC3E}">
        <p14:creationId xmlns:p14="http://schemas.microsoft.com/office/powerpoint/2010/main" val="389571819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C134B22-3124-4B18-8CF0-3ED4F491E163}"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85</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2"/>
          <a:stretch>
            <a:fillRect/>
          </a:stretch>
        </p:blipFill>
        <p:spPr>
          <a:xfrm>
            <a:off x="4343400" y="1039091"/>
            <a:ext cx="6432060" cy="5807082"/>
          </a:xfrm>
          <a:prstGeom prst="rect">
            <a:avLst/>
          </a:prstGeom>
          <a:ln w="12700">
            <a:solidFill>
              <a:schemeClr val="tx1"/>
            </a:solidFill>
          </a:ln>
        </p:spPr>
      </p:pic>
      <p:pic>
        <p:nvPicPr>
          <p:cNvPr id="9" name="Picture 8"/>
          <p:cNvPicPr>
            <a:picLocks noChangeAspect="1"/>
          </p:cNvPicPr>
          <p:nvPr/>
        </p:nvPicPr>
        <p:blipFill>
          <a:blip r:embed="rId3"/>
          <a:stretch>
            <a:fillRect/>
          </a:stretch>
        </p:blipFill>
        <p:spPr>
          <a:xfrm>
            <a:off x="287316" y="1039091"/>
            <a:ext cx="3477744" cy="1544222"/>
          </a:xfrm>
          <a:prstGeom prst="rect">
            <a:avLst/>
          </a:prstGeom>
          <a:ln w="9525">
            <a:solidFill>
              <a:schemeClr val="tx1"/>
            </a:solidFill>
          </a:ln>
        </p:spPr>
      </p:pic>
      <p:sp>
        <p:nvSpPr>
          <p:cNvPr id="5" name="Footer Placeholder 4"/>
          <p:cNvSpPr>
            <a:spLocks noGrp="1"/>
          </p:cNvSpPr>
          <p:nvPr>
            <p:ph type="ftr" sz="quarter" idx="11"/>
          </p:nvPr>
        </p:nvSpPr>
        <p:spPr/>
        <p:txBody>
          <a:bodyPr/>
          <a:lstStyle/>
          <a:p>
            <a:r>
              <a:rPr lang="en-US" dirty="0"/>
              <a:t>Pooja Kumari     Design Pattern                                    Unit IV</a:t>
            </a:r>
          </a:p>
        </p:txBody>
      </p:sp>
      <p:sp>
        <p:nvSpPr>
          <p:cNvPr id="11" name="TextBox 10">
            <a:extLst>
              <a:ext uri="{FF2B5EF4-FFF2-40B4-BE49-F238E27FC236}">
                <a16:creationId xmlns:a16="http://schemas.microsoft.com/office/drawing/2014/main" id="{84996356-C151-0955-2A2C-0B33253CFD08}"/>
              </a:ext>
            </a:extLst>
          </p:cNvPr>
          <p:cNvSpPr txBox="1"/>
          <p:nvPr/>
        </p:nvSpPr>
        <p:spPr>
          <a:xfrm>
            <a:off x="3488748" y="136518"/>
            <a:ext cx="6146222" cy="523220"/>
          </a:xfrm>
          <a:prstGeom prst="rect">
            <a:avLst/>
          </a:prstGeom>
          <a:noFill/>
        </p:spPr>
        <p:txBody>
          <a:bodyPr wrap="square">
            <a:spAutoFit/>
          </a:bodyPr>
          <a:lstStyle/>
          <a:p>
            <a:pPr algn="ctr">
              <a:spcBef>
                <a:spcPct val="0"/>
              </a:spcBef>
              <a:defRPr/>
            </a:pPr>
            <a:r>
              <a:rPr lang="en-US" sz="2800" dirty="0"/>
              <a:t>Implementation of (Memento  Pattern)  </a:t>
            </a:r>
          </a:p>
        </p:txBody>
      </p:sp>
    </p:spTree>
    <p:extLst>
      <p:ext uri="{BB962C8B-B14F-4D97-AF65-F5344CB8AC3E}">
        <p14:creationId xmlns:p14="http://schemas.microsoft.com/office/powerpoint/2010/main" val="102188024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7E4ABD7-2B5A-49C5-AB7D-26117E98A533}"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86</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2"/>
          <a:stretch>
            <a:fillRect/>
          </a:stretch>
        </p:blipFill>
        <p:spPr>
          <a:xfrm>
            <a:off x="2492660" y="1050918"/>
            <a:ext cx="7627403" cy="5807082"/>
          </a:xfrm>
          <a:prstGeom prst="rect">
            <a:avLst/>
          </a:prstGeom>
          <a:ln w="12700">
            <a:solidFill>
              <a:schemeClr val="tx1"/>
            </a:solidFill>
          </a:ln>
        </p:spPr>
      </p:pic>
      <p:sp>
        <p:nvSpPr>
          <p:cNvPr id="5" name="Footer Placeholder 4"/>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6DD3CA49-C911-BDB0-B986-7C6795F8E70E}"/>
              </a:ext>
            </a:extLst>
          </p:cNvPr>
          <p:cNvSpPr txBox="1"/>
          <p:nvPr/>
        </p:nvSpPr>
        <p:spPr>
          <a:xfrm>
            <a:off x="3581400" y="158233"/>
            <a:ext cx="6146222" cy="523220"/>
          </a:xfrm>
          <a:prstGeom prst="rect">
            <a:avLst/>
          </a:prstGeom>
          <a:noFill/>
        </p:spPr>
        <p:txBody>
          <a:bodyPr wrap="square">
            <a:spAutoFit/>
          </a:bodyPr>
          <a:lstStyle/>
          <a:p>
            <a:pPr algn="ctr">
              <a:spcBef>
                <a:spcPct val="0"/>
              </a:spcBef>
              <a:defRPr/>
            </a:pPr>
            <a:r>
              <a:rPr lang="en-US" sz="2800" dirty="0"/>
              <a:t>Implementation of (Memento  Pattern)  </a:t>
            </a:r>
          </a:p>
        </p:txBody>
      </p:sp>
    </p:spTree>
    <p:extLst>
      <p:ext uri="{BB962C8B-B14F-4D97-AF65-F5344CB8AC3E}">
        <p14:creationId xmlns:p14="http://schemas.microsoft.com/office/powerpoint/2010/main" val="103684004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AF35B19-5C92-48C0-8F50-663C824883A2}"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87</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5" name="Picture 4"/>
          <p:cNvPicPr>
            <a:picLocks noChangeAspect="1"/>
          </p:cNvPicPr>
          <p:nvPr/>
        </p:nvPicPr>
        <p:blipFill>
          <a:blip r:embed="rId2"/>
          <a:stretch>
            <a:fillRect/>
          </a:stretch>
        </p:blipFill>
        <p:spPr>
          <a:xfrm>
            <a:off x="4248901" y="970364"/>
            <a:ext cx="7410095" cy="5887636"/>
          </a:xfrm>
          <a:prstGeom prst="rect">
            <a:avLst/>
          </a:prstGeom>
          <a:ln w="9525">
            <a:solidFill>
              <a:schemeClr val="tx1"/>
            </a:solidFill>
          </a:ln>
        </p:spPr>
      </p:pic>
      <p:pic>
        <p:nvPicPr>
          <p:cNvPr id="8" name="Picture 7"/>
          <p:cNvPicPr>
            <a:picLocks noChangeAspect="1"/>
          </p:cNvPicPr>
          <p:nvPr/>
        </p:nvPicPr>
        <p:blipFill>
          <a:blip r:embed="rId3"/>
          <a:stretch>
            <a:fillRect/>
          </a:stretch>
        </p:blipFill>
        <p:spPr>
          <a:xfrm>
            <a:off x="67032" y="1062942"/>
            <a:ext cx="3806555" cy="1363158"/>
          </a:xfrm>
          <a:prstGeom prst="rect">
            <a:avLst/>
          </a:prstGeom>
          <a:ln w="12700">
            <a:solidFill>
              <a:schemeClr val="tx1"/>
            </a:solidFill>
          </a:ln>
        </p:spPr>
      </p:pic>
      <p:sp>
        <p:nvSpPr>
          <p:cNvPr id="3" name="Footer Placeholder 2"/>
          <p:cNvSpPr>
            <a:spLocks noGrp="1"/>
          </p:cNvSpPr>
          <p:nvPr>
            <p:ph type="ftr" sz="quarter" idx="11"/>
          </p:nvPr>
        </p:nvSpPr>
        <p:spPr/>
        <p:txBody>
          <a:bodyPr/>
          <a:lstStyle/>
          <a:p>
            <a:r>
              <a:rPr lang="en-US" dirty="0"/>
              <a:t>Pooja Kumari Design Pattern                                    Unit IV</a:t>
            </a:r>
          </a:p>
        </p:txBody>
      </p:sp>
      <p:sp>
        <p:nvSpPr>
          <p:cNvPr id="11" name="TextBox 10">
            <a:extLst>
              <a:ext uri="{FF2B5EF4-FFF2-40B4-BE49-F238E27FC236}">
                <a16:creationId xmlns:a16="http://schemas.microsoft.com/office/drawing/2014/main" id="{1032A252-494B-D0FC-6AA9-1A380D99822E}"/>
              </a:ext>
            </a:extLst>
          </p:cNvPr>
          <p:cNvSpPr txBox="1"/>
          <p:nvPr/>
        </p:nvSpPr>
        <p:spPr>
          <a:xfrm>
            <a:off x="3835978" y="211268"/>
            <a:ext cx="6146222" cy="523220"/>
          </a:xfrm>
          <a:prstGeom prst="rect">
            <a:avLst/>
          </a:prstGeom>
          <a:noFill/>
        </p:spPr>
        <p:txBody>
          <a:bodyPr wrap="square">
            <a:spAutoFit/>
          </a:bodyPr>
          <a:lstStyle/>
          <a:p>
            <a:pPr algn="ctr">
              <a:spcBef>
                <a:spcPct val="0"/>
              </a:spcBef>
              <a:defRPr/>
            </a:pPr>
            <a:r>
              <a:rPr lang="en-US" sz="2800" dirty="0"/>
              <a:t>Implementation of (Memento  Pattern)  </a:t>
            </a:r>
          </a:p>
        </p:txBody>
      </p:sp>
    </p:spTree>
    <p:extLst>
      <p:ext uri="{BB962C8B-B14F-4D97-AF65-F5344CB8AC3E}">
        <p14:creationId xmlns:p14="http://schemas.microsoft.com/office/powerpoint/2010/main" val="378884515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D2E573F-02A0-48EC-B38F-D918577820F6}"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88</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9" name="Picture 8"/>
          <p:cNvPicPr>
            <a:picLocks noChangeAspect="1"/>
          </p:cNvPicPr>
          <p:nvPr/>
        </p:nvPicPr>
        <p:blipFill>
          <a:blip r:embed="rId2"/>
          <a:stretch>
            <a:fillRect/>
          </a:stretch>
        </p:blipFill>
        <p:spPr>
          <a:xfrm>
            <a:off x="1981200" y="1386804"/>
            <a:ext cx="8398658" cy="4882942"/>
          </a:xfrm>
          <a:prstGeom prst="rect">
            <a:avLst/>
          </a:prstGeom>
          <a:ln w="28575">
            <a:solidFill>
              <a:schemeClr val="tx1"/>
            </a:solidFill>
          </a:ln>
        </p:spPr>
      </p:pic>
      <p:sp>
        <p:nvSpPr>
          <p:cNvPr id="3" name="Footer Placeholder 2"/>
          <p:cNvSpPr>
            <a:spLocks noGrp="1"/>
          </p:cNvSpPr>
          <p:nvPr>
            <p:ph type="ftr" sz="quarter" idx="11"/>
          </p:nvPr>
        </p:nvSpPr>
        <p:spPr/>
        <p:txBody>
          <a:bodyPr/>
          <a:lstStyle/>
          <a:p>
            <a:r>
              <a:rPr lang="en-US"/>
              <a:t>Rajat Kumar                                           Design Pattern                                    Unit IV</a:t>
            </a:r>
            <a:endParaRPr lang="en-US" dirty="0"/>
          </a:p>
        </p:txBody>
      </p:sp>
      <p:sp>
        <p:nvSpPr>
          <p:cNvPr id="10" name="TextBox 9">
            <a:extLst>
              <a:ext uri="{FF2B5EF4-FFF2-40B4-BE49-F238E27FC236}">
                <a16:creationId xmlns:a16="http://schemas.microsoft.com/office/drawing/2014/main" id="{C211BECB-3A47-4782-940E-C13034DDA876}"/>
              </a:ext>
            </a:extLst>
          </p:cNvPr>
          <p:cNvSpPr txBox="1"/>
          <p:nvPr/>
        </p:nvSpPr>
        <p:spPr>
          <a:xfrm>
            <a:off x="3416010" y="230689"/>
            <a:ext cx="6146222" cy="523220"/>
          </a:xfrm>
          <a:prstGeom prst="rect">
            <a:avLst/>
          </a:prstGeom>
          <a:noFill/>
        </p:spPr>
        <p:txBody>
          <a:bodyPr wrap="square">
            <a:spAutoFit/>
          </a:bodyPr>
          <a:lstStyle/>
          <a:p>
            <a:pPr algn="ctr">
              <a:spcBef>
                <a:spcPct val="0"/>
              </a:spcBef>
              <a:defRPr/>
            </a:pPr>
            <a:r>
              <a:rPr lang="en-US" sz="2800" dirty="0"/>
              <a:t>Implementation of (Memento  Pattern)  </a:t>
            </a:r>
          </a:p>
        </p:txBody>
      </p:sp>
    </p:spTree>
    <p:extLst>
      <p:ext uri="{BB962C8B-B14F-4D97-AF65-F5344CB8AC3E}">
        <p14:creationId xmlns:p14="http://schemas.microsoft.com/office/powerpoint/2010/main" val="209756774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0" y="1295400"/>
            <a:ext cx="10591800" cy="3657600"/>
          </a:xfrm>
          <a:solidFill>
            <a:schemeClr val="accent1">
              <a:lumMod val="40000"/>
              <a:lumOff val="60000"/>
            </a:schemeClr>
          </a:solidFill>
          <a:ln w="19050">
            <a:solidFill>
              <a:schemeClr val="tx1"/>
            </a:solidFill>
          </a:ln>
        </p:spPr>
        <p:txBody>
          <a:bodyPr>
            <a:normAutofit/>
          </a:bodyPr>
          <a:lstStyle/>
          <a:p>
            <a:pPr marL="0" indent="0" algn="just">
              <a:buNone/>
            </a:pPr>
            <a:r>
              <a:rPr lang="en-US" sz="2800" dirty="0"/>
              <a:t>Topic </a:t>
            </a:r>
            <a:r>
              <a:rPr lang="en-US" dirty="0"/>
              <a:t>:</a:t>
            </a:r>
            <a:r>
              <a:rPr lang="en-US" dirty="0">
                <a:solidFill>
                  <a:srgbClr val="FF0000"/>
                </a:solidFill>
              </a:rPr>
              <a:t> </a:t>
            </a:r>
            <a:r>
              <a:rPr lang="en-US" dirty="0"/>
              <a:t>Observer Pattern</a:t>
            </a:r>
          </a:p>
          <a:p>
            <a:pPr marL="0" indent="0" algn="just">
              <a:buNone/>
            </a:pPr>
            <a:endParaRPr lang="en-US" sz="2800" dirty="0"/>
          </a:p>
          <a:p>
            <a:pPr algn="just"/>
            <a:r>
              <a:rPr lang="en-US" sz="2800" dirty="0"/>
              <a:t>In this topic, the students will gain ,</a:t>
            </a:r>
            <a:r>
              <a:rPr lang="en-US" dirty="0"/>
              <a:t> An Observer Pattern says that "just define a one-to-one dependency so that when one object changes state, all its dependents are notified and updated automatically".</a:t>
            </a:r>
          </a:p>
        </p:txBody>
      </p:sp>
      <p:sp>
        <p:nvSpPr>
          <p:cNvPr id="4" name="Date Placeholder 3"/>
          <p:cNvSpPr>
            <a:spLocks noGrp="1"/>
          </p:cNvSpPr>
          <p:nvPr>
            <p:ph type="dt" sz="half" idx="10"/>
          </p:nvPr>
        </p:nvSpPr>
        <p:spPr/>
        <p:txBody>
          <a:bodyPr/>
          <a:lstStyle/>
          <a:p>
            <a:fld id="{AD176C33-F4DF-4447-ACCB-AD33917CC99F}" type="datetime1">
              <a:rPr lang="en-US" smtClean="0"/>
              <a:t>10/22/2024</a:t>
            </a:fld>
            <a:endParaRPr lang="en-US" dirty="0"/>
          </a:p>
        </p:txBody>
      </p:sp>
      <p:sp>
        <p:nvSpPr>
          <p:cNvPr id="5" name="Footer Placeholder 4"/>
          <p:cNvSpPr>
            <a:spLocks noGrp="1"/>
          </p:cNvSpPr>
          <p:nvPr>
            <p:ph type="ftr" sz="quarter" idx="11"/>
          </p:nvPr>
        </p:nvSpPr>
        <p:spPr>
          <a:xfrm>
            <a:off x="4343400" y="6248406"/>
            <a:ext cx="4724400" cy="365125"/>
          </a:xfrm>
        </p:spPr>
        <p:txBody>
          <a:bodyPr/>
          <a:lstStyle/>
          <a:p>
            <a:r>
              <a:rPr lang="en-US" dirty="0"/>
              <a:t>Pooja Kumari    Design Pattern                                    Unit IV</a:t>
            </a:r>
          </a:p>
        </p:txBody>
      </p:sp>
      <p:sp>
        <p:nvSpPr>
          <p:cNvPr id="6" name="Slide Number Placeholder 5"/>
          <p:cNvSpPr>
            <a:spLocks noGrp="1"/>
          </p:cNvSpPr>
          <p:nvPr>
            <p:ph type="sldNum" sz="quarter" idx="12"/>
          </p:nvPr>
        </p:nvSpPr>
        <p:spPr/>
        <p:txBody>
          <a:bodyPr/>
          <a:lstStyle/>
          <a:p>
            <a:fld id="{B6F15528-21DE-4FAA-801E-634DDDAF4B2B}" type="slidenum">
              <a:rPr lang="en-US" smtClean="0"/>
              <a:pPr/>
              <a:t>89</a:t>
            </a:fld>
            <a:endParaRPr lang="en-US" dirty="0"/>
          </a:p>
        </p:txBody>
      </p:sp>
      <p:sp>
        <p:nvSpPr>
          <p:cNvPr id="9" name="TextBox 8">
            <a:extLst>
              <a:ext uri="{FF2B5EF4-FFF2-40B4-BE49-F238E27FC236}">
                <a16:creationId xmlns:a16="http://schemas.microsoft.com/office/drawing/2014/main" id="{79EA2C72-C72A-E6B4-C221-822010890979}"/>
              </a:ext>
            </a:extLst>
          </p:cNvPr>
          <p:cNvSpPr txBox="1"/>
          <p:nvPr/>
        </p:nvSpPr>
        <p:spPr>
          <a:xfrm>
            <a:off x="3981451" y="244468"/>
            <a:ext cx="6146222" cy="523220"/>
          </a:xfrm>
          <a:prstGeom prst="rect">
            <a:avLst/>
          </a:prstGeom>
          <a:noFill/>
        </p:spPr>
        <p:txBody>
          <a:bodyPr wrap="square">
            <a:spAutoFit/>
          </a:bodyPr>
          <a:lstStyle/>
          <a:p>
            <a:pPr algn="ctr">
              <a:spcBef>
                <a:spcPct val="0"/>
              </a:spcBef>
              <a:defRPr/>
            </a:pPr>
            <a:r>
              <a:rPr lang="en-US" sz="2800" dirty="0"/>
              <a:t>Topic Objective</a:t>
            </a:r>
          </a:p>
        </p:txBody>
      </p:sp>
    </p:spTree>
    <p:extLst>
      <p:ext uri="{BB962C8B-B14F-4D97-AF65-F5344CB8AC3E}">
        <p14:creationId xmlns:p14="http://schemas.microsoft.com/office/powerpoint/2010/main" val="77317561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E407449-2A2D-4C90-816E-760301226986}"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90</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247650" y="1027609"/>
            <a:ext cx="11696700" cy="5693866"/>
          </a:xfrm>
          <a:prstGeom prst="rect">
            <a:avLst/>
          </a:prstGeom>
          <a:solidFill>
            <a:schemeClr val="accent2">
              <a:lumMod val="20000"/>
              <a:lumOff val="80000"/>
            </a:schemeClr>
          </a:solidFill>
          <a:ln w="28575">
            <a:solidFill>
              <a:schemeClr val="tx1"/>
            </a:solidFill>
          </a:ln>
        </p:spPr>
        <p:txBody>
          <a:bodyPr wrap="square">
            <a:spAutoFit/>
          </a:bodyPr>
          <a:lstStyle/>
          <a:p>
            <a:pPr algn="just"/>
            <a:r>
              <a:rPr lang="en-US" sz="2800" b="1" u="sng" dirty="0">
                <a:latin typeface="+mj-lt"/>
              </a:rPr>
              <a:t> Observer   Pattern:-</a:t>
            </a:r>
          </a:p>
          <a:p>
            <a:pPr marL="457200" indent="-457200" algn="just">
              <a:buFont typeface="Wingdings" panose="05000000000000000000" pitchFamily="2" charset="2"/>
              <a:buChar char="Ø"/>
            </a:pPr>
            <a:r>
              <a:rPr lang="en-US" sz="2800" dirty="0">
                <a:latin typeface="+mj-lt"/>
              </a:rPr>
              <a:t>Observer pattern is used when there is one-to-many relationship between objects such as if one object is modified, its dependent objects are to be notified automatically. Observer pattern falls under behavioral pattern category.</a:t>
            </a:r>
          </a:p>
          <a:p>
            <a:pPr algn="just"/>
            <a:endParaRPr lang="en-US" sz="2800" dirty="0">
              <a:latin typeface="+mj-lt"/>
            </a:endParaRPr>
          </a:p>
          <a:p>
            <a:pPr marL="457200" indent="-457200" algn="just">
              <a:buFont typeface="Wingdings" panose="05000000000000000000" pitchFamily="2" charset="2"/>
              <a:buChar char="Ø"/>
            </a:pPr>
            <a:r>
              <a:rPr lang="en-US" sz="2800" dirty="0">
                <a:latin typeface="+mj-lt"/>
              </a:rPr>
              <a:t>It describes the coupling between the objects and the observers. It provides the support for broadcast-type communications. When the change of a state in one object must be reflected in another object without keeping the objects tight coupled.</a:t>
            </a:r>
          </a:p>
          <a:p>
            <a:pPr algn="just"/>
            <a:endParaRPr lang="en-US" sz="2800" dirty="0">
              <a:latin typeface="+mj-lt"/>
            </a:endParaRPr>
          </a:p>
          <a:p>
            <a:pPr marL="457200" indent="-457200" algn="just">
              <a:buFont typeface="Wingdings" panose="05000000000000000000" pitchFamily="2" charset="2"/>
              <a:buChar char="Ø"/>
            </a:pPr>
            <a:r>
              <a:rPr lang="en-US" sz="2800" dirty="0">
                <a:latin typeface="+mj-lt"/>
              </a:rPr>
              <a:t>When the framework we writes and needs to be enhanced in future with new observers with minimal changes.</a:t>
            </a:r>
          </a:p>
        </p:txBody>
      </p:sp>
      <p:sp>
        <p:nvSpPr>
          <p:cNvPr id="5" name="Footer Placeholder 4"/>
          <p:cNvSpPr>
            <a:spLocks noGrp="1"/>
          </p:cNvSpPr>
          <p:nvPr>
            <p:ph type="ftr" sz="quarter" idx="11"/>
          </p:nvPr>
        </p:nvSpPr>
        <p:spPr/>
        <p:txBody>
          <a:bodyPr/>
          <a:lstStyle/>
          <a:p>
            <a:r>
              <a:rPr lang="en-US" dirty="0"/>
              <a:t>Pooja Kumari Design Pattern                                    Unit IV</a:t>
            </a:r>
          </a:p>
        </p:txBody>
      </p:sp>
      <p:pic>
        <p:nvPicPr>
          <p:cNvPr id="8" name="Picture 7">
            <a:extLst>
              <a:ext uri="{FF2B5EF4-FFF2-40B4-BE49-F238E27FC236}">
                <a16:creationId xmlns:a16="http://schemas.microsoft.com/office/drawing/2014/main" id="{DE285085-64AB-53BF-B8FA-337F5AD6A21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2296392" cy="954107"/>
          </a:xfrm>
          <a:prstGeom prst="rect">
            <a:avLst/>
          </a:prstGeom>
          <a:noFill/>
          <a:ln>
            <a:noFill/>
          </a:ln>
        </p:spPr>
      </p:pic>
      <p:sp>
        <p:nvSpPr>
          <p:cNvPr id="9" name="TextBox 8">
            <a:extLst>
              <a:ext uri="{FF2B5EF4-FFF2-40B4-BE49-F238E27FC236}">
                <a16:creationId xmlns:a16="http://schemas.microsoft.com/office/drawing/2014/main" id="{B0E2A0B2-7703-50FA-7869-3A99070B8C17}"/>
              </a:ext>
            </a:extLst>
          </p:cNvPr>
          <p:cNvSpPr txBox="1"/>
          <p:nvPr/>
        </p:nvSpPr>
        <p:spPr>
          <a:xfrm>
            <a:off x="4647764" y="237710"/>
            <a:ext cx="4537800" cy="954107"/>
          </a:xfrm>
          <a:prstGeom prst="rect">
            <a:avLst/>
          </a:prstGeom>
          <a:noFill/>
        </p:spPr>
        <p:txBody>
          <a:bodyPr wrap="square" rtlCol="0">
            <a:spAutoFit/>
          </a:bodyPr>
          <a:lstStyle/>
          <a:p>
            <a:r>
              <a:rPr lang="en-US" sz="2800" dirty="0"/>
              <a:t>Observer Patterns</a:t>
            </a:r>
          </a:p>
          <a:p>
            <a:endParaRPr lang="en-IN" sz="2800" dirty="0"/>
          </a:p>
        </p:txBody>
      </p:sp>
    </p:spTree>
    <p:extLst>
      <p:ext uri="{BB962C8B-B14F-4D97-AF65-F5344CB8AC3E}">
        <p14:creationId xmlns:p14="http://schemas.microsoft.com/office/powerpoint/2010/main" val="112907443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6B9C46F-6DB5-4FB8-8C5B-3B4D6C5F3E0D}"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91</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2"/>
          <a:stretch>
            <a:fillRect/>
          </a:stretch>
        </p:blipFill>
        <p:spPr>
          <a:xfrm>
            <a:off x="1846142" y="1094509"/>
            <a:ext cx="8802760" cy="5548319"/>
          </a:xfrm>
          <a:prstGeom prst="rect">
            <a:avLst/>
          </a:prstGeom>
          <a:ln w="19050">
            <a:solidFill>
              <a:schemeClr val="tx1"/>
            </a:solidFill>
          </a:ln>
        </p:spPr>
      </p:pic>
      <p:sp>
        <p:nvSpPr>
          <p:cNvPr id="5" name="Footer Placeholder 4"/>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7ABD981C-F85B-F4C1-A9B9-8E0525369F92}"/>
              </a:ext>
            </a:extLst>
          </p:cNvPr>
          <p:cNvSpPr txBox="1"/>
          <p:nvPr/>
        </p:nvSpPr>
        <p:spPr>
          <a:xfrm>
            <a:off x="3581400" y="316467"/>
            <a:ext cx="6146222" cy="523220"/>
          </a:xfrm>
          <a:prstGeom prst="rect">
            <a:avLst/>
          </a:prstGeom>
          <a:noFill/>
        </p:spPr>
        <p:txBody>
          <a:bodyPr wrap="square">
            <a:spAutoFit/>
          </a:bodyPr>
          <a:lstStyle/>
          <a:p>
            <a:r>
              <a:rPr lang="en-US" sz="2800" dirty="0"/>
              <a:t>UML\Structure for Observer  Pattern </a:t>
            </a:r>
            <a:endParaRPr lang="en-IN" sz="2800" dirty="0"/>
          </a:p>
        </p:txBody>
      </p:sp>
    </p:spTree>
    <p:extLst>
      <p:ext uri="{BB962C8B-B14F-4D97-AF65-F5344CB8AC3E}">
        <p14:creationId xmlns:p14="http://schemas.microsoft.com/office/powerpoint/2010/main" val="52130364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A2BC233-F94A-4AA7-8E3A-C0FA37A8E5DB}"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92</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342900" y="1219200"/>
            <a:ext cx="11506200" cy="5262979"/>
          </a:xfrm>
          <a:prstGeom prst="rect">
            <a:avLst/>
          </a:prstGeom>
          <a:solidFill>
            <a:schemeClr val="accent2">
              <a:lumMod val="20000"/>
              <a:lumOff val="80000"/>
            </a:schemeClr>
          </a:solidFill>
          <a:ln w="28575">
            <a:solidFill>
              <a:schemeClr val="tx1"/>
            </a:solidFill>
          </a:ln>
        </p:spPr>
        <p:txBody>
          <a:bodyPr wrap="square">
            <a:spAutoFit/>
          </a:bodyPr>
          <a:lstStyle/>
          <a:p>
            <a:pPr marL="457200" indent="-457200" algn="just">
              <a:buFont typeface="Wingdings" panose="05000000000000000000" pitchFamily="2" charset="2"/>
              <a:buChar char="Ø"/>
            </a:pPr>
            <a:r>
              <a:rPr lang="en-US" sz="2800" dirty="0">
                <a:solidFill>
                  <a:srgbClr val="000000"/>
                </a:solidFill>
                <a:latin typeface="+mj-lt"/>
              </a:rPr>
              <a:t>Observer pattern uses three actor classes  such as  Subject, Observer and Client. Subject is an object having methods to attach and detach observers to a client object. We have created an abstract class Observer and a concrete class Subject that is extending class Observer.</a:t>
            </a:r>
          </a:p>
          <a:p>
            <a:pPr marL="457200" indent="-457200" algn="just">
              <a:buFont typeface="Wingdings" panose="05000000000000000000" pitchFamily="2" charset="2"/>
              <a:buChar char="Ø"/>
            </a:pPr>
            <a:endParaRPr lang="en-US" sz="2800" dirty="0">
              <a:solidFill>
                <a:srgbClr val="000000"/>
              </a:solidFill>
              <a:latin typeface="+mj-lt"/>
            </a:endParaRPr>
          </a:p>
          <a:p>
            <a:pPr marL="457200" indent="-457200" algn="just">
              <a:buFont typeface="Wingdings" panose="05000000000000000000" pitchFamily="2" charset="2"/>
              <a:buChar char="Ø"/>
            </a:pPr>
            <a:r>
              <a:rPr lang="en-US" sz="2800" dirty="0">
                <a:solidFill>
                  <a:srgbClr val="000000"/>
                </a:solidFill>
                <a:latin typeface="+mj-lt"/>
              </a:rPr>
              <a:t>Observer Pattern Demo, our demo class, will use Subject and concrete class object to show observer pattern in action.</a:t>
            </a:r>
          </a:p>
          <a:p>
            <a:pPr marL="457200" indent="-457200" algn="just">
              <a:buFont typeface="Wingdings" panose="05000000000000000000" pitchFamily="2" charset="2"/>
              <a:buChar char="Ø"/>
            </a:pPr>
            <a:endParaRPr lang="en-US" sz="2800" dirty="0">
              <a:solidFill>
                <a:srgbClr val="000000"/>
              </a:solidFill>
              <a:latin typeface="+mj-lt"/>
            </a:endParaRPr>
          </a:p>
          <a:p>
            <a:pPr marL="457200" indent="-457200" algn="just">
              <a:buFont typeface="Wingdings" panose="05000000000000000000" pitchFamily="2" charset="2"/>
              <a:buChar char="Ø"/>
            </a:pPr>
            <a:r>
              <a:rPr lang="en-US" sz="2800" dirty="0">
                <a:solidFill>
                  <a:srgbClr val="000000"/>
                </a:solidFill>
                <a:latin typeface="+mj-lt"/>
              </a:rPr>
              <a:t>Observer pattern is used when there is one-to-many relationship between objects such as if one object is modified, its </a:t>
            </a:r>
            <a:r>
              <a:rPr lang="en-US" sz="2800" dirty="0" err="1">
                <a:solidFill>
                  <a:srgbClr val="000000"/>
                </a:solidFill>
                <a:latin typeface="+mj-lt"/>
              </a:rPr>
              <a:t>depenedent</a:t>
            </a:r>
            <a:r>
              <a:rPr lang="en-US" sz="2800" dirty="0">
                <a:solidFill>
                  <a:srgbClr val="000000"/>
                </a:solidFill>
                <a:latin typeface="+mj-lt"/>
              </a:rPr>
              <a:t> objects are to be notified automatically. Observer pattern falls under behavioral pattern category.</a:t>
            </a:r>
          </a:p>
        </p:txBody>
      </p:sp>
      <p:sp>
        <p:nvSpPr>
          <p:cNvPr id="5" name="Footer Placeholder 4"/>
          <p:cNvSpPr>
            <a:spLocks noGrp="1"/>
          </p:cNvSpPr>
          <p:nvPr>
            <p:ph type="ftr" sz="quarter" idx="11"/>
          </p:nvPr>
        </p:nvSpPr>
        <p:spPr/>
        <p:txBody>
          <a:bodyPr/>
          <a:lstStyle/>
          <a:p>
            <a:r>
              <a:rPr lang="en-US" dirty="0"/>
              <a:t>Pooja Kumari Design Pattern                                    Unit IV</a:t>
            </a:r>
          </a:p>
        </p:txBody>
      </p:sp>
      <p:pic>
        <p:nvPicPr>
          <p:cNvPr id="8" name="Picture 7">
            <a:extLst>
              <a:ext uri="{FF2B5EF4-FFF2-40B4-BE49-F238E27FC236}">
                <a16:creationId xmlns:a16="http://schemas.microsoft.com/office/drawing/2014/main" id="{0A3130AD-98A9-BC60-1075-2FD4C744E2E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2254828" cy="979904"/>
          </a:xfrm>
          <a:prstGeom prst="rect">
            <a:avLst/>
          </a:prstGeom>
          <a:noFill/>
          <a:ln>
            <a:noFill/>
          </a:ln>
        </p:spPr>
      </p:pic>
      <p:sp>
        <p:nvSpPr>
          <p:cNvPr id="10" name="TextBox 9">
            <a:extLst>
              <a:ext uri="{FF2B5EF4-FFF2-40B4-BE49-F238E27FC236}">
                <a16:creationId xmlns:a16="http://schemas.microsoft.com/office/drawing/2014/main" id="{B1AF0F40-B802-A7E0-4756-0A365F44A3B0}"/>
              </a:ext>
            </a:extLst>
          </p:cNvPr>
          <p:cNvSpPr txBox="1"/>
          <p:nvPr/>
        </p:nvSpPr>
        <p:spPr>
          <a:xfrm>
            <a:off x="3640282" y="191155"/>
            <a:ext cx="6146222" cy="523220"/>
          </a:xfrm>
          <a:prstGeom prst="rect">
            <a:avLst/>
          </a:prstGeom>
          <a:noFill/>
        </p:spPr>
        <p:txBody>
          <a:bodyPr wrap="square">
            <a:spAutoFit/>
          </a:bodyPr>
          <a:lstStyle/>
          <a:p>
            <a:pPr algn="ctr">
              <a:spcBef>
                <a:spcPct val="0"/>
              </a:spcBef>
              <a:defRPr/>
            </a:pPr>
            <a:r>
              <a:rPr lang="en-US" sz="2800" dirty="0"/>
              <a:t>Implementation of (Observer  Pattern)  </a:t>
            </a:r>
          </a:p>
        </p:txBody>
      </p:sp>
    </p:spTree>
    <p:extLst>
      <p:ext uri="{BB962C8B-B14F-4D97-AF65-F5344CB8AC3E}">
        <p14:creationId xmlns:p14="http://schemas.microsoft.com/office/powerpoint/2010/main" val="282607018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895E38C-C857-4676-BC7D-1FFFE7420F61}"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93</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2"/>
          <a:stretch>
            <a:fillRect/>
          </a:stretch>
        </p:blipFill>
        <p:spPr>
          <a:xfrm>
            <a:off x="2845558" y="1018309"/>
            <a:ext cx="7314442" cy="5790286"/>
          </a:xfrm>
          <a:prstGeom prst="rect">
            <a:avLst/>
          </a:prstGeom>
          <a:ln w="12700">
            <a:solidFill>
              <a:schemeClr val="tx1"/>
            </a:solidFill>
          </a:ln>
        </p:spPr>
      </p:pic>
      <p:sp>
        <p:nvSpPr>
          <p:cNvPr id="5" name="Footer Placeholder 4"/>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7523B641-A630-EB03-A196-4735EBF57605}"/>
              </a:ext>
            </a:extLst>
          </p:cNvPr>
          <p:cNvSpPr txBox="1"/>
          <p:nvPr/>
        </p:nvSpPr>
        <p:spPr>
          <a:xfrm>
            <a:off x="3706957" y="162578"/>
            <a:ext cx="6146222" cy="523220"/>
          </a:xfrm>
          <a:prstGeom prst="rect">
            <a:avLst/>
          </a:prstGeom>
          <a:noFill/>
        </p:spPr>
        <p:txBody>
          <a:bodyPr wrap="square">
            <a:spAutoFit/>
          </a:bodyPr>
          <a:lstStyle/>
          <a:p>
            <a:pPr algn="ctr">
              <a:spcBef>
                <a:spcPct val="0"/>
              </a:spcBef>
              <a:defRPr/>
            </a:pPr>
            <a:r>
              <a:rPr lang="en-US" sz="2800" dirty="0"/>
              <a:t>Implementation of (Observer  Pattern)  </a:t>
            </a:r>
          </a:p>
        </p:txBody>
      </p:sp>
    </p:spTree>
    <p:extLst>
      <p:ext uri="{BB962C8B-B14F-4D97-AF65-F5344CB8AC3E}">
        <p14:creationId xmlns:p14="http://schemas.microsoft.com/office/powerpoint/2010/main" val="322505645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0E0749D-8F5D-405A-8913-7C590D9B0C4E}"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94</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8" name="TextBox 7"/>
          <p:cNvSpPr txBox="1"/>
          <p:nvPr/>
        </p:nvSpPr>
        <p:spPr>
          <a:xfrm>
            <a:off x="406908" y="925139"/>
            <a:ext cx="3084503" cy="461665"/>
          </a:xfrm>
          <a:prstGeom prst="rect">
            <a:avLst/>
          </a:prstGeom>
          <a:noFill/>
          <a:ln w="12700">
            <a:solidFill>
              <a:schemeClr val="tx1"/>
            </a:solidFill>
          </a:ln>
        </p:spPr>
        <p:txBody>
          <a:bodyPr wrap="square" rtlCol="0">
            <a:spAutoFit/>
          </a:bodyPr>
          <a:lstStyle/>
          <a:p>
            <a:r>
              <a:rPr lang="en-US" sz="2400" dirty="0"/>
              <a:t>Step -1 Cont.……..</a:t>
            </a:r>
          </a:p>
        </p:txBody>
      </p:sp>
      <p:pic>
        <p:nvPicPr>
          <p:cNvPr id="5" name="Picture 4"/>
          <p:cNvPicPr>
            <a:picLocks noChangeAspect="1"/>
          </p:cNvPicPr>
          <p:nvPr/>
        </p:nvPicPr>
        <p:blipFill>
          <a:blip r:embed="rId2"/>
          <a:stretch>
            <a:fillRect/>
          </a:stretch>
        </p:blipFill>
        <p:spPr>
          <a:xfrm>
            <a:off x="2296923" y="1811458"/>
            <a:ext cx="9045954" cy="4505378"/>
          </a:xfrm>
          <a:prstGeom prst="rect">
            <a:avLst/>
          </a:prstGeom>
          <a:ln w="12700">
            <a:solidFill>
              <a:schemeClr val="tx1"/>
            </a:solidFill>
          </a:ln>
        </p:spPr>
      </p:pic>
      <p:sp>
        <p:nvSpPr>
          <p:cNvPr id="3" name="Footer Placeholder 2"/>
          <p:cNvSpPr>
            <a:spLocks noGrp="1"/>
          </p:cNvSpPr>
          <p:nvPr>
            <p:ph type="ftr" sz="quarter" idx="11"/>
          </p:nvPr>
        </p:nvSpPr>
        <p:spPr/>
        <p:txBody>
          <a:bodyPr/>
          <a:lstStyle/>
          <a:p>
            <a:r>
              <a:rPr lang="en-US" dirty="0"/>
              <a:t>Pooja Kumari Design Pattern                                    Unit IV</a:t>
            </a:r>
          </a:p>
        </p:txBody>
      </p:sp>
      <p:sp>
        <p:nvSpPr>
          <p:cNvPr id="11" name="TextBox 10">
            <a:extLst>
              <a:ext uri="{FF2B5EF4-FFF2-40B4-BE49-F238E27FC236}">
                <a16:creationId xmlns:a16="http://schemas.microsoft.com/office/drawing/2014/main" id="{998EFD36-8BE6-07D8-5989-508AF6B69B0F}"/>
              </a:ext>
            </a:extLst>
          </p:cNvPr>
          <p:cNvSpPr txBox="1"/>
          <p:nvPr/>
        </p:nvSpPr>
        <p:spPr>
          <a:xfrm>
            <a:off x="3491411" y="251471"/>
            <a:ext cx="6146222" cy="523220"/>
          </a:xfrm>
          <a:prstGeom prst="rect">
            <a:avLst/>
          </a:prstGeom>
          <a:noFill/>
        </p:spPr>
        <p:txBody>
          <a:bodyPr wrap="square">
            <a:spAutoFit/>
          </a:bodyPr>
          <a:lstStyle/>
          <a:p>
            <a:pPr algn="ctr">
              <a:spcBef>
                <a:spcPct val="0"/>
              </a:spcBef>
              <a:defRPr/>
            </a:pPr>
            <a:r>
              <a:rPr lang="en-US" sz="2800" dirty="0"/>
              <a:t>Implementation of (Observer  Pattern)  </a:t>
            </a:r>
          </a:p>
        </p:txBody>
      </p:sp>
    </p:spTree>
    <p:extLst>
      <p:ext uri="{BB962C8B-B14F-4D97-AF65-F5344CB8AC3E}">
        <p14:creationId xmlns:p14="http://schemas.microsoft.com/office/powerpoint/2010/main" val="228102318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A76C30D-132B-4426-85B3-0D7D290E771E}"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95</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5" name="Picture 4"/>
          <p:cNvPicPr>
            <a:picLocks noChangeAspect="1"/>
          </p:cNvPicPr>
          <p:nvPr/>
        </p:nvPicPr>
        <p:blipFill>
          <a:blip r:embed="rId2"/>
          <a:stretch>
            <a:fillRect/>
          </a:stretch>
        </p:blipFill>
        <p:spPr>
          <a:xfrm>
            <a:off x="2156079" y="1363472"/>
            <a:ext cx="8003921" cy="4294787"/>
          </a:xfrm>
          <a:prstGeom prst="rect">
            <a:avLst/>
          </a:prstGeom>
          <a:ln w="12700">
            <a:solidFill>
              <a:schemeClr val="tx1"/>
            </a:solidFill>
          </a:ln>
        </p:spPr>
      </p:pic>
      <p:sp>
        <p:nvSpPr>
          <p:cNvPr id="3" name="Footer Placeholder 2"/>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F6510518-8F4E-E4D6-7CAE-F751FB0BA196}"/>
              </a:ext>
            </a:extLst>
          </p:cNvPr>
          <p:cNvSpPr txBox="1"/>
          <p:nvPr/>
        </p:nvSpPr>
        <p:spPr>
          <a:xfrm>
            <a:off x="4038600" y="204505"/>
            <a:ext cx="6146222" cy="523220"/>
          </a:xfrm>
          <a:prstGeom prst="rect">
            <a:avLst/>
          </a:prstGeom>
          <a:noFill/>
        </p:spPr>
        <p:txBody>
          <a:bodyPr wrap="square">
            <a:spAutoFit/>
          </a:bodyPr>
          <a:lstStyle/>
          <a:p>
            <a:pPr algn="ctr">
              <a:spcBef>
                <a:spcPct val="0"/>
              </a:spcBef>
              <a:defRPr/>
            </a:pPr>
            <a:r>
              <a:rPr lang="en-US" sz="2800" dirty="0"/>
              <a:t>Implementation of (Observer  Pattern)  </a:t>
            </a:r>
          </a:p>
        </p:txBody>
      </p:sp>
    </p:spTree>
    <p:extLst>
      <p:ext uri="{BB962C8B-B14F-4D97-AF65-F5344CB8AC3E}">
        <p14:creationId xmlns:p14="http://schemas.microsoft.com/office/powerpoint/2010/main" val="404190770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A36DDE7-6DAA-4F0E-9D06-397E345DB90F}"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96</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5" name="Picture 4"/>
          <p:cNvPicPr>
            <a:picLocks noChangeAspect="1"/>
          </p:cNvPicPr>
          <p:nvPr/>
        </p:nvPicPr>
        <p:blipFill>
          <a:blip r:embed="rId2"/>
          <a:stretch>
            <a:fillRect/>
          </a:stretch>
        </p:blipFill>
        <p:spPr>
          <a:xfrm>
            <a:off x="1295400" y="1153846"/>
            <a:ext cx="7641594" cy="5202511"/>
          </a:xfrm>
          <a:prstGeom prst="rect">
            <a:avLst/>
          </a:prstGeom>
          <a:ln w="6350">
            <a:solidFill>
              <a:schemeClr val="tx1"/>
            </a:solidFill>
          </a:ln>
        </p:spPr>
      </p:pic>
      <p:pic>
        <p:nvPicPr>
          <p:cNvPr id="8" name="Picture 7"/>
          <p:cNvPicPr>
            <a:picLocks noChangeAspect="1"/>
          </p:cNvPicPr>
          <p:nvPr/>
        </p:nvPicPr>
        <p:blipFill>
          <a:blip r:embed="rId3"/>
          <a:stretch>
            <a:fillRect/>
          </a:stretch>
        </p:blipFill>
        <p:spPr>
          <a:xfrm>
            <a:off x="8748486" y="1153846"/>
            <a:ext cx="3132183" cy="5202511"/>
          </a:xfrm>
          <a:prstGeom prst="rect">
            <a:avLst/>
          </a:prstGeom>
          <a:ln w="9525">
            <a:solidFill>
              <a:schemeClr val="tx1"/>
            </a:solidFill>
          </a:ln>
        </p:spPr>
      </p:pic>
      <p:sp>
        <p:nvSpPr>
          <p:cNvPr id="3" name="Footer Placeholder 2"/>
          <p:cNvSpPr>
            <a:spLocks noGrp="1"/>
          </p:cNvSpPr>
          <p:nvPr>
            <p:ph type="ftr" sz="quarter" idx="11"/>
          </p:nvPr>
        </p:nvSpPr>
        <p:spPr/>
        <p:txBody>
          <a:bodyPr/>
          <a:lstStyle/>
          <a:p>
            <a:r>
              <a:rPr lang="en-US" dirty="0"/>
              <a:t>Pooja Kumari   Design Pattern                                    Unit IV</a:t>
            </a:r>
          </a:p>
        </p:txBody>
      </p:sp>
      <p:pic>
        <p:nvPicPr>
          <p:cNvPr id="9" name="Picture 8">
            <a:extLst>
              <a:ext uri="{FF2B5EF4-FFF2-40B4-BE49-F238E27FC236}">
                <a16:creationId xmlns:a16="http://schemas.microsoft.com/office/drawing/2014/main" id="{36723E7F-BC6A-C4CC-3BBE-0923E9FE53B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 y="0"/>
            <a:ext cx="2317174" cy="935182"/>
          </a:xfrm>
          <a:prstGeom prst="rect">
            <a:avLst/>
          </a:prstGeom>
          <a:noFill/>
          <a:ln>
            <a:noFill/>
          </a:ln>
        </p:spPr>
      </p:pic>
      <p:sp>
        <p:nvSpPr>
          <p:cNvPr id="11" name="TextBox 10">
            <a:extLst>
              <a:ext uri="{FF2B5EF4-FFF2-40B4-BE49-F238E27FC236}">
                <a16:creationId xmlns:a16="http://schemas.microsoft.com/office/drawing/2014/main" id="{CDE92D47-C28D-43C4-857B-07A60E1F716E}"/>
              </a:ext>
            </a:extLst>
          </p:cNvPr>
          <p:cNvSpPr txBox="1"/>
          <p:nvPr/>
        </p:nvSpPr>
        <p:spPr>
          <a:xfrm>
            <a:off x="3950278" y="162579"/>
            <a:ext cx="6146222" cy="523220"/>
          </a:xfrm>
          <a:prstGeom prst="rect">
            <a:avLst/>
          </a:prstGeom>
          <a:noFill/>
        </p:spPr>
        <p:txBody>
          <a:bodyPr wrap="square">
            <a:spAutoFit/>
          </a:bodyPr>
          <a:lstStyle/>
          <a:p>
            <a:pPr algn="ctr">
              <a:spcBef>
                <a:spcPct val="0"/>
              </a:spcBef>
              <a:defRPr/>
            </a:pPr>
            <a:r>
              <a:rPr lang="en-US" sz="2800" dirty="0"/>
              <a:t>Implementation of (Observer  Pattern)  </a:t>
            </a:r>
          </a:p>
        </p:txBody>
      </p:sp>
    </p:spTree>
    <p:extLst>
      <p:ext uri="{BB962C8B-B14F-4D97-AF65-F5344CB8AC3E}">
        <p14:creationId xmlns:p14="http://schemas.microsoft.com/office/powerpoint/2010/main" val="223677872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0CCF031-C1D8-46A6-B240-39020D008A3B}"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97</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2"/>
          <a:stretch>
            <a:fillRect/>
          </a:stretch>
        </p:blipFill>
        <p:spPr>
          <a:xfrm>
            <a:off x="228600" y="1670420"/>
            <a:ext cx="8417126" cy="5053239"/>
          </a:xfrm>
          <a:prstGeom prst="rect">
            <a:avLst/>
          </a:prstGeom>
          <a:ln w="19050">
            <a:solidFill>
              <a:schemeClr val="tx1"/>
            </a:solidFill>
          </a:ln>
        </p:spPr>
      </p:pic>
      <p:sp>
        <p:nvSpPr>
          <p:cNvPr id="9" name="TextBox 8"/>
          <p:cNvSpPr txBox="1"/>
          <p:nvPr/>
        </p:nvSpPr>
        <p:spPr>
          <a:xfrm>
            <a:off x="406908" y="925139"/>
            <a:ext cx="3084503" cy="461665"/>
          </a:xfrm>
          <a:prstGeom prst="rect">
            <a:avLst/>
          </a:prstGeom>
          <a:noFill/>
          <a:ln w="12700">
            <a:solidFill>
              <a:schemeClr val="tx1"/>
            </a:solidFill>
          </a:ln>
        </p:spPr>
        <p:txBody>
          <a:bodyPr wrap="square" rtlCol="0">
            <a:spAutoFit/>
          </a:bodyPr>
          <a:lstStyle/>
          <a:p>
            <a:r>
              <a:rPr lang="en-US" sz="2400" dirty="0"/>
              <a:t>Step -3 Cont.……..</a:t>
            </a:r>
          </a:p>
        </p:txBody>
      </p:sp>
      <p:pic>
        <p:nvPicPr>
          <p:cNvPr id="10" name="Picture 9"/>
          <p:cNvPicPr>
            <a:picLocks noChangeAspect="1"/>
          </p:cNvPicPr>
          <p:nvPr/>
        </p:nvPicPr>
        <p:blipFill>
          <a:blip r:embed="rId3"/>
          <a:stretch>
            <a:fillRect/>
          </a:stretch>
        </p:blipFill>
        <p:spPr>
          <a:xfrm>
            <a:off x="8645726" y="1670420"/>
            <a:ext cx="3250330" cy="5051062"/>
          </a:xfrm>
          <a:prstGeom prst="rect">
            <a:avLst/>
          </a:prstGeom>
          <a:ln w="9525">
            <a:solidFill>
              <a:schemeClr val="tx1"/>
            </a:solidFill>
          </a:ln>
        </p:spPr>
      </p:pic>
      <p:sp>
        <p:nvSpPr>
          <p:cNvPr id="5" name="Footer Placeholder 4"/>
          <p:cNvSpPr>
            <a:spLocks noGrp="1"/>
          </p:cNvSpPr>
          <p:nvPr>
            <p:ph type="ftr" sz="quarter" idx="11"/>
          </p:nvPr>
        </p:nvSpPr>
        <p:spPr/>
        <p:txBody>
          <a:bodyPr/>
          <a:lstStyle/>
          <a:p>
            <a:r>
              <a:rPr lang="en-US" dirty="0"/>
              <a:t>Pooja Kumari  Design Pattern                                    Unit IV</a:t>
            </a:r>
          </a:p>
        </p:txBody>
      </p:sp>
      <p:sp>
        <p:nvSpPr>
          <p:cNvPr id="12" name="TextBox 11">
            <a:extLst>
              <a:ext uri="{FF2B5EF4-FFF2-40B4-BE49-F238E27FC236}">
                <a16:creationId xmlns:a16="http://schemas.microsoft.com/office/drawing/2014/main" id="{787BD2CE-E6A3-8AE4-AABC-A84A2C8C91BD}"/>
              </a:ext>
            </a:extLst>
          </p:cNvPr>
          <p:cNvSpPr txBox="1"/>
          <p:nvPr/>
        </p:nvSpPr>
        <p:spPr>
          <a:xfrm>
            <a:off x="3395229" y="202391"/>
            <a:ext cx="6146222" cy="523220"/>
          </a:xfrm>
          <a:prstGeom prst="rect">
            <a:avLst/>
          </a:prstGeom>
          <a:noFill/>
        </p:spPr>
        <p:txBody>
          <a:bodyPr wrap="square">
            <a:spAutoFit/>
          </a:bodyPr>
          <a:lstStyle/>
          <a:p>
            <a:pPr algn="ctr">
              <a:spcBef>
                <a:spcPct val="0"/>
              </a:spcBef>
              <a:defRPr/>
            </a:pPr>
            <a:r>
              <a:rPr lang="en-US" sz="2800" dirty="0"/>
              <a:t>Implementation of (Observer  Pattern)  </a:t>
            </a:r>
          </a:p>
        </p:txBody>
      </p:sp>
    </p:spTree>
    <p:extLst>
      <p:ext uri="{BB962C8B-B14F-4D97-AF65-F5344CB8AC3E}">
        <p14:creationId xmlns:p14="http://schemas.microsoft.com/office/powerpoint/2010/main" val="179464843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114F6AB-60EB-4751-951F-5765A3E3814A}"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98</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9" name="TextBox 8"/>
          <p:cNvSpPr txBox="1"/>
          <p:nvPr/>
        </p:nvSpPr>
        <p:spPr>
          <a:xfrm>
            <a:off x="417298" y="1020563"/>
            <a:ext cx="3084503" cy="461665"/>
          </a:xfrm>
          <a:prstGeom prst="rect">
            <a:avLst/>
          </a:prstGeom>
          <a:noFill/>
          <a:ln w="12700">
            <a:solidFill>
              <a:schemeClr val="tx1"/>
            </a:solidFill>
          </a:ln>
        </p:spPr>
        <p:txBody>
          <a:bodyPr wrap="square" rtlCol="0">
            <a:spAutoFit/>
          </a:bodyPr>
          <a:lstStyle/>
          <a:p>
            <a:r>
              <a:rPr lang="en-US" sz="2400" dirty="0"/>
              <a:t>Step -3 Cont.……..</a:t>
            </a:r>
          </a:p>
        </p:txBody>
      </p:sp>
      <p:pic>
        <p:nvPicPr>
          <p:cNvPr id="5" name="Picture 4"/>
          <p:cNvPicPr>
            <a:picLocks noChangeAspect="1"/>
          </p:cNvPicPr>
          <p:nvPr/>
        </p:nvPicPr>
        <p:blipFill>
          <a:blip r:embed="rId2"/>
          <a:stretch>
            <a:fillRect/>
          </a:stretch>
        </p:blipFill>
        <p:spPr>
          <a:xfrm>
            <a:off x="149551" y="1561828"/>
            <a:ext cx="8391888" cy="5194978"/>
          </a:xfrm>
          <a:prstGeom prst="rect">
            <a:avLst/>
          </a:prstGeom>
          <a:ln w="12700">
            <a:solidFill>
              <a:schemeClr val="tx1"/>
            </a:solidFill>
          </a:ln>
        </p:spPr>
      </p:pic>
      <p:pic>
        <p:nvPicPr>
          <p:cNvPr id="8" name="Picture 7"/>
          <p:cNvPicPr>
            <a:picLocks noChangeAspect="1"/>
          </p:cNvPicPr>
          <p:nvPr/>
        </p:nvPicPr>
        <p:blipFill>
          <a:blip r:embed="rId3"/>
          <a:stretch>
            <a:fillRect/>
          </a:stretch>
        </p:blipFill>
        <p:spPr>
          <a:xfrm>
            <a:off x="8458201" y="1561828"/>
            <a:ext cx="3657600" cy="5194978"/>
          </a:xfrm>
          <a:prstGeom prst="rect">
            <a:avLst/>
          </a:prstGeom>
          <a:ln w="9525">
            <a:solidFill>
              <a:schemeClr val="tx1"/>
            </a:solidFill>
          </a:ln>
        </p:spPr>
      </p:pic>
      <p:sp>
        <p:nvSpPr>
          <p:cNvPr id="3" name="Footer Placeholder 2"/>
          <p:cNvSpPr>
            <a:spLocks noGrp="1"/>
          </p:cNvSpPr>
          <p:nvPr>
            <p:ph type="ftr" sz="quarter" idx="11"/>
          </p:nvPr>
        </p:nvSpPr>
        <p:spPr/>
        <p:txBody>
          <a:bodyPr/>
          <a:lstStyle/>
          <a:p>
            <a:r>
              <a:rPr lang="en-US" dirty="0"/>
              <a:t>Pooja Kumari Design Pattern                                    Unit IV</a:t>
            </a:r>
          </a:p>
        </p:txBody>
      </p:sp>
      <p:sp>
        <p:nvSpPr>
          <p:cNvPr id="12" name="TextBox 11">
            <a:extLst>
              <a:ext uri="{FF2B5EF4-FFF2-40B4-BE49-F238E27FC236}">
                <a16:creationId xmlns:a16="http://schemas.microsoft.com/office/drawing/2014/main" id="{062C26F0-55D8-6CB4-64A8-74DC48FCAC00}"/>
              </a:ext>
            </a:extLst>
          </p:cNvPr>
          <p:cNvSpPr txBox="1"/>
          <p:nvPr/>
        </p:nvSpPr>
        <p:spPr>
          <a:xfrm>
            <a:off x="3581400" y="190390"/>
            <a:ext cx="6146222" cy="523220"/>
          </a:xfrm>
          <a:prstGeom prst="rect">
            <a:avLst/>
          </a:prstGeom>
          <a:noFill/>
        </p:spPr>
        <p:txBody>
          <a:bodyPr wrap="square">
            <a:spAutoFit/>
          </a:bodyPr>
          <a:lstStyle/>
          <a:p>
            <a:pPr algn="ctr">
              <a:spcBef>
                <a:spcPct val="0"/>
              </a:spcBef>
              <a:defRPr/>
            </a:pPr>
            <a:r>
              <a:rPr lang="en-US" sz="2800" dirty="0"/>
              <a:t>Implementation of (Observer  Pattern)  </a:t>
            </a:r>
          </a:p>
        </p:txBody>
      </p:sp>
    </p:spTree>
    <p:extLst>
      <p:ext uri="{BB962C8B-B14F-4D97-AF65-F5344CB8AC3E}">
        <p14:creationId xmlns:p14="http://schemas.microsoft.com/office/powerpoint/2010/main" val="90943780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9316E85-72FA-4E34-8F9E-99FD60A49131}"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99</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2"/>
          <a:stretch>
            <a:fillRect/>
          </a:stretch>
        </p:blipFill>
        <p:spPr>
          <a:xfrm>
            <a:off x="2378696" y="971296"/>
            <a:ext cx="7348926" cy="5886704"/>
          </a:xfrm>
          <a:prstGeom prst="rect">
            <a:avLst/>
          </a:prstGeom>
          <a:ln w="12700">
            <a:solidFill>
              <a:schemeClr val="tx1"/>
            </a:solidFill>
          </a:ln>
        </p:spPr>
      </p:pic>
      <p:sp>
        <p:nvSpPr>
          <p:cNvPr id="5" name="Footer Placeholder 4"/>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8DC468D4-07EF-CB27-4265-BD0001462EC2}"/>
              </a:ext>
            </a:extLst>
          </p:cNvPr>
          <p:cNvSpPr txBox="1"/>
          <p:nvPr/>
        </p:nvSpPr>
        <p:spPr>
          <a:xfrm>
            <a:off x="3581400" y="189435"/>
            <a:ext cx="6146222" cy="523220"/>
          </a:xfrm>
          <a:prstGeom prst="rect">
            <a:avLst/>
          </a:prstGeom>
          <a:noFill/>
        </p:spPr>
        <p:txBody>
          <a:bodyPr wrap="square">
            <a:spAutoFit/>
          </a:bodyPr>
          <a:lstStyle/>
          <a:p>
            <a:pPr algn="ctr">
              <a:spcBef>
                <a:spcPct val="0"/>
              </a:spcBef>
              <a:defRPr/>
            </a:pPr>
            <a:r>
              <a:rPr lang="en-US" sz="2800" dirty="0"/>
              <a:t>Implementation of (Observer  Pattern)  </a:t>
            </a:r>
          </a:p>
        </p:txBody>
      </p:sp>
    </p:spTree>
    <p:extLst>
      <p:ext uri="{BB962C8B-B14F-4D97-AF65-F5344CB8AC3E}">
        <p14:creationId xmlns:p14="http://schemas.microsoft.com/office/powerpoint/2010/main" val="18859049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3AED7F3-E3F2-426D-9119-8DE3F2E83D45}"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100</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2"/>
          <a:stretch>
            <a:fillRect/>
          </a:stretch>
        </p:blipFill>
        <p:spPr>
          <a:xfrm>
            <a:off x="1974272" y="1403265"/>
            <a:ext cx="7922998" cy="4420802"/>
          </a:xfrm>
          <a:prstGeom prst="rect">
            <a:avLst/>
          </a:prstGeom>
          <a:ln w="19050">
            <a:solidFill>
              <a:schemeClr val="tx1"/>
            </a:solidFill>
          </a:ln>
        </p:spPr>
      </p:pic>
      <p:sp>
        <p:nvSpPr>
          <p:cNvPr id="5" name="Footer Placeholder 4"/>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462AFC58-E372-05BF-3A90-67C2C2E3E42A}"/>
              </a:ext>
            </a:extLst>
          </p:cNvPr>
          <p:cNvSpPr txBox="1"/>
          <p:nvPr/>
        </p:nvSpPr>
        <p:spPr>
          <a:xfrm>
            <a:off x="3581400" y="162579"/>
            <a:ext cx="6146222" cy="523220"/>
          </a:xfrm>
          <a:prstGeom prst="rect">
            <a:avLst/>
          </a:prstGeom>
          <a:noFill/>
        </p:spPr>
        <p:txBody>
          <a:bodyPr wrap="square">
            <a:spAutoFit/>
          </a:bodyPr>
          <a:lstStyle/>
          <a:p>
            <a:pPr algn="ctr">
              <a:spcBef>
                <a:spcPct val="0"/>
              </a:spcBef>
              <a:defRPr/>
            </a:pPr>
            <a:r>
              <a:rPr lang="en-US" sz="2800" dirty="0"/>
              <a:t>Implementation of (Observer  Pattern)  </a:t>
            </a:r>
          </a:p>
        </p:txBody>
      </p:sp>
    </p:spTree>
    <p:extLst>
      <p:ext uri="{BB962C8B-B14F-4D97-AF65-F5344CB8AC3E}">
        <p14:creationId xmlns:p14="http://schemas.microsoft.com/office/powerpoint/2010/main" val="8904641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23DB5D4-19D2-4850-9A6A-D9DD932BB55E}"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101</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609600" y="856357"/>
            <a:ext cx="11620500" cy="6001643"/>
          </a:xfrm>
          <a:prstGeom prst="rect">
            <a:avLst/>
          </a:prstGeom>
          <a:solidFill>
            <a:schemeClr val="accent2">
              <a:lumMod val="20000"/>
              <a:lumOff val="80000"/>
            </a:schemeClr>
          </a:solidFill>
          <a:ln w="28575">
            <a:solidFill>
              <a:schemeClr val="tx1"/>
            </a:solidFill>
          </a:ln>
        </p:spPr>
        <p:txBody>
          <a:bodyPr wrap="square">
            <a:spAutoFit/>
          </a:bodyPr>
          <a:lstStyle/>
          <a:p>
            <a:pPr algn="just"/>
            <a:r>
              <a:rPr lang="en-US" sz="2400" b="1" dirty="0">
                <a:latin typeface="+mj-lt"/>
              </a:rPr>
              <a:t>Which of the following are levels of design focus that can be used to categorize </a:t>
            </a:r>
            <a:r>
              <a:rPr lang="en-US" sz="2400" b="1" dirty="0" err="1">
                <a:latin typeface="+mj-lt"/>
              </a:rPr>
              <a:t>WebApp</a:t>
            </a:r>
            <a:r>
              <a:rPr lang="en-US" sz="2400" b="1" dirty="0">
                <a:latin typeface="+mj-lt"/>
              </a:rPr>
              <a:t> patterns? </a:t>
            </a:r>
          </a:p>
          <a:p>
            <a:pPr marL="457200" indent="-457200" algn="just">
              <a:buFont typeface="+mj-lt"/>
              <a:buAutoNum type="alphaUcPeriod"/>
            </a:pPr>
            <a:r>
              <a:rPr lang="en-US" sz="2400" b="1" dirty="0">
                <a:latin typeface="+mj-lt"/>
              </a:rPr>
              <a:t> </a:t>
            </a:r>
            <a:r>
              <a:rPr lang="en-US" sz="2400" dirty="0">
                <a:latin typeface="+mj-lt"/>
              </a:rPr>
              <a:t>Behavioral patterns</a:t>
            </a:r>
          </a:p>
          <a:p>
            <a:pPr marL="457200" indent="-457200" algn="just">
              <a:buFont typeface="+mj-lt"/>
              <a:buAutoNum type="alphaUcPeriod"/>
            </a:pPr>
            <a:r>
              <a:rPr lang="en-US" sz="2400" dirty="0">
                <a:latin typeface="+mj-lt"/>
              </a:rPr>
              <a:t> Functional patterns</a:t>
            </a:r>
          </a:p>
          <a:p>
            <a:pPr marL="457200" indent="-457200" algn="just">
              <a:buFont typeface="+mj-lt"/>
              <a:buAutoNum type="alphaUcPeriod"/>
            </a:pPr>
            <a:r>
              <a:rPr lang="en-US" sz="2400" dirty="0">
                <a:latin typeface="+mj-lt"/>
              </a:rPr>
              <a:t> Layout patterns</a:t>
            </a:r>
          </a:p>
          <a:p>
            <a:pPr marL="457200" indent="-457200" algn="just">
              <a:buFont typeface="+mj-lt"/>
              <a:buAutoNum type="alphaUcPeriod"/>
            </a:pPr>
            <a:r>
              <a:rPr lang="en-US" sz="2400" dirty="0">
                <a:latin typeface="+mj-lt"/>
              </a:rPr>
              <a:t> Navigation patterns</a:t>
            </a:r>
          </a:p>
          <a:p>
            <a:pPr marL="457200" indent="-457200" algn="just">
              <a:buFont typeface="+mj-lt"/>
              <a:buAutoNum type="alphaUcPeriod"/>
            </a:pPr>
            <a:r>
              <a:rPr lang="en-US" sz="2400" dirty="0">
                <a:latin typeface="+mj-lt"/>
              </a:rPr>
              <a:t> Both b and d</a:t>
            </a:r>
          </a:p>
          <a:p>
            <a:pPr algn="just"/>
            <a:r>
              <a:rPr lang="en-US" sz="2400" b="1" dirty="0">
                <a:latin typeface="+mj-lt"/>
              </a:rPr>
              <a:t>Which of the following describes the Facade pattern correctly? </a:t>
            </a:r>
          </a:p>
          <a:p>
            <a:pPr marL="457200" indent="-457200" algn="just">
              <a:buFont typeface="+mj-lt"/>
              <a:buAutoNum type="alphaUcPeriod"/>
            </a:pPr>
            <a:r>
              <a:rPr lang="en-US" sz="2400" b="1" dirty="0">
                <a:latin typeface="+mj-lt"/>
              </a:rPr>
              <a:t> </a:t>
            </a:r>
            <a:r>
              <a:rPr lang="en-US" sz="2400" dirty="0">
                <a:latin typeface="+mj-lt"/>
              </a:rPr>
              <a:t>This pattern allows a user to add new functionality to an existing object without altering its structure</a:t>
            </a:r>
          </a:p>
          <a:p>
            <a:pPr marL="457200" indent="-457200" algn="just">
              <a:buFont typeface="+mj-lt"/>
              <a:buAutoNum type="alphaUcPeriod"/>
            </a:pPr>
            <a:r>
              <a:rPr lang="en-US" sz="2400" dirty="0">
                <a:latin typeface="+mj-lt"/>
              </a:rPr>
              <a:t> This pattern is used where we need to treat a group of objects in similar way as a single object</a:t>
            </a:r>
          </a:p>
          <a:p>
            <a:pPr marL="457200" indent="-457200" algn="just">
              <a:buFont typeface="+mj-lt"/>
              <a:buAutoNum type="alphaUcPeriod"/>
            </a:pPr>
            <a:r>
              <a:rPr lang="en-US" sz="2400" dirty="0">
                <a:latin typeface="+mj-lt"/>
              </a:rPr>
              <a:t> This pattern hides the complexities of the system and provides an interface to the client using which the client can access the system</a:t>
            </a:r>
          </a:p>
          <a:p>
            <a:pPr marL="457200" indent="-457200" algn="just">
              <a:buFont typeface="+mj-lt"/>
              <a:buAutoNum type="alphaUcPeriod"/>
            </a:pPr>
            <a:r>
              <a:rPr lang="en-US" sz="2400" dirty="0">
                <a:latin typeface="+mj-lt"/>
              </a:rPr>
              <a:t> This pattern is primarily used to reduce the number of objects created and to decrease memory footprint and increase performance</a:t>
            </a:r>
          </a:p>
        </p:txBody>
      </p:sp>
      <p:sp>
        <p:nvSpPr>
          <p:cNvPr id="5" name="Footer Placeholder 4"/>
          <p:cNvSpPr>
            <a:spLocks noGrp="1"/>
          </p:cNvSpPr>
          <p:nvPr>
            <p:ph type="ftr" sz="quarter" idx="11"/>
          </p:nvPr>
        </p:nvSpPr>
        <p:spPr/>
        <p:txBody>
          <a:bodyPr/>
          <a:lstStyle/>
          <a:p>
            <a:r>
              <a:rPr lang="en-US" dirty="0"/>
              <a:t>Pooja Kumari Design Pattern                                    Unit IV</a:t>
            </a:r>
          </a:p>
        </p:txBody>
      </p:sp>
      <p:pic>
        <p:nvPicPr>
          <p:cNvPr id="8" name="Picture 7">
            <a:extLst>
              <a:ext uri="{FF2B5EF4-FFF2-40B4-BE49-F238E27FC236}">
                <a16:creationId xmlns:a16="http://schemas.microsoft.com/office/drawing/2014/main" id="{0FD5F5AA-214D-A4E9-EE69-F50261A7F80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2232838" cy="856357"/>
          </a:xfrm>
          <a:prstGeom prst="rect">
            <a:avLst/>
          </a:prstGeom>
          <a:noFill/>
          <a:ln>
            <a:noFill/>
          </a:ln>
        </p:spPr>
      </p:pic>
      <p:sp>
        <p:nvSpPr>
          <p:cNvPr id="10" name="TextBox 9">
            <a:extLst>
              <a:ext uri="{FF2B5EF4-FFF2-40B4-BE49-F238E27FC236}">
                <a16:creationId xmlns:a16="http://schemas.microsoft.com/office/drawing/2014/main" id="{3C502914-64FD-7661-DEA8-37A8648328A5}"/>
              </a:ext>
            </a:extLst>
          </p:cNvPr>
          <p:cNvSpPr txBox="1"/>
          <p:nvPr/>
        </p:nvSpPr>
        <p:spPr>
          <a:xfrm>
            <a:off x="3655002" y="147846"/>
            <a:ext cx="6146222" cy="523220"/>
          </a:xfrm>
          <a:prstGeom prst="rect">
            <a:avLst/>
          </a:prstGeom>
          <a:noFill/>
        </p:spPr>
        <p:txBody>
          <a:bodyPr wrap="square">
            <a:spAutoFit/>
          </a:bodyPr>
          <a:lstStyle/>
          <a:p>
            <a:pPr algn="ctr">
              <a:spcBef>
                <a:spcPct val="0"/>
              </a:spcBef>
              <a:defRPr/>
            </a:pPr>
            <a:r>
              <a:rPr lang="en-US" sz="2800" dirty="0"/>
              <a:t>Daily Quiz</a:t>
            </a:r>
          </a:p>
        </p:txBody>
      </p:sp>
    </p:spTree>
    <p:extLst>
      <p:ext uri="{BB962C8B-B14F-4D97-AF65-F5344CB8AC3E}">
        <p14:creationId xmlns:p14="http://schemas.microsoft.com/office/powerpoint/2010/main" val="239680747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10F0EF4-4992-425F-8FB0-AD32956CFFE6}"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102</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419100" y="1093378"/>
            <a:ext cx="11353800" cy="5632311"/>
          </a:xfrm>
          <a:prstGeom prst="rect">
            <a:avLst/>
          </a:prstGeom>
          <a:solidFill>
            <a:schemeClr val="accent2">
              <a:lumMod val="20000"/>
              <a:lumOff val="80000"/>
            </a:schemeClr>
          </a:solidFill>
          <a:ln w="28575">
            <a:solidFill>
              <a:schemeClr val="tx1"/>
            </a:solidFill>
          </a:ln>
        </p:spPr>
        <p:txBody>
          <a:bodyPr wrap="square">
            <a:spAutoFit/>
          </a:bodyPr>
          <a:lstStyle/>
          <a:p>
            <a:pPr algn="just"/>
            <a:r>
              <a:rPr lang="en-US" sz="2400" b="1" dirty="0">
                <a:latin typeface="+mj-lt"/>
              </a:rPr>
              <a:t>The use of design patterns for the development of object-oriented software has important implications for </a:t>
            </a:r>
          </a:p>
          <a:p>
            <a:pPr marL="457200" indent="-457200" algn="just">
              <a:buFont typeface="+mj-lt"/>
              <a:buAutoNum type="alphaUcPeriod"/>
            </a:pPr>
            <a:r>
              <a:rPr lang="en-US" sz="2400" b="1" dirty="0">
                <a:latin typeface="+mj-lt"/>
              </a:rPr>
              <a:t> </a:t>
            </a:r>
            <a:r>
              <a:rPr lang="en-US" sz="2400" dirty="0">
                <a:latin typeface="+mj-lt"/>
              </a:rPr>
              <a:t>Component-based software engineering</a:t>
            </a:r>
          </a:p>
          <a:p>
            <a:pPr marL="457200" indent="-457200" algn="just">
              <a:buFont typeface="+mj-lt"/>
              <a:buAutoNum type="alphaUcPeriod"/>
            </a:pPr>
            <a:r>
              <a:rPr lang="en-US" sz="2400" dirty="0">
                <a:latin typeface="+mj-lt"/>
              </a:rPr>
              <a:t> Reusability in general</a:t>
            </a:r>
          </a:p>
          <a:p>
            <a:pPr marL="457200" indent="-457200" algn="just">
              <a:buFont typeface="+mj-lt"/>
              <a:buAutoNum type="alphaUcPeriod"/>
            </a:pPr>
            <a:r>
              <a:rPr lang="en-US" sz="2400" dirty="0">
                <a:latin typeface="+mj-lt"/>
              </a:rPr>
              <a:t> All of the above</a:t>
            </a:r>
          </a:p>
          <a:p>
            <a:pPr marL="457200" indent="-457200" algn="just">
              <a:buFont typeface="+mj-lt"/>
              <a:buAutoNum type="alphaUcPeriod"/>
            </a:pPr>
            <a:r>
              <a:rPr lang="en-US" sz="2400" dirty="0">
                <a:latin typeface="+mj-lt"/>
              </a:rPr>
              <a:t> None of the above</a:t>
            </a:r>
            <a:endParaRPr lang="en-US" sz="2400" dirty="0"/>
          </a:p>
          <a:p>
            <a:pPr marL="457200" indent="-457200" algn="just">
              <a:buFont typeface="+mj-lt"/>
              <a:buAutoNum type="alphaUcPeriod"/>
            </a:pPr>
            <a:endParaRPr lang="en-US" sz="2400" dirty="0">
              <a:latin typeface="+mj-lt"/>
            </a:endParaRPr>
          </a:p>
          <a:p>
            <a:pPr algn="just"/>
            <a:endParaRPr lang="en-US" sz="2400" dirty="0">
              <a:latin typeface="+mj-lt"/>
            </a:endParaRPr>
          </a:p>
          <a:p>
            <a:pPr algn="just"/>
            <a:r>
              <a:rPr lang="en-US" sz="2400" b="1" dirty="0">
                <a:latin typeface="+mj-lt"/>
              </a:rPr>
              <a:t>Attach additional responsibilities to an object dynamically. It provides a flexible alternative to sub classing for extending functionality. </a:t>
            </a:r>
          </a:p>
          <a:p>
            <a:pPr algn="just"/>
            <a:endParaRPr lang="en-US" sz="2400" b="1" dirty="0">
              <a:latin typeface="+mj-lt"/>
            </a:endParaRPr>
          </a:p>
          <a:p>
            <a:pPr marL="457200" indent="-457200" algn="just">
              <a:buFont typeface="+mj-lt"/>
              <a:buAutoNum type="alphaUcPeriod"/>
            </a:pPr>
            <a:r>
              <a:rPr lang="en-US" sz="2400" b="1" dirty="0">
                <a:latin typeface="+mj-lt"/>
              </a:rPr>
              <a:t> </a:t>
            </a:r>
            <a:r>
              <a:rPr lang="en-US" sz="2400" dirty="0">
                <a:latin typeface="+mj-lt"/>
              </a:rPr>
              <a:t>Chain of responsibility</a:t>
            </a:r>
          </a:p>
          <a:p>
            <a:pPr marL="457200" indent="-457200" algn="just">
              <a:buFont typeface="+mj-lt"/>
              <a:buAutoNum type="alphaUcPeriod"/>
            </a:pPr>
            <a:r>
              <a:rPr lang="en-US" sz="2400" dirty="0">
                <a:latin typeface="+mj-lt"/>
              </a:rPr>
              <a:t> Adapter</a:t>
            </a:r>
          </a:p>
          <a:p>
            <a:pPr marL="457200" indent="-457200" algn="just">
              <a:buFont typeface="+mj-lt"/>
              <a:buAutoNum type="alphaUcPeriod"/>
            </a:pPr>
            <a:r>
              <a:rPr lang="en-US" sz="2400" dirty="0">
                <a:latin typeface="+mj-lt"/>
              </a:rPr>
              <a:t> Decorator</a:t>
            </a:r>
          </a:p>
          <a:p>
            <a:pPr marL="457200" indent="-457200" algn="just">
              <a:buFont typeface="+mj-lt"/>
              <a:buAutoNum type="alphaUcPeriod"/>
            </a:pPr>
            <a:r>
              <a:rPr lang="en-US" sz="2400" dirty="0">
                <a:latin typeface="+mj-lt"/>
              </a:rPr>
              <a:t> Composite</a:t>
            </a:r>
          </a:p>
        </p:txBody>
      </p:sp>
      <p:sp>
        <p:nvSpPr>
          <p:cNvPr id="5" name="Footer Placeholder 4"/>
          <p:cNvSpPr>
            <a:spLocks noGrp="1"/>
          </p:cNvSpPr>
          <p:nvPr>
            <p:ph type="ftr" sz="quarter" idx="11"/>
          </p:nvPr>
        </p:nvSpPr>
        <p:spPr/>
        <p:txBody>
          <a:bodyPr/>
          <a:lstStyle/>
          <a:p>
            <a:r>
              <a:rPr lang="en-US" dirty="0"/>
              <a:t>Pooja Kumari Design Pattern                                    Unit IV</a:t>
            </a:r>
          </a:p>
        </p:txBody>
      </p:sp>
      <p:pic>
        <p:nvPicPr>
          <p:cNvPr id="8" name="Picture 7">
            <a:extLst>
              <a:ext uri="{FF2B5EF4-FFF2-40B4-BE49-F238E27FC236}">
                <a16:creationId xmlns:a16="http://schemas.microsoft.com/office/drawing/2014/main" id="{66975970-60B2-45A9-B7F3-9EC4D39292B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2286001" cy="871870"/>
          </a:xfrm>
          <a:prstGeom prst="rect">
            <a:avLst/>
          </a:prstGeom>
          <a:noFill/>
          <a:ln>
            <a:noFill/>
          </a:ln>
        </p:spPr>
      </p:pic>
      <p:sp>
        <p:nvSpPr>
          <p:cNvPr id="10" name="TextBox 9">
            <a:extLst>
              <a:ext uri="{FF2B5EF4-FFF2-40B4-BE49-F238E27FC236}">
                <a16:creationId xmlns:a16="http://schemas.microsoft.com/office/drawing/2014/main" id="{1EB57477-2B72-D8A2-2133-9D81E7C97196}"/>
              </a:ext>
            </a:extLst>
          </p:cNvPr>
          <p:cNvSpPr txBox="1"/>
          <p:nvPr/>
        </p:nvSpPr>
        <p:spPr>
          <a:xfrm>
            <a:off x="3423683" y="143227"/>
            <a:ext cx="6145618" cy="523220"/>
          </a:xfrm>
          <a:prstGeom prst="rect">
            <a:avLst/>
          </a:prstGeom>
          <a:noFill/>
        </p:spPr>
        <p:txBody>
          <a:bodyPr wrap="square">
            <a:spAutoFit/>
          </a:bodyPr>
          <a:lstStyle/>
          <a:p>
            <a:pPr algn="ctr">
              <a:spcBef>
                <a:spcPct val="0"/>
              </a:spcBef>
              <a:defRPr/>
            </a:pPr>
            <a:r>
              <a:rPr lang="en-US" sz="2800" dirty="0"/>
              <a:t>Daily Quiz</a:t>
            </a:r>
          </a:p>
        </p:txBody>
      </p:sp>
    </p:spTree>
    <p:extLst>
      <p:ext uri="{BB962C8B-B14F-4D97-AF65-F5344CB8AC3E}">
        <p14:creationId xmlns:p14="http://schemas.microsoft.com/office/powerpoint/2010/main" val="377323071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C47124A-3455-4C67-8164-8544DE71EFF7}"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103</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685800" y="1143000"/>
            <a:ext cx="11353800" cy="4031873"/>
          </a:xfrm>
          <a:prstGeom prst="rect">
            <a:avLst/>
          </a:prstGeom>
          <a:solidFill>
            <a:schemeClr val="accent2">
              <a:lumMod val="20000"/>
              <a:lumOff val="80000"/>
            </a:schemeClr>
          </a:solidFill>
          <a:ln w="28575">
            <a:solidFill>
              <a:schemeClr val="tx1"/>
            </a:solidFill>
          </a:ln>
        </p:spPr>
        <p:txBody>
          <a:bodyPr wrap="square">
            <a:spAutoFit/>
          </a:bodyPr>
          <a:lstStyle/>
          <a:p>
            <a:pPr marL="457200" indent="-457200">
              <a:buFont typeface="+mj-lt"/>
              <a:buAutoNum type="arabicPeriod"/>
            </a:pPr>
            <a:r>
              <a:rPr lang="en-US" sz="3200" dirty="0">
                <a:latin typeface="+mj-lt"/>
              </a:rPr>
              <a:t>Explain the Chain of Responsibility Pattern? </a:t>
            </a:r>
            <a:endParaRPr lang="en-US" sz="3200" dirty="0"/>
          </a:p>
          <a:p>
            <a:pPr marL="457200" indent="-457200">
              <a:buFont typeface="+mj-lt"/>
              <a:buAutoNum type="arabicPeriod"/>
            </a:pPr>
            <a:r>
              <a:rPr lang="en-US" sz="3200" dirty="0"/>
              <a:t>Explain the advantage of Chain of Responsibilities Pattern and when it is used?.</a:t>
            </a:r>
            <a:endParaRPr lang="en-US" sz="3200" dirty="0">
              <a:latin typeface="+mj-lt"/>
            </a:endParaRPr>
          </a:p>
          <a:p>
            <a:pPr marL="457200" indent="-457200">
              <a:buFont typeface="+mj-lt"/>
              <a:buAutoNum type="arabicPeriod"/>
            </a:pPr>
            <a:r>
              <a:rPr lang="en-US" sz="3200" dirty="0"/>
              <a:t>How is Bridge pattern is different from the Adapter pattern?</a:t>
            </a:r>
          </a:p>
          <a:p>
            <a:pPr marL="457200" indent="-457200">
              <a:buFont typeface="+mj-lt"/>
              <a:buAutoNum type="arabicPeriod"/>
            </a:pPr>
            <a:r>
              <a:rPr lang="en-US" sz="3200" dirty="0"/>
              <a:t>What's the difference between the Dependency Injection and Service Locator patterns?</a:t>
            </a:r>
          </a:p>
          <a:p>
            <a:pPr marL="457200" indent="-457200">
              <a:buFont typeface="+mj-lt"/>
              <a:buAutoNum type="arabicPeriod"/>
            </a:pPr>
            <a:r>
              <a:rPr lang="en-US" sz="3200" dirty="0"/>
              <a:t>Explain the Intercepting Filter Design Pattern and also mention its benefits?</a:t>
            </a:r>
          </a:p>
        </p:txBody>
      </p:sp>
      <p:sp>
        <p:nvSpPr>
          <p:cNvPr id="5" name="Footer Placeholder 4"/>
          <p:cNvSpPr>
            <a:spLocks noGrp="1"/>
          </p:cNvSpPr>
          <p:nvPr>
            <p:ph type="ftr" sz="quarter" idx="11"/>
          </p:nvPr>
        </p:nvSpPr>
        <p:spPr/>
        <p:txBody>
          <a:bodyPr/>
          <a:lstStyle/>
          <a:p>
            <a:r>
              <a:rPr lang="en-US" dirty="0"/>
              <a:t>Pooja Kumari Design Pattern                                    Unit IV</a:t>
            </a:r>
          </a:p>
        </p:txBody>
      </p:sp>
      <p:pic>
        <p:nvPicPr>
          <p:cNvPr id="8" name="Picture 7">
            <a:extLst>
              <a:ext uri="{FF2B5EF4-FFF2-40B4-BE49-F238E27FC236}">
                <a16:creationId xmlns:a16="http://schemas.microsoft.com/office/drawing/2014/main" id="{BF6C198A-7584-24DA-9699-27ADFAF38BF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2286001" cy="988828"/>
          </a:xfrm>
          <a:prstGeom prst="rect">
            <a:avLst/>
          </a:prstGeom>
          <a:noFill/>
          <a:ln>
            <a:noFill/>
          </a:ln>
        </p:spPr>
      </p:pic>
      <p:sp>
        <p:nvSpPr>
          <p:cNvPr id="10" name="TextBox 9">
            <a:extLst>
              <a:ext uri="{FF2B5EF4-FFF2-40B4-BE49-F238E27FC236}">
                <a16:creationId xmlns:a16="http://schemas.microsoft.com/office/drawing/2014/main" id="{5271ABE5-095F-8D93-BFAF-7B5143AD1568}"/>
              </a:ext>
            </a:extLst>
          </p:cNvPr>
          <p:cNvSpPr txBox="1"/>
          <p:nvPr/>
        </p:nvSpPr>
        <p:spPr>
          <a:xfrm>
            <a:off x="4038600" y="158233"/>
            <a:ext cx="6145618" cy="523220"/>
          </a:xfrm>
          <a:prstGeom prst="rect">
            <a:avLst/>
          </a:prstGeom>
          <a:noFill/>
        </p:spPr>
        <p:txBody>
          <a:bodyPr wrap="square">
            <a:spAutoFit/>
          </a:bodyPr>
          <a:lstStyle/>
          <a:p>
            <a:pPr algn="ctr">
              <a:spcBef>
                <a:spcPct val="0"/>
              </a:spcBef>
              <a:defRPr/>
            </a:pPr>
            <a:r>
              <a:rPr lang="en-US" sz="2800" dirty="0"/>
              <a:t>Weekly Assignment </a:t>
            </a:r>
          </a:p>
        </p:txBody>
      </p:sp>
    </p:spTree>
    <p:extLst>
      <p:ext uri="{BB962C8B-B14F-4D97-AF65-F5344CB8AC3E}">
        <p14:creationId xmlns:p14="http://schemas.microsoft.com/office/powerpoint/2010/main" val="360200500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D9378C3-6086-49E3-9685-51072FA75DAB}" type="datetime1">
              <a:rPr lang="en-US" smtClean="0"/>
              <a:t>10/22/2024</a:t>
            </a:fld>
            <a:endParaRPr lang="en-US" dirty="0"/>
          </a:p>
        </p:txBody>
      </p:sp>
      <p:sp>
        <p:nvSpPr>
          <p:cNvPr id="5" name="Footer Placeholder 4"/>
          <p:cNvSpPr>
            <a:spLocks noGrp="1"/>
          </p:cNvSpPr>
          <p:nvPr>
            <p:ph type="ftr" sz="quarter" idx="11"/>
          </p:nvPr>
        </p:nvSpPr>
        <p:spPr>
          <a:xfrm>
            <a:off x="4100946" y="6286763"/>
            <a:ext cx="5029200" cy="365125"/>
          </a:xfrm>
        </p:spPr>
        <p:txBody>
          <a:bodyPr/>
          <a:lstStyle/>
          <a:p>
            <a:r>
              <a:rPr lang="en-US" dirty="0"/>
              <a:t>Pooja Kumari Design Pattern                                    Unit IV</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104</a:t>
            </a:fld>
            <a:endParaRPr lang="en-US" dirty="0"/>
          </a:p>
        </p:txBody>
      </p:sp>
      <p:sp>
        <p:nvSpPr>
          <p:cNvPr id="9" name="Content Placeholder 2"/>
          <p:cNvSpPr>
            <a:spLocks noGrp="1"/>
          </p:cNvSpPr>
          <p:nvPr>
            <p:ph idx="1"/>
          </p:nvPr>
        </p:nvSpPr>
        <p:spPr>
          <a:xfrm>
            <a:off x="914400" y="1066800"/>
            <a:ext cx="11049000" cy="4525963"/>
          </a:xfrm>
        </p:spPr>
        <p:txBody>
          <a:bodyPr>
            <a:normAutofit/>
          </a:bodyPr>
          <a:lstStyle/>
          <a:p>
            <a:pPr marL="0" indent="0" algn="just">
              <a:buNone/>
            </a:pPr>
            <a:endParaRPr lang="en-US" sz="2800" dirty="0"/>
          </a:p>
          <a:p>
            <a:pPr>
              <a:buNone/>
            </a:pPr>
            <a:endParaRPr lang="en-US" dirty="0"/>
          </a:p>
        </p:txBody>
      </p:sp>
      <p:sp>
        <p:nvSpPr>
          <p:cNvPr id="8" name="Content Placeholder 2"/>
          <p:cNvSpPr txBox="1">
            <a:spLocks/>
          </p:cNvSpPr>
          <p:nvPr/>
        </p:nvSpPr>
        <p:spPr>
          <a:xfrm>
            <a:off x="239486" y="1062445"/>
            <a:ext cx="11734800" cy="4525963"/>
          </a:xfrm>
          <a:prstGeom prst="rect">
            <a:avLst/>
          </a:prstGeom>
          <a:solidFill>
            <a:schemeClr val="accent4">
              <a:lumMod val="40000"/>
              <a:lumOff val="60000"/>
            </a:schemeClr>
          </a:solidFill>
          <a:ln w="19050">
            <a:solidFill>
              <a:schemeClr val="tx1"/>
            </a:solidFill>
          </a:ln>
        </p:spPr>
        <p:txBody>
          <a:bodyPr vert="horz" lIns="91440" tIns="45720" rIns="91440" bIns="45720" rtlCol="0">
            <a:normAutofit/>
          </a:bodyPr>
          <a:lstStyle>
            <a:lvl1pPr marL="342891" indent="-342891" algn="l" defTabSz="914377"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2" indent="-285744" algn="l" defTabSz="914377"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1" indent="-228594" algn="l" defTabSz="914377"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9"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200000"/>
              </a:lnSpc>
              <a:buNone/>
            </a:pPr>
            <a:r>
              <a:rPr lang="en-US" sz="2800" u="sng" dirty="0"/>
              <a:t>YouTube  /other  Video Links</a:t>
            </a:r>
          </a:p>
          <a:p>
            <a:pPr>
              <a:lnSpc>
                <a:spcPct val="200000"/>
              </a:lnSpc>
            </a:pPr>
            <a:r>
              <a:rPr lang="en-IN" sz="2800" dirty="0">
                <a:solidFill>
                  <a:schemeClr val="tx2"/>
                </a:solidFill>
              </a:rPr>
              <a:t>https://youtu.be/rI4kdGLaUiQ?list=PL6n9fhu94yhUbctIoxoVTrklN3LMwTCmd</a:t>
            </a:r>
          </a:p>
          <a:p>
            <a:pPr>
              <a:lnSpc>
                <a:spcPct val="200000"/>
              </a:lnSpc>
            </a:pPr>
            <a:r>
              <a:rPr lang="en-IN" sz="2800" dirty="0">
                <a:solidFill>
                  <a:schemeClr val="tx2"/>
                </a:solidFill>
              </a:rPr>
              <a:t>https://youtu.be/v9ejT8FO-7I?list=PLrhzvIcii6GNjpARdnO4ueTUAVR9eMBpc</a:t>
            </a:r>
          </a:p>
          <a:p>
            <a:pPr>
              <a:lnSpc>
                <a:spcPct val="200000"/>
              </a:lnSpc>
            </a:pPr>
            <a:r>
              <a:rPr lang="en-IN" sz="2800" dirty="0">
                <a:solidFill>
                  <a:schemeClr val="tx2"/>
                </a:solidFill>
              </a:rPr>
              <a:t>https://youtu.be/VGLjQuEQgkI?list=PLt4nG7RVVk1h9lxOYSOGI9pcP3I5oblbx</a:t>
            </a:r>
          </a:p>
        </p:txBody>
      </p:sp>
      <p:pic>
        <p:nvPicPr>
          <p:cNvPr id="2" name="Picture 1">
            <a:extLst>
              <a:ext uri="{FF2B5EF4-FFF2-40B4-BE49-F238E27FC236}">
                <a16:creationId xmlns:a16="http://schemas.microsoft.com/office/drawing/2014/main" id="{89CE3AF1-98D7-C247-DFB8-D6EB4C75366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2254103" cy="882502"/>
          </a:xfrm>
          <a:prstGeom prst="rect">
            <a:avLst/>
          </a:prstGeom>
          <a:noFill/>
          <a:ln>
            <a:noFill/>
          </a:ln>
        </p:spPr>
      </p:pic>
      <p:sp>
        <p:nvSpPr>
          <p:cNvPr id="10" name="TextBox 9">
            <a:extLst>
              <a:ext uri="{FF2B5EF4-FFF2-40B4-BE49-F238E27FC236}">
                <a16:creationId xmlns:a16="http://schemas.microsoft.com/office/drawing/2014/main" id="{8DE07ED2-65A1-3477-FD50-C73FF40081C9}"/>
              </a:ext>
            </a:extLst>
          </p:cNvPr>
          <p:cNvSpPr txBox="1"/>
          <p:nvPr/>
        </p:nvSpPr>
        <p:spPr>
          <a:xfrm>
            <a:off x="3581400" y="192225"/>
            <a:ext cx="8371114" cy="523220"/>
          </a:xfrm>
          <a:prstGeom prst="rect">
            <a:avLst/>
          </a:prstGeom>
          <a:noFill/>
        </p:spPr>
        <p:txBody>
          <a:bodyPr wrap="square">
            <a:spAutoFit/>
          </a:bodyPr>
          <a:lstStyle/>
          <a:p>
            <a:pPr algn="ctr">
              <a:spcBef>
                <a:spcPct val="0"/>
              </a:spcBef>
              <a:defRPr/>
            </a:pPr>
            <a:r>
              <a:rPr lang="en-US" sz="2800" dirty="0"/>
              <a:t>Topic Link ( YouTube &amp; NPTEL Video Links)</a:t>
            </a:r>
          </a:p>
        </p:txBody>
      </p:sp>
    </p:spTree>
    <p:extLst>
      <p:ext uri="{BB962C8B-B14F-4D97-AF65-F5344CB8AC3E}">
        <p14:creationId xmlns:p14="http://schemas.microsoft.com/office/powerpoint/2010/main" val="416053463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2B6D441-0F05-41B6-9E0B-5842F8B68A94}"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105</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685800" y="1143000"/>
            <a:ext cx="11353800" cy="4062651"/>
          </a:xfrm>
          <a:prstGeom prst="rect">
            <a:avLst/>
          </a:prstGeom>
          <a:solidFill>
            <a:schemeClr val="accent2">
              <a:lumMod val="20000"/>
              <a:lumOff val="80000"/>
            </a:schemeClr>
          </a:solidFill>
          <a:ln w="28575">
            <a:solidFill>
              <a:schemeClr val="tx1"/>
            </a:solidFill>
          </a:ln>
        </p:spPr>
        <p:txBody>
          <a:bodyPr wrap="square">
            <a:spAutoFit/>
          </a:bodyPr>
          <a:lstStyle/>
          <a:p>
            <a:r>
              <a:rPr lang="en-US" sz="2000" b="1" dirty="0"/>
              <a:t>1. </a:t>
            </a:r>
            <a:r>
              <a:rPr lang="en-US" sz="2300" b="1" dirty="0"/>
              <a:t>Design patterns can be classified in _______ categories.</a:t>
            </a:r>
          </a:p>
          <a:p>
            <a:pPr marL="285750" indent="-285750">
              <a:buFont typeface="Wingdings" panose="05000000000000000000" pitchFamily="2" charset="2"/>
              <a:buChar char="q"/>
            </a:pPr>
            <a:r>
              <a:rPr lang="en-US" dirty="0"/>
              <a:t> 1</a:t>
            </a:r>
          </a:p>
          <a:p>
            <a:pPr marL="285750" indent="-285750">
              <a:buFont typeface="Wingdings" panose="05000000000000000000" pitchFamily="2" charset="2"/>
              <a:buChar char="q"/>
            </a:pPr>
            <a:r>
              <a:rPr lang="en-US" dirty="0"/>
              <a:t> 2</a:t>
            </a:r>
          </a:p>
          <a:p>
            <a:pPr marL="285750" indent="-285750">
              <a:buFont typeface="Wingdings" panose="05000000000000000000" pitchFamily="2" charset="2"/>
              <a:buChar char="q"/>
            </a:pPr>
            <a:r>
              <a:rPr lang="en-US" dirty="0"/>
              <a:t> 3</a:t>
            </a:r>
          </a:p>
          <a:p>
            <a:pPr marL="285750" indent="-285750">
              <a:buFont typeface="Wingdings" panose="05000000000000000000" pitchFamily="2" charset="2"/>
              <a:buChar char="q"/>
            </a:pPr>
            <a:r>
              <a:rPr lang="en-US" dirty="0"/>
              <a:t> 4</a:t>
            </a:r>
          </a:p>
          <a:p>
            <a:pPr algn="just"/>
            <a:endParaRPr lang="en-US" sz="2000" dirty="0">
              <a:latin typeface="+mj-lt"/>
            </a:endParaRPr>
          </a:p>
          <a:p>
            <a:pPr algn="just"/>
            <a:r>
              <a:rPr lang="en-US" sz="2300" b="1" dirty="0">
                <a:latin typeface="+mj-lt"/>
              </a:rPr>
              <a:t>2. Which design patterns are specifically concerned with communication between objects?</a:t>
            </a:r>
          </a:p>
          <a:p>
            <a:pPr algn="just"/>
            <a:endParaRPr lang="en-US" sz="2000" dirty="0">
              <a:latin typeface="+mj-lt"/>
            </a:endParaRPr>
          </a:p>
          <a:p>
            <a:pPr marL="342900" indent="-342900" algn="just">
              <a:buFont typeface="Wingdings" panose="05000000000000000000" pitchFamily="2" charset="2"/>
              <a:buChar char="q"/>
            </a:pPr>
            <a:r>
              <a:rPr lang="en-US" sz="2000" dirty="0">
                <a:latin typeface="+mj-lt"/>
              </a:rPr>
              <a:t>Creational Patterns</a:t>
            </a:r>
          </a:p>
          <a:p>
            <a:pPr marL="342900" indent="-342900" algn="just">
              <a:buFont typeface="Wingdings" panose="05000000000000000000" pitchFamily="2" charset="2"/>
              <a:buChar char="q"/>
            </a:pPr>
            <a:r>
              <a:rPr lang="en-US" sz="2000" dirty="0">
                <a:latin typeface="+mj-lt"/>
              </a:rPr>
              <a:t>Structural Patterns</a:t>
            </a:r>
          </a:p>
          <a:p>
            <a:pPr marL="342900" indent="-342900" algn="just">
              <a:buFont typeface="Wingdings" panose="05000000000000000000" pitchFamily="2" charset="2"/>
              <a:buChar char="q"/>
            </a:pPr>
            <a:r>
              <a:rPr lang="en-US" sz="2000" dirty="0">
                <a:latin typeface="+mj-lt"/>
              </a:rPr>
              <a:t>Behavioral Patterns</a:t>
            </a:r>
          </a:p>
          <a:p>
            <a:pPr marL="342900" indent="-342900" algn="just">
              <a:buFont typeface="Wingdings" panose="05000000000000000000" pitchFamily="2" charset="2"/>
              <a:buChar char="q"/>
            </a:pPr>
            <a:r>
              <a:rPr lang="en-US" sz="2000" dirty="0">
                <a:latin typeface="+mj-lt"/>
              </a:rPr>
              <a:t>J2EE Patterns</a:t>
            </a:r>
          </a:p>
          <a:p>
            <a:pPr algn="just"/>
            <a:endParaRPr lang="en-US" sz="2000" dirty="0">
              <a:latin typeface="+mj-lt"/>
            </a:endParaRPr>
          </a:p>
        </p:txBody>
      </p:sp>
      <p:sp>
        <p:nvSpPr>
          <p:cNvPr id="5" name="Footer Placeholder 4"/>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9EAFE10D-DFCF-B58E-77C8-6DEE1C8FBA34}"/>
              </a:ext>
            </a:extLst>
          </p:cNvPr>
          <p:cNvSpPr txBox="1"/>
          <p:nvPr/>
        </p:nvSpPr>
        <p:spPr>
          <a:xfrm>
            <a:off x="4038600" y="238500"/>
            <a:ext cx="6145618" cy="523220"/>
          </a:xfrm>
          <a:prstGeom prst="rect">
            <a:avLst/>
          </a:prstGeom>
          <a:noFill/>
        </p:spPr>
        <p:txBody>
          <a:bodyPr wrap="square">
            <a:spAutoFit/>
          </a:bodyPr>
          <a:lstStyle/>
          <a:p>
            <a:pPr algn="ctr">
              <a:spcBef>
                <a:spcPct val="0"/>
              </a:spcBef>
              <a:defRPr/>
            </a:pPr>
            <a:r>
              <a:rPr lang="en-US" sz="2800" dirty="0"/>
              <a:t>MCQ (End of Unit)</a:t>
            </a:r>
          </a:p>
        </p:txBody>
      </p:sp>
    </p:spTree>
    <p:extLst>
      <p:ext uri="{BB962C8B-B14F-4D97-AF65-F5344CB8AC3E}">
        <p14:creationId xmlns:p14="http://schemas.microsoft.com/office/powerpoint/2010/main" val="346180131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13BB1A3-E794-439C-975E-0901F3DC6C01}"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106</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685800" y="1143000"/>
            <a:ext cx="11353800" cy="4708981"/>
          </a:xfrm>
          <a:prstGeom prst="rect">
            <a:avLst/>
          </a:prstGeom>
          <a:solidFill>
            <a:schemeClr val="accent2">
              <a:lumMod val="20000"/>
              <a:lumOff val="80000"/>
            </a:schemeClr>
          </a:solidFill>
          <a:ln w="28575">
            <a:solidFill>
              <a:schemeClr val="tx1"/>
            </a:solidFill>
          </a:ln>
        </p:spPr>
        <p:txBody>
          <a:bodyPr wrap="square">
            <a:spAutoFit/>
          </a:bodyPr>
          <a:lstStyle/>
          <a:p>
            <a:pPr algn="just"/>
            <a:r>
              <a:rPr lang="en-US" sz="2000" b="1" dirty="0">
                <a:latin typeface="+mj-lt"/>
              </a:rPr>
              <a:t> 3. Which design pattern provides a single class which provides simplified methods required by client and  </a:t>
            </a:r>
            <a:br>
              <a:rPr lang="en-US" sz="2000" b="1" dirty="0">
                <a:latin typeface="+mj-lt"/>
              </a:rPr>
            </a:br>
            <a:r>
              <a:rPr lang="en-US" sz="2000" b="1" dirty="0">
                <a:latin typeface="+mj-lt"/>
              </a:rPr>
              <a:t> delegates call to those methods? </a:t>
            </a:r>
          </a:p>
          <a:p>
            <a:pPr marL="342900" indent="-342900" algn="just">
              <a:buFont typeface="Wingdings" panose="05000000000000000000" pitchFamily="2" charset="2"/>
              <a:buChar char="q"/>
            </a:pPr>
            <a:r>
              <a:rPr lang="en-US" sz="2000" b="1" dirty="0">
                <a:latin typeface="+mj-lt"/>
              </a:rPr>
              <a:t> </a:t>
            </a:r>
            <a:r>
              <a:rPr lang="en-US" sz="2000" dirty="0">
                <a:latin typeface="+mj-lt"/>
              </a:rPr>
              <a:t>Adapter pattern</a:t>
            </a:r>
          </a:p>
          <a:p>
            <a:pPr marL="342900" indent="-342900" algn="just">
              <a:buFont typeface="Wingdings" panose="05000000000000000000" pitchFamily="2" charset="2"/>
              <a:buChar char="q"/>
            </a:pPr>
            <a:r>
              <a:rPr lang="en-US" sz="2000" dirty="0">
                <a:latin typeface="+mj-lt"/>
              </a:rPr>
              <a:t> Builder pattern</a:t>
            </a:r>
          </a:p>
          <a:p>
            <a:pPr marL="342900" indent="-342900" algn="just">
              <a:buFont typeface="Wingdings" panose="05000000000000000000" pitchFamily="2" charset="2"/>
              <a:buChar char="q"/>
            </a:pPr>
            <a:r>
              <a:rPr lang="en-US" sz="2000" dirty="0">
                <a:latin typeface="+mj-lt"/>
              </a:rPr>
              <a:t> Facade pattern</a:t>
            </a:r>
          </a:p>
          <a:p>
            <a:pPr marL="342900" indent="-342900" algn="just">
              <a:buFont typeface="Wingdings" panose="05000000000000000000" pitchFamily="2" charset="2"/>
              <a:buChar char="q"/>
            </a:pPr>
            <a:r>
              <a:rPr lang="en-US" sz="2000" dirty="0">
                <a:latin typeface="+mj-lt"/>
              </a:rPr>
              <a:t> Prototype pattern</a:t>
            </a:r>
          </a:p>
          <a:p>
            <a:pPr marL="342900" indent="-342900" algn="just">
              <a:buFont typeface="Wingdings" panose="05000000000000000000" pitchFamily="2" charset="2"/>
              <a:buChar char="q"/>
            </a:pPr>
            <a:endParaRPr lang="en-US" sz="2000" dirty="0">
              <a:latin typeface="+mj-lt"/>
            </a:endParaRPr>
          </a:p>
          <a:p>
            <a:pPr algn="just"/>
            <a:r>
              <a:rPr lang="en-US" sz="2000" b="1" dirty="0">
                <a:latin typeface="+mj-lt"/>
              </a:rPr>
              <a:t>4. Which design pattern suggests multiple classes through which request is passed and multiple but only relevant classes carry out operations on the request? </a:t>
            </a:r>
          </a:p>
          <a:p>
            <a:pPr algn="just"/>
            <a:endParaRPr lang="en-US" sz="2000" b="1" dirty="0">
              <a:latin typeface="+mj-lt"/>
            </a:endParaRPr>
          </a:p>
          <a:p>
            <a:pPr marL="342900" indent="-342900" algn="just">
              <a:buFont typeface="Wingdings" panose="05000000000000000000" pitchFamily="2" charset="2"/>
              <a:buChar char="q"/>
            </a:pPr>
            <a:r>
              <a:rPr lang="en-US" sz="2000" dirty="0">
                <a:latin typeface="+mj-lt"/>
              </a:rPr>
              <a:t> Singleton pattern</a:t>
            </a:r>
          </a:p>
          <a:p>
            <a:pPr marL="342900" indent="-342900" algn="just">
              <a:buFont typeface="Wingdings" panose="05000000000000000000" pitchFamily="2" charset="2"/>
              <a:buChar char="q"/>
            </a:pPr>
            <a:r>
              <a:rPr lang="en-US" sz="2000" dirty="0">
                <a:latin typeface="+mj-lt"/>
              </a:rPr>
              <a:t> Chain of responsibility pattern</a:t>
            </a:r>
          </a:p>
          <a:p>
            <a:pPr marL="342900" indent="-342900" algn="just">
              <a:buFont typeface="Wingdings" panose="05000000000000000000" pitchFamily="2" charset="2"/>
              <a:buChar char="q"/>
            </a:pPr>
            <a:r>
              <a:rPr lang="en-US" sz="2000" dirty="0">
                <a:latin typeface="+mj-lt"/>
              </a:rPr>
              <a:t> State pattern</a:t>
            </a:r>
          </a:p>
          <a:p>
            <a:pPr marL="342900" indent="-342900" algn="just">
              <a:buFont typeface="Wingdings" panose="05000000000000000000" pitchFamily="2" charset="2"/>
              <a:buChar char="q"/>
            </a:pPr>
            <a:r>
              <a:rPr lang="en-US" sz="2000" dirty="0">
                <a:latin typeface="+mj-lt"/>
              </a:rPr>
              <a:t> Bridge pattern</a:t>
            </a:r>
          </a:p>
          <a:p>
            <a:pPr algn="just"/>
            <a:endParaRPr lang="en-US" sz="2000" dirty="0">
              <a:latin typeface="+mj-lt"/>
            </a:endParaRPr>
          </a:p>
        </p:txBody>
      </p:sp>
      <p:sp>
        <p:nvSpPr>
          <p:cNvPr id="5" name="Footer Placeholder 4"/>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969FEA8C-E8C9-4754-A9A4-58F7315675DF}"/>
              </a:ext>
            </a:extLst>
          </p:cNvPr>
          <p:cNvSpPr txBox="1"/>
          <p:nvPr/>
        </p:nvSpPr>
        <p:spPr>
          <a:xfrm>
            <a:off x="3753292" y="158233"/>
            <a:ext cx="6145618" cy="523220"/>
          </a:xfrm>
          <a:prstGeom prst="rect">
            <a:avLst/>
          </a:prstGeom>
          <a:noFill/>
        </p:spPr>
        <p:txBody>
          <a:bodyPr wrap="square">
            <a:spAutoFit/>
          </a:bodyPr>
          <a:lstStyle/>
          <a:p>
            <a:pPr algn="ctr">
              <a:spcBef>
                <a:spcPct val="0"/>
              </a:spcBef>
              <a:defRPr/>
            </a:pPr>
            <a:r>
              <a:rPr lang="en-US" sz="2800" dirty="0"/>
              <a:t>MCQ (End of Unit)</a:t>
            </a:r>
          </a:p>
        </p:txBody>
      </p:sp>
    </p:spTree>
    <p:extLst>
      <p:ext uri="{BB962C8B-B14F-4D97-AF65-F5344CB8AC3E}">
        <p14:creationId xmlns:p14="http://schemas.microsoft.com/office/powerpoint/2010/main" val="429340397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CFDD0FE-4B27-47CA-B8FD-1292DF4E4C8B}"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107</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381000" y="1066800"/>
            <a:ext cx="11620500" cy="5570756"/>
          </a:xfrm>
          <a:prstGeom prst="rect">
            <a:avLst/>
          </a:prstGeom>
          <a:solidFill>
            <a:schemeClr val="accent2">
              <a:lumMod val="20000"/>
              <a:lumOff val="80000"/>
            </a:schemeClr>
          </a:solidFill>
          <a:ln w="28575">
            <a:solidFill>
              <a:schemeClr val="tx1"/>
            </a:solidFill>
          </a:ln>
        </p:spPr>
        <p:txBody>
          <a:bodyPr wrap="square">
            <a:spAutoFit/>
          </a:bodyPr>
          <a:lstStyle/>
          <a:p>
            <a:pPr algn="ctr"/>
            <a:r>
              <a:rPr lang="en-US" sz="2400" b="1" u="sng" dirty="0">
                <a:latin typeface="+mj-lt"/>
              </a:rPr>
              <a:t>Top 10 design pattern interview questions </a:t>
            </a:r>
          </a:p>
          <a:p>
            <a:pPr algn="ctr"/>
            <a:endParaRPr lang="en-US" sz="2400" b="1" u="sng" dirty="0">
              <a:latin typeface="+mj-lt"/>
            </a:endParaRPr>
          </a:p>
          <a:p>
            <a:pPr marL="342900" indent="-342900">
              <a:buFont typeface="+mj-lt"/>
              <a:buAutoNum type="arabicPeriod"/>
            </a:pPr>
            <a:r>
              <a:rPr lang="en-US" sz="2800" dirty="0"/>
              <a:t>Explain Data Access Object (DAO) pattern?</a:t>
            </a:r>
          </a:p>
          <a:p>
            <a:pPr marL="342900" indent="-342900">
              <a:buFont typeface="+mj-lt"/>
              <a:buAutoNum type="arabicPeriod"/>
            </a:pPr>
            <a:r>
              <a:rPr lang="en-US" sz="2800" dirty="0"/>
              <a:t>Mention what is the difference between VO and JDO?</a:t>
            </a:r>
          </a:p>
          <a:p>
            <a:pPr marL="342900" indent="-342900">
              <a:buFont typeface="+mj-lt"/>
              <a:buAutoNum type="arabicPeriod"/>
            </a:pPr>
            <a:r>
              <a:rPr lang="en-US" sz="2800" dirty="0"/>
              <a:t>Explain the benefits of design patterns in Java.</a:t>
            </a:r>
          </a:p>
          <a:p>
            <a:pPr marL="342900" indent="-342900">
              <a:buFont typeface="+mj-lt"/>
              <a:buAutoNum type="arabicPeriod"/>
            </a:pPr>
            <a:r>
              <a:rPr lang="en-US" sz="2800" dirty="0"/>
              <a:t>Describe the proxy  pattern.</a:t>
            </a:r>
          </a:p>
          <a:p>
            <a:pPr marL="342900" indent="-342900">
              <a:buFont typeface="+mj-lt"/>
              <a:buAutoNum type="arabicPeriod"/>
            </a:pPr>
            <a:r>
              <a:rPr lang="en-US" sz="2800" dirty="0"/>
              <a:t>Differentiate ordinary and abstract factory design patterns.</a:t>
            </a:r>
          </a:p>
          <a:p>
            <a:pPr marL="342900" indent="-342900">
              <a:buFont typeface="+mj-lt"/>
              <a:buAutoNum type="arabicPeriod"/>
            </a:pPr>
            <a:r>
              <a:rPr lang="en-US" sz="2800" dirty="0"/>
              <a:t> What do you think are the advantages of builder design patterns?</a:t>
            </a:r>
          </a:p>
          <a:p>
            <a:pPr marL="342900" indent="-342900">
              <a:buFont typeface="+mj-lt"/>
              <a:buAutoNum type="arabicPeriod"/>
            </a:pPr>
            <a:r>
              <a:rPr lang="en-US" sz="2800" dirty="0"/>
              <a:t>How is the bridge pattern different from the adapter pattern?</a:t>
            </a:r>
          </a:p>
          <a:p>
            <a:pPr marL="342900" indent="-342900">
              <a:buFont typeface="+mj-lt"/>
              <a:buAutoNum type="arabicPeriod"/>
            </a:pPr>
            <a:r>
              <a:rPr lang="en-US" sz="2800" dirty="0"/>
              <a:t>What is a command pattern?</a:t>
            </a:r>
          </a:p>
          <a:p>
            <a:pPr marL="342900" indent="-342900">
              <a:buFont typeface="+mj-lt"/>
              <a:buAutoNum type="arabicPeriod"/>
            </a:pPr>
            <a:r>
              <a:rPr lang="en-US" sz="2800" dirty="0"/>
              <a:t>Describe the singleton pattern along with its advantages and disadvantages.</a:t>
            </a:r>
          </a:p>
          <a:p>
            <a:pPr marL="342900" indent="-342900">
              <a:buFont typeface="+mj-lt"/>
              <a:buAutoNum type="arabicPeriod"/>
            </a:pPr>
            <a:r>
              <a:rPr lang="en-US" sz="2800" dirty="0"/>
              <a:t>What are anti patterns?</a:t>
            </a:r>
          </a:p>
          <a:p>
            <a:endParaRPr lang="en-US" sz="2800" dirty="0"/>
          </a:p>
        </p:txBody>
      </p:sp>
      <p:sp>
        <p:nvSpPr>
          <p:cNvPr id="5" name="Footer Placeholder 4"/>
          <p:cNvSpPr>
            <a:spLocks noGrp="1"/>
          </p:cNvSpPr>
          <p:nvPr>
            <p:ph type="ftr" sz="quarter" idx="11"/>
          </p:nvPr>
        </p:nvSpPr>
        <p:spPr/>
        <p:txBody>
          <a:bodyPr/>
          <a:lstStyle/>
          <a:p>
            <a:r>
              <a:rPr lang="en-US" dirty="0"/>
              <a:t>Pooja Kumari Design Pattern                                    Unit IV</a:t>
            </a:r>
          </a:p>
        </p:txBody>
      </p:sp>
      <p:sp>
        <p:nvSpPr>
          <p:cNvPr id="10" name="TextBox 9">
            <a:extLst>
              <a:ext uri="{FF2B5EF4-FFF2-40B4-BE49-F238E27FC236}">
                <a16:creationId xmlns:a16="http://schemas.microsoft.com/office/drawing/2014/main" id="{7AA2483F-956C-867A-DB87-AEB5AE2889AE}"/>
              </a:ext>
            </a:extLst>
          </p:cNvPr>
          <p:cNvSpPr txBox="1"/>
          <p:nvPr/>
        </p:nvSpPr>
        <p:spPr>
          <a:xfrm>
            <a:off x="3836582" y="342899"/>
            <a:ext cx="6145618" cy="523220"/>
          </a:xfrm>
          <a:prstGeom prst="rect">
            <a:avLst/>
          </a:prstGeom>
          <a:noFill/>
        </p:spPr>
        <p:txBody>
          <a:bodyPr wrap="square">
            <a:spAutoFit/>
          </a:bodyPr>
          <a:lstStyle/>
          <a:p>
            <a:pPr algn="ctr">
              <a:spcBef>
                <a:spcPct val="0"/>
              </a:spcBef>
              <a:defRPr/>
            </a:pPr>
            <a:r>
              <a:rPr lang="en-US" sz="2800" dirty="0"/>
              <a:t>Glossary Questions</a:t>
            </a:r>
          </a:p>
        </p:txBody>
      </p:sp>
    </p:spTree>
    <p:extLst>
      <p:ext uri="{BB962C8B-B14F-4D97-AF65-F5344CB8AC3E}">
        <p14:creationId xmlns:p14="http://schemas.microsoft.com/office/powerpoint/2010/main" val="289133185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BAA882A-B9FC-4B7F-9BF3-353ED5D4F21B}"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108</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381000" y="1066800"/>
            <a:ext cx="11620500" cy="5201424"/>
          </a:xfrm>
          <a:prstGeom prst="rect">
            <a:avLst/>
          </a:prstGeom>
          <a:solidFill>
            <a:schemeClr val="accent2">
              <a:lumMod val="20000"/>
              <a:lumOff val="80000"/>
            </a:schemeClr>
          </a:solidFill>
          <a:ln w="28575">
            <a:solidFill>
              <a:schemeClr val="tx1"/>
            </a:solidFill>
          </a:ln>
        </p:spPr>
        <p:txBody>
          <a:bodyPr wrap="square">
            <a:spAutoFit/>
          </a:bodyPr>
          <a:lstStyle/>
          <a:p>
            <a:pPr marL="342900" indent="-342900" algn="ctr">
              <a:buFont typeface="Arial" panose="020B0604020202020204" pitchFamily="34" charset="0"/>
              <a:buChar char="•"/>
            </a:pPr>
            <a:endParaRPr lang="en-US" sz="2400" b="1" u="sng" dirty="0">
              <a:latin typeface="+mj-lt"/>
            </a:endParaRPr>
          </a:p>
          <a:p>
            <a:pPr marL="457200" indent="-457200">
              <a:buFont typeface="Arial" panose="020B0604020202020204" pitchFamily="34" charset="0"/>
              <a:buChar char="•"/>
            </a:pPr>
            <a:r>
              <a:rPr lang="en-US" sz="2800" dirty="0"/>
              <a:t>What Is Abstract Factory Pattern?</a:t>
            </a:r>
          </a:p>
          <a:p>
            <a:pPr marL="457200" indent="-457200">
              <a:buFont typeface="Arial" panose="020B0604020202020204" pitchFamily="34" charset="0"/>
              <a:buChar char="•"/>
            </a:pPr>
            <a:r>
              <a:rPr lang="en-US" sz="2800" dirty="0"/>
              <a:t>How are design patterns categorized?</a:t>
            </a:r>
          </a:p>
          <a:p>
            <a:pPr marL="457200" indent="-457200">
              <a:buFont typeface="Arial" panose="020B0604020202020204" pitchFamily="34" charset="0"/>
              <a:buChar char="•"/>
            </a:pPr>
            <a:r>
              <a:rPr lang="en-US" sz="2800" dirty="0"/>
              <a:t>Explain the benefits of design patterns in Java.</a:t>
            </a:r>
          </a:p>
          <a:p>
            <a:pPr marL="457200" indent="-457200">
              <a:buFont typeface="Arial" panose="020B0604020202020204" pitchFamily="34" charset="0"/>
              <a:buChar char="•"/>
            </a:pPr>
            <a:r>
              <a:rPr lang="en-US" sz="2800" dirty="0"/>
              <a:t>Describe the factory pattern.</a:t>
            </a:r>
          </a:p>
          <a:p>
            <a:pPr marL="457200" indent="-457200">
              <a:buFont typeface="Arial" panose="020B0604020202020204" pitchFamily="34" charset="0"/>
              <a:buChar char="•"/>
            </a:pPr>
            <a:r>
              <a:rPr lang="en-US" sz="2800" dirty="0"/>
              <a:t>Differentiate ordinary and abstract factory design patterns.</a:t>
            </a:r>
          </a:p>
          <a:p>
            <a:pPr marL="457200" indent="-457200">
              <a:buFont typeface="Arial" panose="020B0604020202020204" pitchFamily="34" charset="0"/>
              <a:buChar char="•"/>
            </a:pPr>
            <a:r>
              <a:rPr lang="en-US" sz="2800" dirty="0"/>
              <a:t> What do you think are the advantages of builder design patterns?</a:t>
            </a:r>
          </a:p>
          <a:p>
            <a:pPr marL="457200" indent="-457200">
              <a:buFont typeface="Arial" panose="020B0604020202020204" pitchFamily="34" charset="0"/>
              <a:buChar char="•"/>
            </a:pPr>
            <a:r>
              <a:rPr lang="en-US" sz="2800" dirty="0"/>
              <a:t>How is the bridge pattern different from the adapter pattern?</a:t>
            </a:r>
          </a:p>
          <a:p>
            <a:pPr marL="457200" indent="-457200">
              <a:buFont typeface="Arial" panose="020B0604020202020204" pitchFamily="34" charset="0"/>
              <a:buChar char="•"/>
            </a:pPr>
            <a:r>
              <a:rPr lang="en-US" sz="2800" dirty="0"/>
              <a:t>What is a command pattern?</a:t>
            </a:r>
          </a:p>
          <a:p>
            <a:pPr marL="457200" indent="-457200">
              <a:buFont typeface="Arial" panose="020B0604020202020204" pitchFamily="34" charset="0"/>
              <a:buChar char="•"/>
            </a:pPr>
            <a:r>
              <a:rPr lang="en-US" sz="2800" dirty="0"/>
              <a:t>Describe the singleton pattern along with its advantages and disadvantages.</a:t>
            </a:r>
          </a:p>
          <a:p>
            <a:pPr marL="457200" indent="-457200">
              <a:buFont typeface="Arial" panose="020B0604020202020204" pitchFamily="34" charset="0"/>
              <a:buChar char="•"/>
            </a:pPr>
            <a:r>
              <a:rPr lang="en-US" sz="2800" dirty="0"/>
              <a:t>What are anti patterns?</a:t>
            </a:r>
          </a:p>
          <a:p>
            <a:endParaRPr lang="en-US" sz="2800" dirty="0"/>
          </a:p>
        </p:txBody>
      </p:sp>
      <p:sp>
        <p:nvSpPr>
          <p:cNvPr id="5" name="Footer Placeholder 4"/>
          <p:cNvSpPr>
            <a:spLocks noGrp="1"/>
          </p:cNvSpPr>
          <p:nvPr>
            <p:ph type="ftr" sz="quarter" idx="11"/>
          </p:nvPr>
        </p:nvSpPr>
        <p:spPr/>
        <p:txBody>
          <a:bodyPr/>
          <a:lstStyle/>
          <a:p>
            <a:r>
              <a:rPr lang="en-US" dirty="0"/>
              <a:t>Pooja Kumari Design Pattern                                    Unit IV</a:t>
            </a:r>
          </a:p>
        </p:txBody>
      </p:sp>
      <p:pic>
        <p:nvPicPr>
          <p:cNvPr id="8" name="Picture 7">
            <a:extLst>
              <a:ext uri="{FF2B5EF4-FFF2-40B4-BE49-F238E27FC236}">
                <a16:creationId xmlns:a16="http://schemas.microsoft.com/office/drawing/2014/main" id="{5BC7B383-CFF5-8B29-32F1-6C2974DA421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2307266" cy="978674"/>
          </a:xfrm>
          <a:prstGeom prst="rect">
            <a:avLst/>
          </a:prstGeom>
          <a:noFill/>
          <a:ln>
            <a:noFill/>
          </a:ln>
        </p:spPr>
      </p:pic>
      <p:sp>
        <p:nvSpPr>
          <p:cNvPr id="10" name="TextBox 9">
            <a:extLst>
              <a:ext uri="{FF2B5EF4-FFF2-40B4-BE49-F238E27FC236}">
                <a16:creationId xmlns:a16="http://schemas.microsoft.com/office/drawing/2014/main" id="{D1AC70B4-D7BC-470D-133B-5A61B231F8BA}"/>
              </a:ext>
            </a:extLst>
          </p:cNvPr>
          <p:cNvSpPr txBox="1"/>
          <p:nvPr/>
        </p:nvSpPr>
        <p:spPr>
          <a:xfrm>
            <a:off x="3834810" y="220444"/>
            <a:ext cx="6145618" cy="523220"/>
          </a:xfrm>
          <a:prstGeom prst="rect">
            <a:avLst/>
          </a:prstGeom>
          <a:noFill/>
        </p:spPr>
        <p:txBody>
          <a:bodyPr wrap="square">
            <a:spAutoFit/>
          </a:bodyPr>
          <a:lstStyle/>
          <a:p>
            <a:pPr algn="ctr">
              <a:spcBef>
                <a:spcPct val="0"/>
              </a:spcBef>
              <a:defRPr/>
            </a:pPr>
            <a:r>
              <a:rPr lang="en-US" sz="2800" dirty="0"/>
              <a:t>Expected Questions for University Exam </a:t>
            </a:r>
          </a:p>
        </p:txBody>
      </p:sp>
    </p:spTree>
    <p:extLst>
      <p:ext uri="{BB962C8B-B14F-4D97-AF65-F5344CB8AC3E}">
        <p14:creationId xmlns:p14="http://schemas.microsoft.com/office/powerpoint/2010/main" val="183857703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38E8EC8-C5E1-4539-BEDE-F7599C601E5D}" type="datetime1">
              <a:rPr lang="en-US" smtClean="0"/>
              <a:t>10/22/2024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109</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132261" y="1093378"/>
            <a:ext cx="11927477" cy="4401205"/>
          </a:xfrm>
          <a:prstGeom prst="rect">
            <a:avLst/>
          </a:prstGeom>
          <a:solidFill>
            <a:schemeClr val="accent2">
              <a:lumMod val="20000"/>
              <a:lumOff val="80000"/>
            </a:schemeClr>
          </a:solidFill>
          <a:ln w="28575">
            <a:solidFill>
              <a:schemeClr val="tx1"/>
            </a:solidFill>
          </a:ln>
        </p:spPr>
        <p:txBody>
          <a:bodyPr wrap="square">
            <a:spAutoFit/>
          </a:bodyPr>
          <a:lstStyle/>
          <a:p>
            <a:pPr marL="457200" indent="-457200" algn="just">
              <a:buFont typeface="Wingdings" panose="05000000000000000000" pitchFamily="2" charset="2"/>
              <a:buChar char="Ø"/>
            </a:pPr>
            <a:r>
              <a:rPr lang="en-US" sz="2800" b="1" dirty="0"/>
              <a:t>Till Now we understand</a:t>
            </a:r>
            <a:r>
              <a:rPr lang="en-US" sz="2800" b="1" dirty="0">
                <a:solidFill>
                  <a:schemeClr val="accent6">
                    <a:lumMod val="75000"/>
                  </a:schemeClr>
                </a:solidFill>
              </a:rPr>
              <a:t>,</a:t>
            </a:r>
            <a:r>
              <a:rPr lang="en-US" sz="2800" dirty="0">
                <a:solidFill>
                  <a:schemeClr val="accent6">
                    <a:lumMod val="75000"/>
                  </a:schemeClr>
                </a:solidFill>
              </a:rPr>
              <a:t> Behavioral design </a:t>
            </a:r>
            <a:r>
              <a:rPr lang="en-US" sz="2800" dirty="0"/>
              <a:t>patterns are concerned with the interaction and responsibility of objects.</a:t>
            </a:r>
          </a:p>
          <a:p>
            <a:pPr marL="457200" indent="-457200" algn="just">
              <a:buFont typeface="Wingdings" panose="05000000000000000000" pitchFamily="2" charset="2"/>
              <a:buChar char="Ø"/>
            </a:pPr>
            <a:r>
              <a:rPr lang="en-US" sz="2800" b="1" dirty="0"/>
              <a:t> </a:t>
            </a:r>
            <a:r>
              <a:rPr lang="en-US" sz="2800" dirty="0"/>
              <a:t>The idea of a </a:t>
            </a:r>
            <a:r>
              <a:rPr lang="en-US" sz="2800" dirty="0">
                <a:solidFill>
                  <a:schemeClr val="accent6">
                    <a:lumMod val="75000"/>
                  </a:schemeClr>
                </a:solidFill>
              </a:rPr>
              <a:t>Command pattern is a data </a:t>
            </a:r>
            <a:r>
              <a:rPr lang="en-US" sz="2800" dirty="0"/>
              <a:t>driven design pattern and falls under behavioral pattern category.</a:t>
            </a:r>
          </a:p>
          <a:p>
            <a:pPr marL="457200" indent="-457200" algn="just">
              <a:buFont typeface="Wingdings" panose="05000000000000000000" pitchFamily="2" charset="2"/>
              <a:buChar char="Ø"/>
            </a:pPr>
            <a:r>
              <a:rPr lang="en-US" sz="2800" dirty="0">
                <a:solidFill>
                  <a:schemeClr val="accent6">
                    <a:lumMod val="75000"/>
                  </a:schemeClr>
                </a:solidFill>
              </a:rPr>
              <a:t>An Observer Pattern says that "just define a one-to-one dependency so that when one object </a:t>
            </a:r>
            <a:r>
              <a:rPr lang="en-US" sz="2800" dirty="0"/>
              <a:t>changes state, all its dependents are notified and updated automatically".</a:t>
            </a:r>
          </a:p>
          <a:p>
            <a:pPr marL="457200" indent="-457200" algn="just">
              <a:buFont typeface="Wingdings" panose="05000000000000000000" pitchFamily="2" charset="2"/>
              <a:buChar char="Ø"/>
            </a:pPr>
            <a:r>
              <a:rPr lang="en-US" sz="2400" dirty="0"/>
              <a:t>The idea </a:t>
            </a:r>
            <a:r>
              <a:rPr lang="en-US" sz="2800" dirty="0"/>
              <a:t> an </a:t>
            </a:r>
            <a:r>
              <a:rPr lang="en-US" sz="2800" dirty="0">
                <a:solidFill>
                  <a:schemeClr val="accent6">
                    <a:lumMod val="75000"/>
                  </a:schemeClr>
                </a:solidFill>
              </a:rPr>
              <a:t>Memento  Pattern </a:t>
            </a:r>
            <a:r>
              <a:rPr lang="en-US" sz="2800" dirty="0" err="1"/>
              <a:t>i.e</a:t>
            </a:r>
            <a:r>
              <a:rPr lang="en-US" sz="2800" dirty="0"/>
              <a:t> Memento pattern is used to restore state of an object to a previous state. Memento pattern falls under behavioral pattern category</a:t>
            </a:r>
            <a:r>
              <a:rPr lang="en-US" sz="2800"/>
              <a:t>. </a:t>
            </a:r>
            <a:endParaRPr lang="en-US" sz="2800" dirty="0"/>
          </a:p>
        </p:txBody>
      </p:sp>
      <p:sp>
        <p:nvSpPr>
          <p:cNvPr id="5" name="Footer Placeholder 4"/>
          <p:cNvSpPr>
            <a:spLocks noGrp="1"/>
          </p:cNvSpPr>
          <p:nvPr>
            <p:ph type="ftr" sz="quarter" idx="11"/>
          </p:nvPr>
        </p:nvSpPr>
        <p:spPr/>
        <p:txBody>
          <a:bodyPr/>
          <a:lstStyle/>
          <a:p>
            <a:r>
              <a:rPr lang="en-US" dirty="0"/>
              <a:t>Pooja Kumari                                          Design Pattern                                    Unit IV</a:t>
            </a:r>
          </a:p>
        </p:txBody>
      </p:sp>
      <p:pic>
        <p:nvPicPr>
          <p:cNvPr id="8" name="Picture 7">
            <a:extLst>
              <a:ext uri="{FF2B5EF4-FFF2-40B4-BE49-F238E27FC236}">
                <a16:creationId xmlns:a16="http://schemas.microsoft.com/office/drawing/2014/main" id="{DCFBB1B2-3CE9-3736-84B3-8F1C4C6351F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2286001" cy="925033"/>
          </a:xfrm>
          <a:prstGeom prst="rect">
            <a:avLst/>
          </a:prstGeom>
          <a:noFill/>
          <a:ln>
            <a:noFill/>
          </a:ln>
        </p:spPr>
      </p:pic>
      <p:sp>
        <p:nvSpPr>
          <p:cNvPr id="10" name="TextBox 9">
            <a:extLst>
              <a:ext uri="{FF2B5EF4-FFF2-40B4-BE49-F238E27FC236}">
                <a16:creationId xmlns:a16="http://schemas.microsoft.com/office/drawing/2014/main" id="{42E15CEC-2B5A-2318-6650-A388A692A9FF}"/>
              </a:ext>
            </a:extLst>
          </p:cNvPr>
          <p:cNvSpPr txBox="1"/>
          <p:nvPr/>
        </p:nvSpPr>
        <p:spPr>
          <a:xfrm>
            <a:off x="3317357" y="139275"/>
            <a:ext cx="6145618" cy="523220"/>
          </a:xfrm>
          <a:prstGeom prst="rect">
            <a:avLst/>
          </a:prstGeom>
          <a:noFill/>
        </p:spPr>
        <p:txBody>
          <a:bodyPr wrap="square">
            <a:spAutoFit/>
          </a:bodyPr>
          <a:lstStyle/>
          <a:p>
            <a:pPr algn="ctr">
              <a:spcBef>
                <a:spcPct val="0"/>
              </a:spcBef>
              <a:defRPr/>
            </a:pPr>
            <a:r>
              <a:rPr lang="en-US" sz="2800" dirty="0"/>
              <a:t>Recap  of Unit </a:t>
            </a:r>
          </a:p>
        </p:txBody>
      </p:sp>
    </p:spTree>
    <p:extLst>
      <p:ext uri="{BB962C8B-B14F-4D97-AF65-F5344CB8AC3E}">
        <p14:creationId xmlns:p14="http://schemas.microsoft.com/office/powerpoint/2010/main" val="15191983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2764</TotalTime>
  <Words>5140</Words>
  <Application>Microsoft Office PowerPoint</Application>
  <PresentationFormat>Widescreen</PresentationFormat>
  <Paragraphs>975</Paragraphs>
  <Slides>109</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109</vt:i4>
      </vt:variant>
    </vt:vector>
  </HeadingPairs>
  <TitlesOfParts>
    <vt:vector size="116" baseType="lpstr">
      <vt:lpstr>Arial</vt:lpstr>
      <vt:lpstr>Calibri</vt:lpstr>
      <vt:lpstr>Calibri Light</vt:lpstr>
      <vt:lpstr>montserrat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pooja kumari</dc:creator>
  <cp:lastModifiedBy>pooja kumari</cp:lastModifiedBy>
  <cp:revision>35</cp:revision>
  <dcterms:created xsi:type="dcterms:W3CDTF">2024-06-22T06:47:32Z</dcterms:created>
  <dcterms:modified xsi:type="dcterms:W3CDTF">2024-10-23T11:23:48Z</dcterms:modified>
</cp:coreProperties>
</file>
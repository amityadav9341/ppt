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6"/>
  </p:notesMasterIdLst>
  <p:handoutMasterIdLst>
    <p:handoutMasterId r:id="rId107"/>
  </p:handoutMasterIdLst>
  <p:sldIdLst>
    <p:sldId id="256" r:id="rId5"/>
    <p:sldId id="689" r:id="rId6"/>
    <p:sldId id="450" r:id="rId7"/>
    <p:sldId id="451" r:id="rId8"/>
    <p:sldId id="453" r:id="rId9"/>
    <p:sldId id="285" r:id="rId10"/>
    <p:sldId id="286" r:id="rId11"/>
    <p:sldId id="302" r:id="rId12"/>
    <p:sldId id="287" r:id="rId13"/>
    <p:sldId id="430" r:id="rId14"/>
    <p:sldId id="288" r:id="rId15"/>
    <p:sldId id="454" r:id="rId16"/>
    <p:sldId id="455" r:id="rId17"/>
    <p:sldId id="456" r:id="rId18"/>
    <p:sldId id="457" r:id="rId19"/>
    <p:sldId id="458" r:id="rId20"/>
    <p:sldId id="459" r:id="rId21"/>
    <p:sldId id="289" r:id="rId22"/>
    <p:sldId id="442" r:id="rId23"/>
    <p:sldId id="404" r:id="rId24"/>
    <p:sldId id="695" r:id="rId25"/>
    <p:sldId id="433" r:id="rId26"/>
    <p:sldId id="432" r:id="rId27"/>
    <p:sldId id="350" r:id="rId28"/>
    <p:sldId id="351" r:id="rId29"/>
    <p:sldId id="352" r:id="rId30"/>
    <p:sldId id="353" r:id="rId31"/>
    <p:sldId id="354" r:id="rId32"/>
    <p:sldId id="355" r:id="rId33"/>
    <p:sldId id="356" r:id="rId34"/>
    <p:sldId id="357" r:id="rId35"/>
    <p:sldId id="358" r:id="rId36"/>
    <p:sldId id="690" r:id="rId37"/>
    <p:sldId id="691" r:id="rId38"/>
    <p:sldId id="443" r:id="rId39"/>
    <p:sldId id="435" r:id="rId40"/>
    <p:sldId id="359" r:id="rId41"/>
    <p:sldId id="696" r:id="rId42"/>
    <p:sldId id="697" r:id="rId43"/>
    <p:sldId id="444" r:id="rId44"/>
    <p:sldId id="436" r:id="rId45"/>
    <p:sldId id="361" r:id="rId46"/>
    <p:sldId id="362" r:id="rId47"/>
    <p:sldId id="698" r:id="rId48"/>
    <p:sldId id="699" r:id="rId49"/>
    <p:sldId id="445" r:id="rId50"/>
    <p:sldId id="692" r:id="rId51"/>
    <p:sldId id="693" r:id="rId52"/>
    <p:sldId id="446" r:id="rId53"/>
    <p:sldId id="365" r:id="rId54"/>
    <p:sldId id="366" r:id="rId55"/>
    <p:sldId id="367" r:id="rId56"/>
    <p:sldId id="368" r:id="rId57"/>
    <p:sldId id="369" r:id="rId58"/>
    <p:sldId id="370" r:id="rId59"/>
    <p:sldId id="371" r:id="rId60"/>
    <p:sldId id="694" r:id="rId61"/>
    <p:sldId id="439" r:id="rId62"/>
    <p:sldId id="373" r:id="rId63"/>
    <p:sldId id="380" r:id="rId64"/>
    <p:sldId id="389" r:id="rId65"/>
    <p:sldId id="393" r:id="rId66"/>
    <p:sldId id="396" r:id="rId67"/>
    <p:sldId id="397" r:id="rId68"/>
    <p:sldId id="398" r:id="rId69"/>
    <p:sldId id="399" r:id="rId70"/>
    <p:sldId id="400" r:id="rId71"/>
    <p:sldId id="441" r:id="rId72"/>
    <p:sldId id="402" r:id="rId73"/>
    <p:sldId id="342" r:id="rId74"/>
    <p:sldId id="343" r:id="rId75"/>
    <p:sldId id="406" r:id="rId76"/>
    <p:sldId id="428" r:id="rId77"/>
    <p:sldId id="429" r:id="rId78"/>
    <p:sldId id="345" r:id="rId79"/>
    <p:sldId id="407" r:id="rId80"/>
    <p:sldId id="460" r:id="rId81"/>
    <p:sldId id="408" r:id="rId82"/>
    <p:sldId id="409" r:id="rId83"/>
    <p:sldId id="410" r:id="rId84"/>
    <p:sldId id="411" r:id="rId85"/>
    <p:sldId id="412" r:id="rId86"/>
    <p:sldId id="700" r:id="rId87"/>
    <p:sldId id="701" r:id="rId88"/>
    <p:sldId id="702" r:id="rId89"/>
    <p:sldId id="703" r:id="rId90"/>
    <p:sldId id="413" r:id="rId91"/>
    <p:sldId id="414" r:id="rId92"/>
    <p:sldId id="415" r:id="rId93"/>
    <p:sldId id="416" r:id="rId94"/>
    <p:sldId id="417" r:id="rId95"/>
    <p:sldId id="418" r:id="rId96"/>
    <p:sldId id="419" r:id="rId97"/>
    <p:sldId id="420" r:id="rId98"/>
    <p:sldId id="421" r:id="rId99"/>
    <p:sldId id="422" r:id="rId100"/>
    <p:sldId id="347" r:id="rId101"/>
    <p:sldId id="427" r:id="rId102"/>
    <p:sldId id="348" r:id="rId103"/>
    <p:sldId id="349" r:id="rId104"/>
    <p:sldId id="301"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2A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0" autoAdjust="0"/>
    <p:restoredTop sz="94660"/>
  </p:normalViewPr>
  <p:slideViewPr>
    <p:cSldViewPr>
      <p:cViewPr varScale="1">
        <p:scale>
          <a:sx n="78" d="100"/>
          <a:sy n="78" d="100"/>
        </p:scale>
        <p:origin x="1598" y="6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6/11/relationships/changesInfo" Target="changesInfos/changesInfo1.xml"/><Relationship Id="rId16" Type="http://schemas.openxmlformats.org/officeDocument/2006/relationships/slide" Target="slides/slide12.xml"/><Relationship Id="rId107" Type="http://schemas.openxmlformats.org/officeDocument/2006/relationships/handoutMaster" Target="handoutMasters/handoutMaster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viewProps" Target="view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ushal Singh" userId="e36f082c-af62-42c8-a49f-6580eff268a9" providerId="ADAL" clId="{58E7CA1D-B2DA-433E-B685-D8522383E8E9}"/>
    <pc:docChg chg="undo custSel modSld">
      <pc:chgData name="Kaushal Singh" userId="e36f082c-af62-42c8-a49f-6580eff268a9" providerId="ADAL" clId="{58E7CA1D-B2DA-433E-B685-D8522383E8E9}" dt="2024-11-11T03:04:16.529" v="29" actId="113"/>
      <pc:docMkLst>
        <pc:docMk/>
      </pc:docMkLst>
      <pc:sldChg chg="modSp mod">
        <pc:chgData name="Kaushal Singh" userId="e36f082c-af62-42c8-a49f-6580eff268a9" providerId="ADAL" clId="{58E7CA1D-B2DA-433E-B685-D8522383E8E9}" dt="2024-11-11T02:34:34.338" v="18" actId="113"/>
        <pc:sldMkLst>
          <pc:docMk/>
          <pc:sldMk cId="0" sldId="343"/>
        </pc:sldMkLst>
        <pc:spChg chg="mod">
          <ac:chgData name="Kaushal Singh" userId="e36f082c-af62-42c8-a49f-6580eff268a9" providerId="ADAL" clId="{58E7CA1D-B2DA-433E-B685-D8522383E8E9}" dt="2024-11-11T02:34:34.338" v="18" actId="113"/>
          <ac:spMkLst>
            <pc:docMk/>
            <pc:sldMk cId="0" sldId="343"/>
            <ac:spMk id="3" creationId="{00000000-0000-0000-0000-000000000000}"/>
          </ac:spMkLst>
        </pc:spChg>
      </pc:sldChg>
      <pc:sldChg chg="modSp mod">
        <pc:chgData name="Kaushal Singh" userId="e36f082c-af62-42c8-a49f-6580eff268a9" providerId="ADAL" clId="{58E7CA1D-B2DA-433E-B685-D8522383E8E9}" dt="2024-11-11T02:38:06.068" v="23" actId="113"/>
        <pc:sldMkLst>
          <pc:docMk/>
          <pc:sldMk cId="0" sldId="345"/>
        </pc:sldMkLst>
        <pc:spChg chg="mod">
          <ac:chgData name="Kaushal Singh" userId="e36f082c-af62-42c8-a49f-6580eff268a9" providerId="ADAL" clId="{58E7CA1D-B2DA-433E-B685-D8522383E8E9}" dt="2024-11-11T02:38:06.068" v="23" actId="113"/>
          <ac:spMkLst>
            <pc:docMk/>
            <pc:sldMk cId="0" sldId="345"/>
            <ac:spMk id="3" creationId="{00000000-0000-0000-0000-000000000000}"/>
          </ac:spMkLst>
        </pc:spChg>
      </pc:sldChg>
      <pc:sldChg chg="modSp mod">
        <pc:chgData name="Kaushal Singh" userId="e36f082c-af62-42c8-a49f-6580eff268a9" providerId="ADAL" clId="{58E7CA1D-B2DA-433E-B685-D8522383E8E9}" dt="2024-11-11T02:36:14.663" v="20" actId="113"/>
        <pc:sldMkLst>
          <pc:docMk/>
          <pc:sldMk cId="0" sldId="406"/>
        </pc:sldMkLst>
        <pc:spChg chg="mod">
          <ac:chgData name="Kaushal Singh" userId="e36f082c-af62-42c8-a49f-6580eff268a9" providerId="ADAL" clId="{58E7CA1D-B2DA-433E-B685-D8522383E8E9}" dt="2024-11-11T02:36:14.663" v="20" actId="113"/>
          <ac:spMkLst>
            <pc:docMk/>
            <pc:sldMk cId="0" sldId="406"/>
            <ac:spMk id="3" creationId="{00000000-0000-0000-0000-000000000000}"/>
          </ac:spMkLst>
        </pc:spChg>
      </pc:sldChg>
      <pc:sldChg chg="modSp mod">
        <pc:chgData name="Kaushal Singh" userId="e36f082c-af62-42c8-a49f-6580eff268a9" providerId="ADAL" clId="{58E7CA1D-B2DA-433E-B685-D8522383E8E9}" dt="2024-11-11T03:03:19.137" v="27" actId="113"/>
        <pc:sldMkLst>
          <pc:docMk/>
          <pc:sldMk cId="0" sldId="407"/>
        </pc:sldMkLst>
        <pc:spChg chg="mod">
          <ac:chgData name="Kaushal Singh" userId="e36f082c-af62-42c8-a49f-6580eff268a9" providerId="ADAL" clId="{58E7CA1D-B2DA-433E-B685-D8522383E8E9}" dt="2024-11-11T03:03:19.137" v="27" actId="113"/>
          <ac:spMkLst>
            <pc:docMk/>
            <pc:sldMk cId="0" sldId="407"/>
            <ac:spMk id="3" creationId="{00000000-0000-0000-0000-000000000000}"/>
          </ac:spMkLst>
        </pc:spChg>
      </pc:sldChg>
      <pc:sldChg chg="addSp delSp mod">
        <pc:chgData name="Kaushal Singh" userId="e36f082c-af62-42c8-a49f-6580eff268a9" providerId="ADAL" clId="{58E7CA1D-B2DA-433E-B685-D8522383E8E9}" dt="2024-11-11T02:22:24.688" v="4" actId="478"/>
        <pc:sldMkLst>
          <pc:docMk/>
          <pc:sldMk cId="0" sldId="445"/>
        </pc:sldMkLst>
        <pc:spChg chg="add del">
          <ac:chgData name="Kaushal Singh" userId="e36f082c-af62-42c8-a49f-6580eff268a9" providerId="ADAL" clId="{58E7CA1D-B2DA-433E-B685-D8522383E8E9}" dt="2024-11-11T02:22:24.688" v="4" actId="478"/>
          <ac:spMkLst>
            <pc:docMk/>
            <pc:sldMk cId="0" sldId="445"/>
            <ac:spMk id="2" creationId="{366055BA-B38A-701A-D001-B7760871EDB8}"/>
          </ac:spMkLst>
        </pc:spChg>
      </pc:sldChg>
      <pc:sldChg chg="modSp mod">
        <pc:chgData name="Kaushal Singh" userId="e36f082c-af62-42c8-a49f-6580eff268a9" providerId="ADAL" clId="{58E7CA1D-B2DA-433E-B685-D8522383E8E9}" dt="2024-11-11T03:04:16.529" v="29" actId="113"/>
        <pc:sldMkLst>
          <pc:docMk/>
          <pc:sldMk cId="1102794562" sldId="460"/>
        </pc:sldMkLst>
        <pc:spChg chg="mod">
          <ac:chgData name="Kaushal Singh" userId="e36f082c-af62-42c8-a49f-6580eff268a9" providerId="ADAL" clId="{58E7CA1D-B2DA-433E-B685-D8522383E8E9}" dt="2024-11-11T03:04:16.529" v="29" actId="113"/>
          <ac:spMkLst>
            <pc:docMk/>
            <pc:sldMk cId="1102794562" sldId="460"/>
            <ac:spMk id="3" creationId="{00365C2F-E201-4D53-94CF-68832BB763FE}"/>
          </ac:spMkLst>
        </pc:spChg>
      </pc:sldChg>
      <pc:sldChg chg="modSp mod">
        <pc:chgData name="Kaushal Singh" userId="e36f082c-af62-42c8-a49f-6580eff268a9" providerId="ADAL" clId="{58E7CA1D-B2DA-433E-B685-D8522383E8E9}" dt="2024-11-11T02:12:50.719" v="1" actId="113"/>
        <pc:sldMkLst>
          <pc:docMk/>
          <pc:sldMk cId="541411821" sldId="690"/>
        </pc:sldMkLst>
        <pc:spChg chg="mod">
          <ac:chgData name="Kaushal Singh" userId="e36f082c-af62-42c8-a49f-6580eff268a9" providerId="ADAL" clId="{58E7CA1D-B2DA-433E-B685-D8522383E8E9}" dt="2024-11-11T02:12:50.719" v="1" actId="113"/>
          <ac:spMkLst>
            <pc:docMk/>
            <pc:sldMk cId="541411821" sldId="690"/>
            <ac:spMk id="11271" creationId="{00000000-0000-0000-0000-000000000000}"/>
          </ac:spMkLst>
        </pc:spChg>
      </pc:sldChg>
      <pc:sldChg chg="modSp mod">
        <pc:chgData name="Kaushal Singh" userId="e36f082c-af62-42c8-a49f-6580eff268a9" providerId="ADAL" clId="{58E7CA1D-B2DA-433E-B685-D8522383E8E9}" dt="2024-11-11T02:14:18.980" v="2" actId="113"/>
        <pc:sldMkLst>
          <pc:docMk/>
          <pc:sldMk cId="2761547439" sldId="691"/>
        </pc:sldMkLst>
        <pc:spChg chg="mod">
          <ac:chgData name="Kaushal Singh" userId="e36f082c-af62-42c8-a49f-6580eff268a9" providerId="ADAL" clId="{58E7CA1D-B2DA-433E-B685-D8522383E8E9}" dt="2024-11-11T02:14:18.980" v="2" actId="113"/>
          <ac:spMkLst>
            <pc:docMk/>
            <pc:sldMk cId="2761547439" sldId="691"/>
            <ac:spMk id="11271" creationId="{00000000-0000-0000-0000-000000000000}"/>
          </ac:spMkLst>
        </pc:spChg>
      </pc:sldChg>
      <pc:sldChg chg="modSp mod">
        <pc:chgData name="Kaushal Singh" userId="e36f082c-af62-42c8-a49f-6580eff268a9" providerId="ADAL" clId="{58E7CA1D-B2DA-433E-B685-D8522383E8E9}" dt="2024-11-11T02:25:18.650" v="6" actId="113"/>
        <pc:sldMkLst>
          <pc:docMk/>
          <pc:sldMk cId="2995618232" sldId="692"/>
        </pc:sldMkLst>
        <pc:spChg chg="mod">
          <ac:chgData name="Kaushal Singh" userId="e36f082c-af62-42c8-a49f-6580eff268a9" providerId="ADAL" clId="{58E7CA1D-B2DA-433E-B685-D8522383E8E9}" dt="2024-11-11T02:25:18.650" v="6" actId="113"/>
          <ac:spMkLst>
            <pc:docMk/>
            <pc:sldMk cId="2995618232" sldId="692"/>
            <ac:spMk id="8194" creationId="{00000000-0000-0000-0000-000000000000}"/>
          </ac:spMkLst>
        </pc:spChg>
      </pc:sldChg>
      <pc:sldChg chg="modSp mod">
        <pc:chgData name="Kaushal Singh" userId="e36f082c-af62-42c8-a49f-6580eff268a9" providerId="ADAL" clId="{58E7CA1D-B2DA-433E-B685-D8522383E8E9}" dt="2024-11-11T02:26:48.028" v="8" actId="113"/>
        <pc:sldMkLst>
          <pc:docMk/>
          <pc:sldMk cId="3248608424" sldId="693"/>
        </pc:sldMkLst>
        <pc:spChg chg="mod">
          <ac:chgData name="Kaushal Singh" userId="e36f082c-af62-42c8-a49f-6580eff268a9" providerId="ADAL" clId="{58E7CA1D-B2DA-433E-B685-D8522383E8E9}" dt="2024-11-11T02:26:48.028" v="8" actId="113"/>
          <ac:spMkLst>
            <pc:docMk/>
            <pc:sldMk cId="3248608424" sldId="693"/>
            <ac:spMk id="8194" creationId="{00000000-0000-0000-0000-000000000000}"/>
          </ac:spMkLst>
        </pc:spChg>
      </pc:sldChg>
      <pc:sldChg chg="modSp mod">
        <pc:chgData name="Kaushal Singh" userId="e36f082c-af62-42c8-a49f-6580eff268a9" providerId="ADAL" clId="{58E7CA1D-B2DA-433E-B685-D8522383E8E9}" dt="2024-11-11T02:30:12.880" v="15" actId="113"/>
        <pc:sldMkLst>
          <pc:docMk/>
          <pc:sldMk cId="2189519322" sldId="694"/>
        </pc:sldMkLst>
        <pc:spChg chg="mod">
          <ac:chgData name="Kaushal Singh" userId="e36f082c-af62-42c8-a49f-6580eff268a9" providerId="ADAL" clId="{58E7CA1D-B2DA-433E-B685-D8522383E8E9}" dt="2024-11-11T02:30:12.880" v="15" actId="113"/>
          <ac:spMkLst>
            <pc:docMk/>
            <pc:sldMk cId="2189519322" sldId="694"/>
            <ac:spMk id="3" creationId="{00000000-0000-0000-0000-000000000000}"/>
          </ac:spMkLst>
        </pc:spChg>
      </pc:sldChg>
    </pc:docChg>
  </pc:docChgLst>
  <pc:docChgLst>
    <pc:chgData name="VIKRAL BHAGOR" userId="S::1901330100302@niet.co.in::351961f3-a595-4344-b69c-abae5a1adc3d" providerId="AD" clId="Web-{7F71B5B5-4A9F-66FD-A491-12F1FC4B2FF0}"/>
    <pc:docChg chg="addSld delSld modSld">
      <pc:chgData name="VIKRAL BHAGOR" userId="S::1901330100302@niet.co.in::351961f3-a595-4344-b69c-abae5a1adc3d" providerId="AD" clId="Web-{7F71B5B5-4A9F-66FD-A491-12F1FC4B2FF0}" dt="2021-11-11T07:15:16.095" v="245"/>
      <pc:docMkLst>
        <pc:docMk/>
      </pc:docMkLst>
      <pc:sldChg chg="addSp delSp modSp">
        <pc:chgData name="VIKRAL BHAGOR" userId="S::1901330100302@niet.co.in::351961f3-a595-4344-b69c-abae5a1adc3d" providerId="AD" clId="Web-{7F71B5B5-4A9F-66FD-A491-12F1FC4B2FF0}" dt="2021-11-11T07:05:28.659" v="4" actId="1076"/>
        <pc:sldMkLst>
          <pc:docMk/>
          <pc:sldMk cId="0" sldId="256"/>
        </pc:sldMkLst>
        <pc:picChg chg="add mod">
          <ac:chgData name="VIKRAL BHAGOR" userId="S::1901330100302@niet.co.in::351961f3-a595-4344-b69c-abae5a1adc3d" providerId="AD" clId="Web-{7F71B5B5-4A9F-66FD-A491-12F1FC4B2FF0}" dt="2021-11-11T07:05:28.659" v="4" actId="1076"/>
          <ac:picMkLst>
            <pc:docMk/>
            <pc:sldMk cId="0" sldId="256"/>
            <ac:picMk id="4" creationId="{DF5A086F-33AC-485E-98CB-58B3689255F2}"/>
          </ac:picMkLst>
        </pc:picChg>
        <pc:picChg chg="del">
          <ac:chgData name="VIKRAL BHAGOR" userId="S::1901330100302@niet.co.in::351961f3-a595-4344-b69c-abae5a1adc3d" providerId="AD" clId="Web-{7F71B5B5-4A9F-66FD-A491-12F1FC4B2FF0}" dt="2021-11-11T07:05:18.080" v="0"/>
          <ac:picMkLst>
            <pc:docMk/>
            <pc:sldMk cId="0" sldId="256"/>
            <ac:picMk id="1026" creationId="{00000000-0000-0000-0000-000000000000}"/>
          </ac:picMkLst>
        </pc:picChg>
      </pc:sldChg>
      <pc:sldChg chg="addSp delSp modSp">
        <pc:chgData name="VIKRAL BHAGOR" userId="S::1901330100302@niet.co.in::351961f3-a595-4344-b69c-abae5a1adc3d" providerId="AD" clId="Web-{7F71B5B5-4A9F-66FD-A491-12F1FC4B2FF0}" dt="2021-11-11T07:06:59.302" v="14" actId="1076"/>
        <pc:sldMkLst>
          <pc:docMk/>
          <pc:sldMk cId="0" sldId="285"/>
        </pc:sldMkLst>
        <pc:picChg chg="add mod">
          <ac:chgData name="VIKRAL BHAGOR" userId="S::1901330100302@niet.co.in::351961f3-a595-4344-b69c-abae5a1adc3d" providerId="AD" clId="Web-{7F71B5B5-4A9F-66FD-A491-12F1FC4B2FF0}" dt="2021-11-11T07:06:59.302" v="14" actId="1076"/>
          <ac:picMkLst>
            <pc:docMk/>
            <pc:sldMk cId="0" sldId="285"/>
            <ac:picMk id="2" creationId="{F4DA5D77-3118-4BD7-AA4A-08C531B2237F}"/>
          </ac:picMkLst>
        </pc:picChg>
        <pc:picChg chg="del">
          <ac:chgData name="VIKRAL BHAGOR" userId="S::1901330100302@niet.co.in::351961f3-a595-4344-b69c-abae5a1adc3d" providerId="AD" clId="Web-{7F71B5B5-4A9F-66FD-A491-12F1FC4B2FF0}" dt="2021-11-11T07:06:51.536" v="11"/>
          <ac:picMkLst>
            <pc:docMk/>
            <pc:sldMk cId="0" sldId="285"/>
            <ac:picMk id="4102" creationId="{00000000-0000-0000-0000-000000000000}"/>
          </ac:picMkLst>
        </pc:picChg>
      </pc:sldChg>
      <pc:sldChg chg="addSp delSp modSp">
        <pc:chgData name="VIKRAL BHAGOR" userId="S::1901330100302@niet.co.in::351961f3-a595-4344-b69c-abae5a1adc3d" providerId="AD" clId="Web-{7F71B5B5-4A9F-66FD-A491-12F1FC4B2FF0}" dt="2021-11-11T07:07:21.880" v="20" actId="1076"/>
        <pc:sldMkLst>
          <pc:docMk/>
          <pc:sldMk cId="0" sldId="286"/>
        </pc:sldMkLst>
        <pc:picChg chg="add del">
          <ac:chgData name="VIKRAL BHAGOR" userId="S::1901330100302@niet.co.in::351961f3-a595-4344-b69c-abae5a1adc3d" providerId="AD" clId="Web-{7F71B5B5-4A9F-66FD-A491-12F1FC4B2FF0}" dt="2021-11-11T07:07:04.396" v="16"/>
          <ac:picMkLst>
            <pc:docMk/>
            <pc:sldMk cId="0" sldId="286"/>
            <ac:picMk id="2" creationId="{5FFE9924-A162-4F6D-BB06-BE00E758F6FA}"/>
          </ac:picMkLst>
        </pc:picChg>
        <pc:picChg chg="add mod">
          <ac:chgData name="VIKRAL BHAGOR" userId="S::1901330100302@niet.co.in::351961f3-a595-4344-b69c-abae5a1adc3d" providerId="AD" clId="Web-{7F71B5B5-4A9F-66FD-A491-12F1FC4B2FF0}" dt="2021-11-11T07:07:21.880" v="20" actId="1076"/>
          <ac:picMkLst>
            <pc:docMk/>
            <pc:sldMk cId="0" sldId="286"/>
            <ac:picMk id="3" creationId="{92833ED3-83A7-46E0-A1CF-DB15BE12B2C3}"/>
          </ac:picMkLst>
        </pc:picChg>
        <pc:picChg chg="del">
          <ac:chgData name="VIKRAL BHAGOR" userId="S::1901330100302@niet.co.in::351961f3-a595-4344-b69c-abae5a1adc3d" providerId="AD" clId="Web-{7F71B5B5-4A9F-66FD-A491-12F1FC4B2FF0}" dt="2021-11-11T07:07:06.927" v="17"/>
          <ac:picMkLst>
            <pc:docMk/>
            <pc:sldMk cId="0" sldId="286"/>
            <ac:picMk id="5126" creationId="{00000000-0000-0000-0000-000000000000}"/>
          </ac:picMkLst>
        </pc:picChg>
      </pc:sldChg>
      <pc:sldChg chg="addSp delSp">
        <pc:chgData name="VIKRAL BHAGOR" userId="S::1901330100302@niet.co.in::351961f3-a595-4344-b69c-abae5a1adc3d" providerId="AD" clId="Web-{7F71B5B5-4A9F-66FD-A491-12F1FC4B2FF0}" dt="2021-11-11T07:07:34.334" v="26"/>
        <pc:sldMkLst>
          <pc:docMk/>
          <pc:sldMk cId="0" sldId="287"/>
        </pc:sldMkLst>
        <pc:picChg chg="add">
          <ac:chgData name="VIKRAL BHAGOR" userId="S::1901330100302@niet.co.in::351961f3-a595-4344-b69c-abae5a1adc3d" providerId="AD" clId="Web-{7F71B5B5-4A9F-66FD-A491-12F1FC4B2FF0}" dt="2021-11-11T07:07:34.334" v="26"/>
          <ac:picMkLst>
            <pc:docMk/>
            <pc:sldMk cId="0" sldId="287"/>
            <ac:picMk id="2" creationId="{F8E6E658-C294-45A3-9C0D-9BBFD74D5BAB}"/>
          </ac:picMkLst>
        </pc:picChg>
        <pc:picChg chg="del">
          <ac:chgData name="VIKRAL BHAGOR" userId="S::1901330100302@niet.co.in::351961f3-a595-4344-b69c-abae5a1adc3d" providerId="AD" clId="Web-{7F71B5B5-4A9F-66FD-A491-12F1FC4B2FF0}" dt="2021-11-11T07:07:32.568" v="25"/>
          <ac:picMkLst>
            <pc:docMk/>
            <pc:sldMk cId="0" sldId="287"/>
            <ac:picMk id="6149" creationId="{00000000-0000-0000-0000-000000000000}"/>
          </ac:picMkLst>
        </pc:picChg>
      </pc:sldChg>
      <pc:sldChg chg="addSp delSp">
        <pc:chgData name="VIKRAL BHAGOR" userId="S::1901330100302@niet.co.in::351961f3-a595-4344-b69c-abae5a1adc3d" providerId="AD" clId="Web-{7F71B5B5-4A9F-66FD-A491-12F1FC4B2FF0}" dt="2021-11-11T07:07:42.303" v="30"/>
        <pc:sldMkLst>
          <pc:docMk/>
          <pc:sldMk cId="0" sldId="288"/>
        </pc:sldMkLst>
        <pc:picChg chg="add">
          <ac:chgData name="VIKRAL BHAGOR" userId="S::1901330100302@niet.co.in::351961f3-a595-4344-b69c-abae5a1adc3d" providerId="AD" clId="Web-{7F71B5B5-4A9F-66FD-A491-12F1FC4B2FF0}" dt="2021-11-11T07:07:42.303" v="30"/>
          <ac:picMkLst>
            <pc:docMk/>
            <pc:sldMk cId="0" sldId="288"/>
            <ac:picMk id="2" creationId="{701A4548-EA86-45E8-B5C9-52586539F756}"/>
          </ac:picMkLst>
        </pc:picChg>
        <pc:picChg chg="del">
          <ac:chgData name="VIKRAL BHAGOR" userId="S::1901330100302@niet.co.in::351961f3-a595-4344-b69c-abae5a1adc3d" providerId="AD" clId="Web-{7F71B5B5-4A9F-66FD-A491-12F1FC4B2FF0}" dt="2021-11-11T07:07:41.256" v="29"/>
          <ac:picMkLst>
            <pc:docMk/>
            <pc:sldMk cId="0" sldId="288"/>
            <ac:picMk id="7173" creationId="{00000000-0000-0000-0000-000000000000}"/>
          </ac:picMkLst>
        </pc:picChg>
      </pc:sldChg>
      <pc:sldChg chg="addSp delSp modSp">
        <pc:chgData name="VIKRAL BHAGOR" userId="S::1901330100302@niet.co.in::351961f3-a595-4344-b69c-abae5a1adc3d" providerId="AD" clId="Web-{7F71B5B5-4A9F-66FD-A491-12F1FC4B2FF0}" dt="2021-11-11T07:07:59.584" v="35" actId="1076"/>
        <pc:sldMkLst>
          <pc:docMk/>
          <pc:sldMk cId="0" sldId="289"/>
        </pc:sldMkLst>
        <pc:picChg chg="add mod">
          <ac:chgData name="VIKRAL BHAGOR" userId="S::1901330100302@niet.co.in::351961f3-a595-4344-b69c-abae5a1adc3d" providerId="AD" clId="Web-{7F71B5B5-4A9F-66FD-A491-12F1FC4B2FF0}" dt="2021-11-11T07:07:59.584" v="35" actId="1076"/>
          <ac:picMkLst>
            <pc:docMk/>
            <pc:sldMk cId="0" sldId="289"/>
            <ac:picMk id="2" creationId="{AC29411F-573E-4E32-BC06-1AF18ED37BC3}"/>
          </ac:picMkLst>
        </pc:picChg>
        <pc:picChg chg="del">
          <ac:chgData name="VIKRAL BHAGOR" userId="S::1901330100302@niet.co.in::351961f3-a595-4344-b69c-abae5a1adc3d" providerId="AD" clId="Web-{7F71B5B5-4A9F-66FD-A491-12F1FC4B2FF0}" dt="2021-11-11T07:07:57.866" v="33"/>
          <ac:picMkLst>
            <pc:docMk/>
            <pc:sldMk cId="0" sldId="289"/>
            <ac:picMk id="8198" creationId="{00000000-0000-0000-0000-000000000000}"/>
          </ac:picMkLst>
        </pc:picChg>
      </pc:sldChg>
      <pc:sldChg chg="addSp delSp">
        <pc:chgData name="VIKRAL BHAGOR" userId="S::1901330100302@niet.co.in::351961f3-a595-4344-b69c-abae5a1adc3d" providerId="AD" clId="Web-{7F71B5B5-4A9F-66FD-A491-12F1FC4B2FF0}" dt="2021-11-11T07:15:16.095" v="245"/>
        <pc:sldMkLst>
          <pc:docMk/>
          <pc:sldMk cId="2555220207" sldId="301"/>
        </pc:sldMkLst>
        <pc:picChg chg="add">
          <ac:chgData name="VIKRAL BHAGOR" userId="S::1901330100302@niet.co.in::351961f3-a595-4344-b69c-abae5a1adc3d" providerId="AD" clId="Web-{7F71B5B5-4A9F-66FD-A491-12F1FC4B2FF0}" dt="2021-11-11T07:15:16.095" v="245"/>
          <ac:picMkLst>
            <pc:docMk/>
            <pc:sldMk cId="2555220207" sldId="301"/>
            <ac:picMk id="2" creationId="{381D88E2-B857-45D0-B8BF-6B4B597639E2}"/>
          </ac:picMkLst>
        </pc:picChg>
        <pc:picChg chg="del">
          <ac:chgData name="VIKRAL BHAGOR" userId="S::1901330100302@niet.co.in::351961f3-a595-4344-b69c-abae5a1adc3d" providerId="AD" clId="Web-{7F71B5B5-4A9F-66FD-A491-12F1FC4B2FF0}" dt="2021-11-11T07:15:15.564" v="244"/>
          <ac:picMkLst>
            <pc:docMk/>
            <pc:sldMk cId="2555220207" sldId="301"/>
            <ac:picMk id="8" creationId="{00000000-0000-0000-0000-000000000000}"/>
          </ac:picMkLst>
        </pc:picChg>
      </pc:sldChg>
      <pc:sldChg chg="addSp delSp modSp">
        <pc:chgData name="VIKRAL BHAGOR" userId="S::1901330100302@niet.co.in::351961f3-a595-4344-b69c-abae5a1adc3d" providerId="AD" clId="Web-{7F71B5B5-4A9F-66FD-A491-12F1FC4B2FF0}" dt="2021-11-11T07:07:32.459" v="24" actId="1076"/>
        <pc:sldMkLst>
          <pc:docMk/>
          <pc:sldMk cId="0" sldId="302"/>
        </pc:sldMkLst>
        <pc:picChg chg="add mod">
          <ac:chgData name="VIKRAL BHAGOR" userId="S::1901330100302@niet.co.in::351961f3-a595-4344-b69c-abae5a1adc3d" providerId="AD" clId="Web-{7F71B5B5-4A9F-66FD-A491-12F1FC4B2FF0}" dt="2021-11-11T07:07:32.459" v="24" actId="1076"/>
          <ac:picMkLst>
            <pc:docMk/>
            <pc:sldMk cId="0" sldId="302"/>
            <ac:picMk id="2" creationId="{255BFEED-B577-4B58-B49A-FE3F29C6A416}"/>
          </ac:picMkLst>
        </pc:picChg>
        <pc:picChg chg="del mod">
          <ac:chgData name="VIKRAL BHAGOR" userId="S::1901330100302@niet.co.in::351961f3-a595-4344-b69c-abae5a1adc3d" providerId="AD" clId="Web-{7F71B5B5-4A9F-66FD-A491-12F1FC4B2FF0}" dt="2021-11-11T07:07:30.146" v="22"/>
          <ac:picMkLst>
            <pc:docMk/>
            <pc:sldMk cId="0" sldId="302"/>
            <ac:picMk id="5126" creationId="{00000000-0000-0000-0000-000000000000}"/>
          </ac:picMkLst>
        </pc:picChg>
      </pc:sldChg>
      <pc:sldChg chg="addSp delSp">
        <pc:chgData name="VIKRAL BHAGOR" userId="S::1901330100302@niet.co.in::351961f3-a595-4344-b69c-abae5a1adc3d" providerId="AD" clId="Web-{7F71B5B5-4A9F-66FD-A491-12F1FC4B2FF0}" dt="2021-11-11T07:13:44.077" v="185"/>
        <pc:sldMkLst>
          <pc:docMk/>
          <pc:sldMk cId="0" sldId="342"/>
        </pc:sldMkLst>
        <pc:picChg chg="add">
          <ac:chgData name="VIKRAL BHAGOR" userId="S::1901330100302@niet.co.in::351961f3-a595-4344-b69c-abae5a1adc3d" providerId="AD" clId="Web-{7F71B5B5-4A9F-66FD-A491-12F1FC4B2FF0}" dt="2021-11-11T07:13:44.077" v="185"/>
          <ac:picMkLst>
            <pc:docMk/>
            <pc:sldMk cId="0" sldId="342"/>
            <ac:picMk id="2" creationId="{8E47D153-4160-4F0A-8610-2D0576BE022B}"/>
          </ac:picMkLst>
        </pc:picChg>
        <pc:picChg chg="del">
          <ac:chgData name="VIKRAL BHAGOR" userId="S::1901330100302@niet.co.in::351961f3-a595-4344-b69c-abae5a1adc3d" providerId="AD" clId="Web-{7F71B5B5-4A9F-66FD-A491-12F1FC4B2FF0}" dt="2021-11-11T07:13:43.515" v="184"/>
          <ac:picMkLst>
            <pc:docMk/>
            <pc:sldMk cId="0" sldId="342"/>
            <ac:picMk id="8" creationId="{00000000-0000-0000-0000-000000000000}"/>
          </ac:picMkLst>
        </pc:picChg>
      </pc:sldChg>
      <pc:sldChg chg="addSp delSp">
        <pc:chgData name="VIKRAL BHAGOR" userId="S::1901330100302@niet.co.in::351961f3-a595-4344-b69c-abae5a1adc3d" providerId="AD" clId="Web-{7F71B5B5-4A9F-66FD-A491-12F1FC4B2FF0}" dt="2021-11-11T07:13:46.593" v="187"/>
        <pc:sldMkLst>
          <pc:docMk/>
          <pc:sldMk cId="0" sldId="343"/>
        </pc:sldMkLst>
        <pc:picChg chg="add">
          <ac:chgData name="VIKRAL BHAGOR" userId="S::1901330100302@niet.co.in::351961f3-a595-4344-b69c-abae5a1adc3d" providerId="AD" clId="Web-{7F71B5B5-4A9F-66FD-A491-12F1FC4B2FF0}" dt="2021-11-11T07:13:46.593" v="187"/>
          <ac:picMkLst>
            <pc:docMk/>
            <pc:sldMk cId="0" sldId="343"/>
            <ac:picMk id="2" creationId="{AF5939AD-988D-4319-8598-458DC69626BF}"/>
          </ac:picMkLst>
        </pc:picChg>
        <pc:picChg chg="del">
          <ac:chgData name="VIKRAL BHAGOR" userId="S::1901330100302@niet.co.in::351961f3-a595-4344-b69c-abae5a1adc3d" providerId="AD" clId="Web-{7F71B5B5-4A9F-66FD-A491-12F1FC4B2FF0}" dt="2021-11-11T07:13:45.999" v="186"/>
          <ac:picMkLst>
            <pc:docMk/>
            <pc:sldMk cId="0" sldId="343"/>
            <ac:picMk id="8" creationId="{00000000-0000-0000-0000-000000000000}"/>
          </ac:picMkLst>
        </pc:picChg>
      </pc:sldChg>
      <pc:sldChg chg="addSp delSp">
        <pc:chgData name="VIKRAL BHAGOR" userId="S::1901330100302@niet.co.in::351961f3-a595-4344-b69c-abae5a1adc3d" providerId="AD" clId="Web-{7F71B5B5-4A9F-66FD-A491-12F1FC4B2FF0}" dt="2021-11-11T07:13:58.297" v="195"/>
        <pc:sldMkLst>
          <pc:docMk/>
          <pc:sldMk cId="0" sldId="345"/>
        </pc:sldMkLst>
        <pc:picChg chg="add">
          <ac:chgData name="VIKRAL BHAGOR" userId="S::1901330100302@niet.co.in::351961f3-a595-4344-b69c-abae5a1adc3d" providerId="AD" clId="Web-{7F71B5B5-4A9F-66FD-A491-12F1FC4B2FF0}" dt="2021-11-11T07:13:58.297" v="195"/>
          <ac:picMkLst>
            <pc:docMk/>
            <pc:sldMk cId="0" sldId="345"/>
            <ac:picMk id="2" creationId="{78664B44-7C33-4DD9-9EA8-AE35FC80094F}"/>
          </ac:picMkLst>
        </pc:picChg>
        <pc:picChg chg="del">
          <ac:chgData name="VIKRAL BHAGOR" userId="S::1901330100302@niet.co.in::351961f3-a595-4344-b69c-abae5a1adc3d" providerId="AD" clId="Web-{7F71B5B5-4A9F-66FD-A491-12F1FC4B2FF0}" dt="2021-11-11T07:13:57.406" v="194"/>
          <ac:picMkLst>
            <pc:docMk/>
            <pc:sldMk cId="0" sldId="345"/>
            <ac:picMk id="8" creationId="{00000000-0000-0000-0000-000000000000}"/>
          </ac:picMkLst>
        </pc:picChg>
      </pc:sldChg>
      <pc:sldChg chg="addSp delSp">
        <pc:chgData name="VIKRAL BHAGOR" userId="S::1901330100302@niet.co.in::351961f3-a595-4344-b69c-abae5a1adc3d" providerId="AD" clId="Web-{7F71B5B5-4A9F-66FD-A491-12F1FC4B2FF0}" dt="2021-11-11T07:15:05.767" v="237"/>
        <pc:sldMkLst>
          <pc:docMk/>
          <pc:sldMk cId="0" sldId="347"/>
        </pc:sldMkLst>
        <pc:picChg chg="add">
          <ac:chgData name="VIKRAL BHAGOR" userId="S::1901330100302@niet.co.in::351961f3-a595-4344-b69c-abae5a1adc3d" providerId="AD" clId="Web-{7F71B5B5-4A9F-66FD-A491-12F1FC4B2FF0}" dt="2021-11-11T07:15:05.767" v="237"/>
          <ac:picMkLst>
            <pc:docMk/>
            <pc:sldMk cId="0" sldId="347"/>
            <ac:picMk id="2" creationId="{02564312-F602-4971-BDF6-740F1ACD8CAA}"/>
          </ac:picMkLst>
        </pc:picChg>
        <pc:picChg chg="del">
          <ac:chgData name="VIKRAL BHAGOR" userId="S::1901330100302@niet.co.in::351961f3-a595-4344-b69c-abae5a1adc3d" providerId="AD" clId="Web-{7F71B5B5-4A9F-66FD-A491-12F1FC4B2FF0}" dt="2021-11-11T07:15:04.845" v="236"/>
          <ac:picMkLst>
            <pc:docMk/>
            <pc:sldMk cId="0" sldId="347"/>
            <ac:picMk id="8" creationId="{00000000-0000-0000-0000-000000000000}"/>
          </ac:picMkLst>
        </pc:picChg>
      </pc:sldChg>
      <pc:sldChg chg="addSp delSp">
        <pc:chgData name="VIKRAL BHAGOR" userId="S::1901330100302@niet.co.in::351961f3-a595-4344-b69c-abae5a1adc3d" providerId="AD" clId="Web-{7F71B5B5-4A9F-66FD-A491-12F1FC4B2FF0}" dt="2021-11-11T07:15:10.564" v="241"/>
        <pc:sldMkLst>
          <pc:docMk/>
          <pc:sldMk cId="0" sldId="348"/>
        </pc:sldMkLst>
        <pc:picChg chg="add">
          <ac:chgData name="VIKRAL BHAGOR" userId="S::1901330100302@niet.co.in::351961f3-a595-4344-b69c-abae5a1adc3d" providerId="AD" clId="Web-{7F71B5B5-4A9F-66FD-A491-12F1FC4B2FF0}" dt="2021-11-11T07:15:10.564" v="241"/>
          <ac:picMkLst>
            <pc:docMk/>
            <pc:sldMk cId="0" sldId="348"/>
            <ac:picMk id="2" creationId="{F8716DEE-5A5A-4986-884F-D1E8A0934977}"/>
          </ac:picMkLst>
        </pc:picChg>
        <pc:picChg chg="del">
          <ac:chgData name="VIKRAL BHAGOR" userId="S::1901330100302@niet.co.in::351961f3-a595-4344-b69c-abae5a1adc3d" providerId="AD" clId="Web-{7F71B5B5-4A9F-66FD-A491-12F1FC4B2FF0}" dt="2021-11-11T07:15:10.220" v="240"/>
          <ac:picMkLst>
            <pc:docMk/>
            <pc:sldMk cId="0" sldId="348"/>
            <ac:picMk id="8" creationId="{00000000-0000-0000-0000-000000000000}"/>
          </ac:picMkLst>
        </pc:picChg>
      </pc:sldChg>
      <pc:sldChg chg="addSp delSp">
        <pc:chgData name="VIKRAL BHAGOR" userId="S::1901330100302@niet.co.in::351961f3-a595-4344-b69c-abae5a1adc3d" providerId="AD" clId="Web-{7F71B5B5-4A9F-66FD-A491-12F1FC4B2FF0}" dt="2021-11-11T07:15:12.830" v="243"/>
        <pc:sldMkLst>
          <pc:docMk/>
          <pc:sldMk cId="2555220207" sldId="349"/>
        </pc:sldMkLst>
        <pc:picChg chg="add">
          <ac:chgData name="VIKRAL BHAGOR" userId="S::1901330100302@niet.co.in::351961f3-a595-4344-b69c-abae5a1adc3d" providerId="AD" clId="Web-{7F71B5B5-4A9F-66FD-A491-12F1FC4B2FF0}" dt="2021-11-11T07:15:12.830" v="243"/>
          <ac:picMkLst>
            <pc:docMk/>
            <pc:sldMk cId="2555220207" sldId="349"/>
            <ac:picMk id="2" creationId="{0A53B7A9-4D33-45D8-B986-4CCB044E28E6}"/>
          </ac:picMkLst>
        </pc:picChg>
        <pc:picChg chg="del">
          <ac:chgData name="VIKRAL BHAGOR" userId="S::1901330100302@niet.co.in::351961f3-a595-4344-b69c-abae5a1adc3d" providerId="AD" clId="Web-{7F71B5B5-4A9F-66FD-A491-12F1FC4B2FF0}" dt="2021-11-11T07:15:12.048" v="242"/>
          <ac:picMkLst>
            <pc:docMk/>
            <pc:sldMk cId="2555220207" sldId="349"/>
            <ac:picMk id="8" creationId="{00000000-0000-0000-0000-000000000000}"/>
          </ac:picMkLst>
        </pc:picChg>
      </pc:sldChg>
      <pc:sldChg chg="addSp delSp modSp">
        <pc:chgData name="VIKRAL BHAGOR" userId="S::1901330100302@niet.co.in::351961f3-a595-4344-b69c-abae5a1adc3d" providerId="AD" clId="Web-{7F71B5B5-4A9F-66FD-A491-12F1FC4B2FF0}" dt="2021-11-11T07:08:02.569" v="41" actId="1076"/>
        <pc:sldMkLst>
          <pc:docMk/>
          <pc:sldMk cId="0" sldId="350"/>
        </pc:sldMkLst>
        <pc:picChg chg="add mod">
          <ac:chgData name="VIKRAL BHAGOR" userId="S::1901330100302@niet.co.in::351961f3-a595-4344-b69c-abae5a1adc3d" providerId="AD" clId="Web-{7F71B5B5-4A9F-66FD-A491-12F1FC4B2FF0}" dt="2021-11-11T07:08:02.569" v="41" actId="1076"/>
          <ac:picMkLst>
            <pc:docMk/>
            <pc:sldMk cId="0" sldId="350"/>
            <ac:picMk id="2" creationId="{6027A7FF-F177-433E-B5BC-BE16E024BD3B}"/>
          </ac:picMkLst>
        </pc:picChg>
        <pc:picChg chg="del">
          <ac:chgData name="VIKRAL BHAGOR" userId="S::1901330100302@niet.co.in::351961f3-a595-4344-b69c-abae5a1adc3d" providerId="AD" clId="Web-{7F71B5B5-4A9F-66FD-A491-12F1FC4B2FF0}" dt="2021-11-11T07:08:01.194" v="39"/>
          <ac:picMkLst>
            <pc:docMk/>
            <pc:sldMk cId="0" sldId="350"/>
            <ac:picMk id="9221" creationId="{00000000-0000-0000-0000-000000000000}"/>
          </ac:picMkLst>
        </pc:picChg>
      </pc:sldChg>
      <pc:sldChg chg="addSp delSp modSp">
        <pc:chgData name="VIKRAL BHAGOR" userId="S::1901330100302@niet.co.in::351961f3-a595-4344-b69c-abae5a1adc3d" providerId="AD" clId="Web-{7F71B5B5-4A9F-66FD-A491-12F1FC4B2FF0}" dt="2021-11-11T07:08:04.085" v="44" actId="1076"/>
        <pc:sldMkLst>
          <pc:docMk/>
          <pc:sldMk cId="0" sldId="351"/>
        </pc:sldMkLst>
        <pc:picChg chg="add mod">
          <ac:chgData name="VIKRAL BHAGOR" userId="S::1901330100302@niet.co.in::351961f3-a595-4344-b69c-abae5a1adc3d" providerId="AD" clId="Web-{7F71B5B5-4A9F-66FD-A491-12F1FC4B2FF0}" dt="2021-11-11T07:08:04.085" v="44" actId="1076"/>
          <ac:picMkLst>
            <pc:docMk/>
            <pc:sldMk cId="0" sldId="351"/>
            <ac:picMk id="2" creationId="{273F403D-5C95-4E4A-97C5-8B25CB53EFEA}"/>
          </ac:picMkLst>
        </pc:picChg>
        <pc:picChg chg="del">
          <ac:chgData name="VIKRAL BHAGOR" userId="S::1901330100302@niet.co.in::351961f3-a595-4344-b69c-abae5a1adc3d" providerId="AD" clId="Web-{7F71B5B5-4A9F-66FD-A491-12F1FC4B2FF0}" dt="2021-11-11T07:08:02.663" v="42"/>
          <ac:picMkLst>
            <pc:docMk/>
            <pc:sldMk cId="0" sldId="351"/>
            <ac:picMk id="10245" creationId="{00000000-0000-0000-0000-000000000000}"/>
          </ac:picMkLst>
        </pc:picChg>
      </pc:sldChg>
      <pc:sldChg chg="addSp delSp modSp">
        <pc:chgData name="VIKRAL BHAGOR" userId="S::1901330100302@niet.co.in::351961f3-a595-4344-b69c-abae5a1adc3d" providerId="AD" clId="Web-{7F71B5B5-4A9F-66FD-A491-12F1FC4B2FF0}" dt="2021-11-11T07:08:11.241" v="47" actId="1076"/>
        <pc:sldMkLst>
          <pc:docMk/>
          <pc:sldMk cId="0" sldId="352"/>
        </pc:sldMkLst>
        <pc:picChg chg="add mod">
          <ac:chgData name="VIKRAL BHAGOR" userId="S::1901330100302@niet.co.in::351961f3-a595-4344-b69c-abae5a1adc3d" providerId="AD" clId="Web-{7F71B5B5-4A9F-66FD-A491-12F1FC4B2FF0}" dt="2021-11-11T07:08:11.241" v="47" actId="1076"/>
          <ac:picMkLst>
            <pc:docMk/>
            <pc:sldMk cId="0" sldId="352"/>
            <ac:picMk id="2" creationId="{8A8B8E29-8947-4244-B47C-4B4DC8556626}"/>
          </ac:picMkLst>
        </pc:picChg>
        <pc:picChg chg="del">
          <ac:chgData name="VIKRAL BHAGOR" userId="S::1901330100302@niet.co.in::351961f3-a595-4344-b69c-abae5a1adc3d" providerId="AD" clId="Web-{7F71B5B5-4A9F-66FD-A491-12F1FC4B2FF0}" dt="2021-11-11T07:08:09.319" v="45"/>
          <ac:picMkLst>
            <pc:docMk/>
            <pc:sldMk cId="0" sldId="352"/>
            <ac:picMk id="11269" creationId="{00000000-0000-0000-0000-000000000000}"/>
          </ac:picMkLst>
        </pc:picChg>
      </pc:sldChg>
      <pc:sldChg chg="addSp delSp">
        <pc:chgData name="VIKRAL BHAGOR" userId="S::1901330100302@niet.co.in::351961f3-a595-4344-b69c-abae5a1adc3d" providerId="AD" clId="Web-{7F71B5B5-4A9F-66FD-A491-12F1FC4B2FF0}" dt="2021-11-11T07:08:34.960" v="53"/>
        <pc:sldMkLst>
          <pc:docMk/>
          <pc:sldMk cId="0" sldId="353"/>
        </pc:sldMkLst>
        <pc:picChg chg="add">
          <ac:chgData name="VIKRAL BHAGOR" userId="S::1901330100302@niet.co.in::351961f3-a595-4344-b69c-abae5a1adc3d" providerId="AD" clId="Web-{7F71B5B5-4A9F-66FD-A491-12F1FC4B2FF0}" dt="2021-11-11T07:08:34.960" v="53"/>
          <ac:picMkLst>
            <pc:docMk/>
            <pc:sldMk cId="0" sldId="353"/>
            <ac:picMk id="2" creationId="{795E86BC-FF60-4DCB-9276-F6A323212711}"/>
          </ac:picMkLst>
        </pc:picChg>
        <pc:picChg chg="del">
          <ac:chgData name="VIKRAL BHAGOR" userId="S::1901330100302@niet.co.in::351961f3-a595-4344-b69c-abae5a1adc3d" providerId="AD" clId="Web-{7F71B5B5-4A9F-66FD-A491-12F1FC4B2FF0}" dt="2021-11-11T07:08:34.085" v="52"/>
          <ac:picMkLst>
            <pc:docMk/>
            <pc:sldMk cId="0" sldId="353"/>
            <ac:picMk id="12293" creationId="{00000000-0000-0000-0000-000000000000}"/>
          </ac:picMkLst>
        </pc:picChg>
      </pc:sldChg>
      <pc:sldChg chg="addSp delSp">
        <pc:chgData name="VIKRAL BHAGOR" userId="S::1901330100302@niet.co.in::351961f3-a595-4344-b69c-abae5a1adc3d" providerId="AD" clId="Web-{7F71B5B5-4A9F-66FD-A491-12F1FC4B2FF0}" dt="2021-11-11T07:08:36.617" v="55"/>
        <pc:sldMkLst>
          <pc:docMk/>
          <pc:sldMk cId="0" sldId="354"/>
        </pc:sldMkLst>
        <pc:picChg chg="add">
          <ac:chgData name="VIKRAL BHAGOR" userId="S::1901330100302@niet.co.in::351961f3-a595-4344-b69c-abae5a1adc3d" providerId="AD" clId="Web-{7F71B5B5-4A9F-66FD-A491-12F1FC4B2FF0}" dt="2021-11-11T07:08:36.617" v="55"/>
          <ac:picMkLst>
            <pc:docMk/>
            <pc:sldMk cId="0" sldId="354"/>
            <ac:picMk id="2" creationId="{0EBF7A4B-1D2C-4DD2-B66D-B231EF4E6C16}"/>
          </ac:picMkLst>
        </pc:picChg>
        <pc:picChg chg="del">
          <ac:chgData name="VIKRAL BHAGOR" userId="S::1901330100302@niet.co.in::351961f3-a595-4344-b69c-abae5a1adc3d" providerId="AD" clId="Web-{7F71B5B5-4A9F-66FD-A491-12F1FC4B2FF0}" dt="2021-11-11T07:08:35.726" v="54"/>
          <ac:picMkLst>
            <pc:docMk/>
            <pc:sldMk cId="0" sldId="354"/>
            <ac:picMk id="13317" creationId="{00000000-0000-0000-0000-000000000000}"/>
          </ac:picMkLst>
        </pc:picChg>
      </pc:sldChg>
      <pc:sldChg chg="addSp delSp">
        <pc:chgData name="VIKRAL BHAGOR" userId="S::1901330100302@niet.co.in::351961f3-a595-4344-b69c-abae5a1adc3d" providerId="AD" clId="Web-{7F71B5B5-4A9F-66FD-A491-12F1FC4B2FF0}" dt="2021-11-11T07:10:09.948" v="63"/>
        <pc:sldMkLst>
          <pc:docMk/>
          <pc:sldMk cId="0" sldId="355"/>
        </pc:sldMkLst>
        <pc:picChg chg="add">
          <ac:chgData name="VIKRAL BHAGOR" userId="S::1901330100302@niet.co.in::351961f3-a595-4344-b69c-abae5a1adc3d" providerId="AD" clId="Web-{7F71B5B5-4A9F-66FD-A491-12F1FC4B2FF0}" dt="2021-11-11T07:10:09.948" v="63"/>
          <ac:picMkLst>
            <pc:docMk/>
            <pc:sldMk cId="0" sldId="355"/>
            <ac:picMk id="2" creationId="{E5C06A2C-6E1D-43B2-9E37-2373540CDBE8}"/>
          </ac:picMkLst>
        </pc:picChg>
        <pc:picChg chg="add del">
          <ac:chgData name="VIKRAL BHAGOR" userId="S::1901330100302@niet.co.in::351961f3-a595-4344-b69c-abae5a1adc3d" providerId="AD" clId="Web-{7F71B5B5-4A9F-66FD-A491-12F1FC4B2FF0}" dt="2021-11-11T07:10:08.619" v="62"/>
          <ac:picMkLst>
            <pc:docMk/>
            <pc:sldMk cId="0" sldId="355"/>
            <ac:picMk id="14341" creationId="{00000000-0000-0000-0000-000000000000}"/>
          </ac:picMkLst>
        </pc:picChg>
      </pc:sldChg>
      <pc:sldChg chg="addSp delSp">
        <pc:chgData name="VIKRAL BHAGOR" userId="S::1901330100302@niet.co.in::351961f3-a595-4344-b69c-abae5a1adc3d" providerId="AD" clId="Web-{7F71B5B5-4A9F-66FD-A491-12F1FC4B2FF0}" dt="2021-11-11T07:10:11.791" v="65"/>
        <pc:sldMkLst>
          <pc:docMk/>
          <pc:sldMk cId="0" sldId="356"/>
        </pc:sldMkLst>
        <pc:picChg chg="add">
          <ac:chgData name="VIKRAL BHAGOR" userId="S::1901330100302@niet.co.in::351961f3-a595-4344-b69c-abae5a1adc3d" providerId="AD" clId="Web-{7F71B5B5-4A9F-66FD-A491-12F1FC4B2FF0}" dt="2021-11-11T07:10:11.791" v="65"/>
          <ac:picMkLst>
            <pc:docMk/>
            <pc:sldMk cId="0" sldId="356"/>
            <ac:picMk id="2" creationId="{EFF9BC92-C7FE-46A4-B226-68DE9F0CD317}"/>
          </ac:picMkLst>
        </pc:picChg>
        <pc:picChg chg="del">
          <ac:chgData name="VIKRAL BHAGOR" userId="S::1901330100302@niet.co.in::351961f3-a595-4344-b69c-abae5a1adc3d" providerId="AD" clId="Web-{7F71B5B5-4A9F-66FD-A491-12F1FC4B2FF0}" dt="2021-11-11T07:10:11.681" v="64"/>
          <ac:picMkLst>
            <pc:docMk/>
            <pc:sldMk cId="0" sldId="356"/>
            <ac:picMk id="15365" creationId="{00000000-0000-0000-0000-000000000000}"/>
          </ac:picMkLst>
        </pc:picChg>
      </pc:sldChg>
      <pc:sldChg chg="addSp delSp">
        <pc:chgData name="VIKRAL BHAGOR" userId="S::1901330100302@niet.co.in::351961f3-a595-4344-b69c-abae5a1adc3d" providerId="AD" clId="Web-{7F71B5B5-4A9F-66FD-A491-12F1FC4B2FF0}" dt="2021-11-11T07:10:15.650" v="67"/>
        <pc:sldMkLst>
          <pc:docMk/>
          <pc:sldMk cId="0" sldId="357"/>
        </pc:sldMkLst>
        <pc:picChg chg="add">
          <ac:chgData name="VIKRAL BHAGOR" userId="S::1901330100302@niet.co.in::351961f3-a595-4344-b69c-abae5a1adc3d" providerId="AD" clId="Web-{7F71B5B5-4A9F-66FD-A491-12F1FC4B2FF0}" dt="2021-11-11T07:10:15.650" v="67"/>
          <ac:picMkLst>
            <pc:docMk/>
            <pc:sldMk cId="0" sldId="357"/>
            <ac:picMk id="2" creationId="{403AD7BF-8AA9-4E24-AFA2-824B6C054B98}"/>
          </ac:picMkLst>
        </pc:picChg>
        <pc:picChg chg="del">
          <ac:chgData name="VIKRAL BHAGOR" userId="S::1901330100302@niet.co.in::351961f3-a595-4344-b69c-abae5a1adc3d" providerId="AD" clId="Web-{7F71B5B5-4A9F-66FD-A491-12F1FC4B2FF0}" dt="2021-11-11T07:10:15.510" v="66"/>
          <ac:picMkLst>
            <pc:docMk/>
            <pc:sldMk cId="0" sldId="357"/>
            <ac:picMk id="16389" creationId="{00000000-0000-0000-0000-000000000000}"/>
          </ac:picMkLst>
        </pc:picChg>
      </pc:sldChg>
      <pc:sldChg chg="addSp delSp">
        <pc:chgData name="VIKRAL BHAGOR" userId="S::1901330100302@niet.co.in::351961f3-a595-4344-b69c-abae5a1adc3d" providerId="AD" clId="Web-{7F71B5B5-4A9F-66FD-A491-12F1FC4B2FF0}" dt="2021-11-11T07:10:20.244" v="69"/>
        <pc:sldMkLst>
          <pc:docMk/>
          <pc:sldMk cId="0" sldId="358"/>
        </pc:sldMkLst>
        <pc:picChg chg="add">
          <ac:chgData name="VIKRAL BHAGOR" userId="S::1901330100302@niet.co.in::351961f3-a595-4344-b69c-abae5a1adc3d" providerId="AD" clId="Web-{7F71B5B5-4A9F-66FD-A491-12F1FC4B2FF0}" dt="2021-11-11T07:10:20.244" v="69"/>
          <ac:picMkLst>
            <pc:docMk/>
            <pc:sldMk cId="0" sldId="358"/>
            <ac:picMk id="2" creationId="{D039B1C5-62B1-4EFE-9C2F-C9BB0EB89820}"/>
          </ac:picMkLst>
        </pc:picChg>
        <pc:picChg chg="del">
          <ac:chgData name="VIKRAL BHAGOR" userId="S::1901330100302@niet.co.in::351961f3-a595-4344-b69c-abae5a1adc3d" providerId="AD" clId="Web-{7F71B5B5-4A9F-66FD-A491-12F1FC4B2FF0}" dt="2021-11-11T07:10:18.010" v="68"/>
          <ac:picMkLst>
            <pc:docMk/>
            <pc:sldMk cId="0" sldId="358"/>
            <ac:picMk id="17413" creationId="{00000000-0000-0000-0000-000000000000}"/>
          </ac:picMkLst>
        </pc:picChg>
      </pc:sldChg>
      <pc:sldChg chg="addSp delSp">
        <pc:chgData name="VIKRAL BHAGOR" userId="S::1901330100302@niet.co.in::351961f3-a595-4344-b69c-abae5a1adc3d" providerId="AD" clId="Web-{7F71B5B5-4A9F-66FD-A491-12F1FC4B2FF0}" dt="2021-11-11T07:10:29.885" v="75"/>
        <pc:sldMkLst>
          <pc:docMk/>
          <pc:sldMk cId="0" sldId="359"/>
        </pc:sldMkLst>
        <pc:picChg chg="add">
          <ac:chgData name="VIKRAL BHAGOR" userId="S::1901330100302@niet.co.in::351961f3-a595-4344-b69c-abae5a1adc3d" providerId="AD" clId="Web-{7F71B5B5-4A9F-66FD-A491-12F1FC4B2FF0}" dt="2021-11-11T07:10:29.885" v="75"/>
          <ac:picMkLst>
            <pc:docMk/>
            <pc:sldMk cId="0" sldId="359"/>
            <ac:picMk id="2" creationId="{4BF7B8B0-EBC9-42EC-9DED-311979EDA158}"/>
          </ac:picMkLst>
        </pc:picChg>
        <pc:picChg chg="del">
          <ac:chgData name="VIKRAL BHAGOR" userId="S::1901330100302@niet.co.in::351961f3-a595-4344-b69c-abae5a1adc3d" providerId="AD" clId="Web-{7F71B5B5-4A9F-66FD-A491-12F1FC4B2FF0}" dt="2021-11-11T07:10:29.823" v="74"/>
          <ac:picMkLst>
            <pc:docMk/>
            <pc:sldMk cId="0" sldId="359"/>
            <ac:picMk id="18436" creationId="{00000000-0000-0000-0000-000000000000}"/>
          </ac:picMkLst>
        </pc:picChg>
      </pc:sldChg>
      <pc:sldChg chg="addSp delSp">
        <pc:chgData name="VIKRAL BHAGOR" userId="S::1901330100302@niet.co.in::351961f3-a595-4344-b69c-abae5a1adc3d" providerId="AD" clId="Web-{7F71B5B5-4A9F-66FD-A491-12F1FC4B2FF0}" dt="2021-11-11T07:10:30.619" v="77"/>
        <pc:sldMkLst>
          <pc:docMk/>
          <pc:sldMk cId="0" sldId="360"/>
        </pc:sldMkLst>
        <pc:picChg chg="add">
          <ac:chgData name="VIKRAL BHAGOR" userId="S::1901330100302@niet.co.in::351961f3-a595-4344-b69c-abae5a1adc3d" providerId="AD" clId="Web-{7F71B5B5-4A9F-66FD-A491-12F1FC4B2FF0}" dt="2021-11-11T07:10:30.619" v="77"/>
          <ac:picMkLst>
            <pc:docMk/>
            <pc:sldMk cId="0" sldId="360"/>
            <ac:picMk id="2" creationId="{1D7744CC-69BB-400D-B41C-273D7C29B9A4}"/>
          </ac:picMkLst>
        </pc:picChg>
        <pc:picChg chg="del">
          <ac:chgData name="VIKRAL BHAGOR" userId="S::1901330100302@niet.co.in::351961f3-a595-4344-b69c-abae5a1adc3d" providerId="AD" clId="Web-{7F71B5B5-4A9F-66FD-A491-12F1FC4B2FF0}" dt="2021-11-11T07:10:30.448" v="76"/>
          <ac:picMkLst>
            <pc:docMk/>
            <pc:sldMk cId="0" sldId="360"/>
            <ac:picMk id="19541" creationId="{00000000-0000-0000-0000-000000000000}"/>
          </ac:picMkLst>
        </pc:picChg>
      </pc:sldChg>
      <pc:sldChg chg="addSp delSp">
        <pc:chgData name="VIKRAL BHAGOR" userId="S::1901330100302@niet.co.in::351961f3-a595-4344-b69c-abae5a1adc3d" providerId="AD" clId="Web-{7F71B5B5-4A9F-66FD-A491-12F1FC4B2FF0}" dt="2021-11-11T07:10:45.245" v="83"/>
        <pc:sldMkLst>
          <pc:docMk/>
          <pc:sldMk cId="0" sldId="361"/>
        </pc:sldMkLst>
        <pc:picChg chg="add">
          <ac:chgData name="VIKRAL BHAGOR" userId="S::1901330100302@niet.co.in::351961f3-a595-4344-b69c-abae5a1adc3d" providerId="AD" clId="Web-{7F71B5B5-4A9F-66FD-A491-12F1FC4B2FF0}" dt="2021-11-11T07:10:45.245" v="83"/>
          <ac:picMkLst>
            <pc:docMk/>
            <pc:sldMk cId="0" sldId="361"/>
            <ac:picMk id="2" creationId="{F7AA90D0-4BB7-4489-885F-3EBE2ED94F23}"/>
          </ac:picMkLst>
        </pc:picChg>
        <pc:picChg chg="del">
          <ac:chgData name="VIKRAL BHAGOR" userId="S::1901330100302@niet.co.in::351961f3-a595-4344-b69c-abae5a1adc3d" providerId="AD" clId="Web-{7F71B5B5-4A9F-66FD-A491-12F1FC4B2FF0}" dt="2021-11-11T07:10:44.635" v="82"/>
          <ac:picMkLst>
            <pc:docMk/>
            <pc:sldMk cId="0" sldId="361"/>
            <ac:picMk id="5" creationId="{00000000-0000-0000-0000-000000000000}"/>
          </ac:picMkLst>
        </pc:picChg>
      </pc:sldChg>
      <pc:sldChg chg="addSp delSp">
        <pc:chgData name="VIKRAL BHAGOR" userId="S::1901330100302@niet.co.in::351961f3-a595-4344-b69c-abae5a1adc3d" providerId="AD" clId="Web-{7F71B5B5-4A9F-66FD-A491-12F1FC4B2FF0}" dt="2021-11-11T07:10:50.354" v="85"/>
        <pc:sldMkLst>
          <pc:docMk/>
          <pc:sldMk cId="0" sldId="362"/>
        </pc:sldMkLst>
        <pc:picChg chg="add">
          <ac:chgData name="VIKRAL BHAGOR" userId="S::1901330100302@niet.co.in::351961f3-a595-4344-b69c-abae5a1adc3d" providerId="AD" clId="Web-{7F71B5B5-4A9F-66FD-A491-12F1FC4B2FF0}" dt="2021-11-11T07:10:50.354" v="85"/>
          <ac:picMkLst>
            <pc:docMk/>
            <pc:sldMk cId="0" sldId="362"/>
            <ac:picMk id="2" creationId="{0017DAFA-6220-4E16-A4E0-FC5B32EE2D40}"/>
          </ac:picMkLst>
        </pc:picChg>
        <pc:picChg chg="del">
          <ac:chgData name="VIKRAL BHAGOR" userId="S::1901330100302@niet.co.in::351961f3-a595-4344-b69c-abae5a1adc3d" providerId="AD" clId="Web-{7F71B5B5-4A9F-66FD-A491-12F1FC4B2FF0}" dt="2021-11-11T07:10:48.604" v="84"/>
          <ac:picMkLst>
            <pc:docMk/>
            <pc:sldMk cId="0" sldId="362"/>
            <ac:picMk id="5" creationId="{00000000-0000-0000-0000-000000000000}"/>
          </ac:picMkLst>
        </pc:picChg>
      </pc:sldChg>
      <pc:sldChg chg="addSp delSp">
        <pc:chgData name="VIKRAL BHAGOR" userId="S::1901330100302@niet.co.in::351961f3-a595-4344-b69c-abae5a1adc3d" providerId="AD" clId="Web-{7F71B5B5-4A9F-66FD-A491-12F1FC4B2FF0}" dt="2021-11-11T07:10:53.120" v="87"/>
        <pc:sldMkLst>
          <pc:docMk/>
          <pc:sldMk cId="0" sldId="363"/>
        </pc:sldMkLst>
        <pc:picChg chg="add">
          <ac:chgData name="VIKRAL BHAGOR" userId="S::1901330100302@niet.co.in::351961f3-a595-4344-b69c-abae5a1adc3d" providerId="AD" clId="Web-{7F71B5B5-4A9F-66FD-A491-12F1FC4B2FF0}" dt="2021-11-11T07:10:53.120" v="87"/>
          <ac:picMkLst>
            <pc:docMk/>
            <pc:sldMk cId="0" sldId="363"/>
            <ac:picMk id="2" creationId="{F83A1BAE-D81B-444B-A1D6-75FCFF9DF47A}"/>
          </ac:picMkLst>
        </pc:picChg>
        <pc:picChg chg="del">
          <ac:chgData name="VIKRAL BHAGOR" userId="S::1901330100302@niet.co.in::351961f3-a595-4344-b69c-abae5a1adc3d" providerId="AD" clId="Web-{7F71B5B5-4A9F-66FD-A491-12F1FC4B2FF0}" dt="2021-11-11T07:10:51.479" v="86"/>
          <ac:picMkLst>
            <pc:docMk/>
            <pc:sldMk cId="0" sldId="363"/>
            <ac:picMk id="5" creationId="{00000000-0000-0000-0000-000000000000}"/>
          </ac:picMkLst>
        </pc:picChg>
      </pc:sldChg>
      <pc:sldChg chg="addSp delSp">
        <pc:chgData name="VIKRAL BHAGOR" userId="S::1901330100302@niet.co.in::351961f3-a595-4344-b69c-abae5a1adc3d" providerId="AD" clId="Web-{7F71B5B5-4A9F-66FD-A491-12F1FC4B2FF0}" dt="2021-11-11T07:10:56.308" v="89"/>
        <pc:sldMkLst>
          <pc:docMk/>
          <pc:sldMk cId="0" sldId="364"/>
        </pc:sldMkLst>
        <pc:picChg chg="add">
          <ac:chgData name="VIKRAL BHAGOR" userId="S::1901330100302@niet.co.in::351961f3-a595-4344-b69c-abae5a1adc3d" providerId="AD" clId="Web-{7F71B5B5-4A9F-66FD-A491-12F1FC4B2FF0}" dt="2021-11-11T07:10:56.308" v="89"/>
          <ac:picMkLst>
            <pc:docMk/>
            <pc:sldMk cId="0" sldId="364"/>
            <ac:picMk id="2" creationId="{108F1ACA-45FA-4CA0-9FFC-46BE372A762E}"/>
          </ac:picMkLst>
        </pc:picChg>
        <pc:picChg chg="del">
          <ac:chgData name="VIKRAL BHAGOR" userId="S::1901330100302@niet.co.in::351961f3-a595-4344-b69c-abae5a1adc3d" providerId="AD" clId="Web-{7F71B5B5-4A9F-66FD-A491-12F1FC4B2FF0}" dt="2021-11-11T07:10:56.276" v="88"/>
          <ac:picMkLst>
            <pc:docMk/>
            <pc:sldMk cId="0" sldId="364"/>
            <ac:picMk id="5" creationId="{00000000-0000-0000-0000-000000000000}"/>
          </ac:picMkLst>
        </pc:picChg>
      </pc:sldChg>
      <pc:sldChg chg="addSp delSp">
        <pc:chgData name="VIKRAL BHAGOR" userId="S::1901330100302@niet.co.in::351961f3-a595-4344-b69c-abae5a1adc3d" providerId="AD" clId="Web-{7F71B5B5-4A9F-66FD-A491-12F1FC4B2FF0}" dt="2021-11-11T07:11:08.620" v="95"/>
        <pc:sldMkLst>
          <pc:docMk/>
          <pc:sldMk cId="0" sldId="365"/>
        </pc:sldMkLst>
        <pc:picChg chg="add">
          <ac:chgData name="VIKRAL BHAGOR" userId="S::1901330100302@niet.co.in::351961f3-a595-4344-b69c-abae5a1adc3d" providerId="AD" clId="Web-{7F71B5B5-4A9F-66FD-A491-12F1FC4B2FF0}" dt="2021-11-11T07:11:08.620" v="95"/>
          <ac:picMkLst>
            <pc:docMk/>
            <pc:sldMk cId="0" sldId="365"/>
            <ac:picMk id="3" creationId="{E40BF286-A8AF-4236-817D-CDE27E2198E8}"/>
          </ac:picMkLst>
        </pc:picChg>
        <pc:picChg chg="del">
          <ac:chgData name="VIKRAL BHAGOR" userId="S::1901330100302@niet.co.in::351961f3-a595-4344-b69c-abae5a1adc3d" providerId="AD" clId="Web-{7F71B5B5-4A9F-66FD-A491-12F1FC4B2FF0}" dt="2021-11-11T07:11:05.183" v="94"/>
          <ac:picMkLst>
            <pc:docMk/>
            <pc:sldMk cId="0" sldId="365"/>
            <ac:picMk id="21509" creationId="{00000000-0000-0000-0000-000000000000}"/>
          </ac:picMkLst>
        </pc:picChg>
      </pc:sldChg>
      <pc:sldChg chg="addSp delSp">
        <pc:chgData name="VIKRAL BHAGOR" userId="S::1901330100302@niet.co.in::351961f3-a595-4344-b69c-abae5a1adc3d" providerId="AD" clId="Web-{7F71B5B5-4A9F-66FD-A491-12F1FC4B2FF0}" dt="2021-11-11T07:11:12.089" v="97"/>
        <pc:sldMkLst>
          <pc:docMk/>
          <pc:sldMk cId="0" sldId="366"/>
        </pc:sldMkLst>
        <pc:picChg chg="add">
          <ac:chgData name="VIKRAL BHAGOR" userId="S::1901330100302@niet.co.in::351961f3-a595-4344-b69c-abae5a1adc3d" providerId="AD" clId="Web-{7F71B5B5-4A9F-66FD-A491-12F1FC4B2FF0}" dt="2021-11-11T07:11:12.089" v="97"/>
          <ac:picMkLst>
            <pc:docMk/>
            <pc:sldMk cId="0" sldId="366"/>
            <ac:picMk id="2" creationId="{1A5122F2-152B-4347-96E6-BB5D8EFA5776}"/>
          </ac:picMkLst>
        </pc:picChg>
        <pc:picChg chg="del">
          <ac:chgData name="VIKRAL BHAGOR" userId="S::1901330100302@niet.co.in::351961f3-a595-4344-b69c-abae5a1adc3d" providerId="AD" clId="Web-{7F71B5B5-4A9F-66FD-A491-12F1FC4B2FF0}" dt="2021-11-11T07:11:11.496" v="96"/>
          <ac:picMkLst>
            <pc:docMk/>
            <pc:sldMk cId="0" sldId="366"/>
            <ac:picMk id="22533" creationId="{00000000-0000-0000-0000-000000000000}"/>
          </ac:picMkLst>
        </pc:picChg>
      </pc:sldChg>
      <pc:sldChg chg="addSp delSp">
        <pc:chgData name="VIKRAL BHAGOR" userId="S::1901330100302@niet.co.in::351961f3-a595-4344-b69c-abae5a1adc3d" providerId="AD" clId="Web-{7F71B5B5-4A9F-66FD-A491-12F1FC4B2FF0}" dt="2021-11-11T07:11:14.964" v="99"/>
        <pc:sldMkLst>
          <pc:docMk/>
          <pc:sldMk cId="0" sldId="367"/>
        </pc:sldMkLst>
        <pc:picChg chg="add">
          <ac:chgData name="VIKRAL BHAGOR" userId="S::1901330100302@niet.co.in::351961f3-a595-4344-b69c-abae5a1adc3d" providerId="AD" clId="Web-{7F71B5B5-4A9F-66FD-A491-12F1FC4B2FF0}" dt="2021-11-11T07:11:14.964" v="99"/>
          <ac:picMkLst>
            <pc:docMk/>
            <pc:sldMk cId="0" sldId="367"/>
            <ac:picMk id="2" creationId="{40536895-0FC0-43FC-8D68-403E3D8FA447}"/>
          </ac:picMkLst>
        </pc:picChg>
        <pc:picChg chg="del">
          <ac:chgData name="VIKRAL BHAGOR" userId="S::1901330100302@niet.co.in::351961f3-a595-4344-b69c-abae5a1adc3d" providerId="AD" clId="Web-{7F71B5B5-4A9F-66FD-A491-12F1FC4B2FF0}" dt="2021-11-11T07:11:14.136" v="98"/>
          <ac:picMkLst>
            <pc:docMk/>
            <pc:sldMk cId="0" sldId="367"/>
            <ac:picMk id="23557" creationId="{00000000-0000-0000-0000-000000000000}"/>
          </ac:picMkLst>
        </pc:picChg>
      </pc:sldChg>
      <pc:sldChg chg="addSp delSp">
        <pc:chgData name="VIKRAL BHAGOR" userId="S::1901330100302@niet.co.in::351961f3-a595-4344-b69c-abae5a1adc3d" providerId="AD" clId="Web-{7F71B5B5-4A9F-66FD-A491-12F1FC4B2FF0}" dt="2021-11-11T07:11:21.027" v="101"/>
        <pc:sldMkLst>
          <pc:docMk/>
          <pc:sldMk cId="0" sldId="368"/>
        </pc:sldMkLst>
        <pc:picChg chg="add">
          <ac:chgData name="VIKRAL BHAGOR" userId="S::1901330100302@niet.co.in::351961f3-a595-4344-b69c-abae5a1adc3d" providerId="AD" clId="Web-{7F71B5B5-4A9F-66FD-A491-12F1FC4B2FF0}" dt="2021-11-11T07:11:21.027" v="101"/>
          <ac:picMkLst>
            <pc:docMk/>
            <pc:sldMk cId="0" sldId="368"/>
            <ac:picMk id="2" creationId="{62D16710-36DD-4A02-BDCE-3838B3EB7CE8}"/>
          </ac:picMkLst>
        </pc:picChg>
        <pc:picChg chg="del">
          <ac:chgData name="VIKRAL BHAGOR" userId="S::1901330100302@niet.co.in::351961f3-a595-4344-b69c-abae5a1adc3d" providerId="AD" clId="Web-{7F71B5B5-4A9F-66FD-A491-12F1FC4B2FF0}" dt="2021-11-11T07:11:19.808" v="100"/>
          <ac:picMkLst>
            <pc:docMk/>
            <pc:sldMk cId="0" sldId="368"/>
            <ac:picMk id="24581" creationId="{00000000-0000-0000-0000-000000000000}"/>
          </ac:picMkLst>
        </pc:picChg>
      </pc:sldChg>
      <pc:sldChg chg="addSp delSp">
        <pc:chgData name="VIKRAL BHAGOR" userId="S::1901330100302@niet.co.in::351961f3-a595-4344-b69c-abae5a1adc3d" providerId="AD" clId="Web-{7F71B5B5-4A9F-66FD-A491-12F1FC4B2FF0}" dt="2021-11-11T07:11:23.121" v="103"/>
        <pc:sldMkLst>
          <pc:docMk/>
          <pc:sldMk cId="0" sldId="369"/>
        </pc:sldMkLst>
        <pc:picChg chg="add">
          <ac:chgData name="VIKRAL BHAGOR" userId="S::1901330100302@niet.co.in::351961f3-a595-4344-b69c-abae5a1adc3d" providerId="AD" clId="Web-{7F71B5B5-4A9F-66FD-A491-12F1FC4B2FF0}" dt="2021-11-11T07:11:23.121" v="103"/>
          <ac:picMkLst>
            <pc:docMk/>
            <pc:sldMk cId="0" sldId="369"/>
            <ac:picMk id="2" creationId="{993B3944-AE17-43BD-8C27-24F10542C332}"/>
          </ac:picMkLst>
        </pc:picChg>
        <pc:picChg chg="del">
          <ac:chgData name="VIKRAL BHAGOR" userId="S::1901330100302@niet.co.in::351961f3-a595-4344-b69c-abae5a1adc3d" providerId="AD" clId="Web-{7F71B5B5-4A9F-66FD-A491-12F1FC4B2FF0}" dt="2021-11-11T07:11:22.293" v="102"/>
          <ac:picMkLst>
            <pc:docMk/>
            <pc:sldMk cId="0" sldId="369"/>
            <ac:picMk id="6" creationId="{00000000-0000-0000-0000-000000000000}"/>
          </ac:picMkLst>
        </pc:picChg>
      </pc:sldChg>
      <pc:sldChg chg="addSp delSp">
        <pc:chgData name="VIKRAL BHAGOR" userId="S::1901330100302@niet.co.in::351961f3-a595-4344-b69c-abae5a1adc3d" providerId="AD" clId="Web-{7F71B5B5-4A9F-66FD-A491-12F1FC4B2FF0}" dt="2021-11-11T07:11:25.543" v="105"/>
        <pc:sldMkLst>
          <pc:docMk/>
          <pc:sldMk cId="0" sldId="370"/>
        </pc:sldMkLst>
        <pc:picChg chg="add">
          <ac:chgData name="VIKRAL BHAGOR" userId="S::1901330100302@niet.co.in::351961f3-a595-4344-b69c-abae5a1adc3d" providerId="AD" clId="Web-{7F71B5B5-4A9F-66FD-A491-12F1FC4B2FF0}" dt="2021-11-11T07:11:25.543" v="105"/>
          <ac:picMkLst>
            <pc:docMk/>
            <pc:sldMk cId="0" sldId="370"/>
            <ac:picMk id="2" creationId="{8217C025-C14F-4A68-AD35-8EB18FEBEE6A}"/>
          </ac:picMkLst>
        </pc:picChg>
        <pc:picChg chg="del">
          <ac:chgData name="VIKRAL BHAGOR" userId="S::1901330100302@niet.co.in::351961f3-a595-4344-b69c-abae5a1adc3d" providerId="AD" clId="Web-{7F71B5B5-4A9F-66FD-A491-12F1FC4B2FF0}" dt="2021-11-11T07:11:24.761" v="104"/>
          <ac:picMkLst>
            <pc:docMk/>
            <pc:sldMk cId="0" sldId="370"/>
            <ac:picMk id="8" creationId="{00000000-0000-0000-0000-000000000000}"/>
          </ac:picMkLst>
        </pc:picChg>
      </pc:sldChg>
      <pc:sldChg chg="addSp delSp">
        <pc:chgData name="VIKRAL BHAGOR" userId="S::1901330100302@niet.co.in::351961f3-a595-4344-b69c-abae5a1adc3d" providerId="AD" clId="Web-{7F71B5B5-4A9F-66FD-A491-12F1FC4B2FF0}" dt="2021-11-11T07:11:32.184" v="107"/>
        <pc:sldMkLst>
          <pc:docMk/>
          <pc:sldMk cId="0" sldId="371"/>
        </pc:sldMkLst>
        <pc:picChg chg="add">
          <ac:chgData name="VIKRAL BHAGOR" userId="S::1901330100302@niet.co.in::351961f3-a595-4344-b69c-abae5a1adc3d" providerId="AD" clId="Web-{7F71B5B5-4A9F-66FD-A491-12F1FC4B2FF0}" dt="2021-11-11T07:11:32.184" v="107"/>
          <ac:picMkLst>
            <pc:docMk/>
            <pc:sldMk cId="0" sldId="371"/>
            <ac:picMk id="2" creationId="{6F9182E5-3D4A-4EF8-A921-9AAD4FB3D14E}"/>
          </ac:picMkLst>
        </pc:picChg>
        <pc:picChg chg="del">
          <ac:chgData name="VIKRAL BHAGOR" userId="S::1901330100302@niet.co.in::351961f3-a595-4344-b69c-abae5a1adc3d" providerId="AD" clId="Web-{7F71B5B5-4A9F-66FD-A491-12F1FC4B2FF0}" dt="2021-11-11T07:11:31.230" v="106"/>
          <ac:picMkLst>
            <pc:docMk/>
            <pc:sldMk cId="0" sldId="371"/>
            <ac:picMk id="8" creationId="{00000000-0000-0000-0000-000000000000}"/>
          </ac:picMkLst>
        </pc:picChg>
      </pc:sldChg>
      <pc:sldChg chg="addSp delSp">
        <pc:chgData name="VIKRAL BHAGOR" userId="S::1901330100302@niet.co.in::351961f3-a595-4344-b69c-abae5a1adc3d" providerId="AD" clId="Web-{7F71B5B5-4A9F-66FD-A491-12F1FC4B2FF0}" dt="2021-11-11T07:11:37.824" v="111"/>
        <pc:sldMkLst>
          <pc:docMk/>
          <pc:sldMk cId="0" sldId="372"/>
        </pc:sldMkLst>
        <pc:picChg chg="add">
          <ac:chgData name="VIKRAL BHAGOR" userId="S::1901330100302@niet.co.in::351961f3-a595-4344-b69c-abae5a1adc3d" providerId="AD" clId="Web-{7F71B5B5-4A9F-66FD-A491-12F1FC4B2FF0}" dt="2021-11-11T07:11:37.824" v="111"/>
          <ac:picMkLst>
            <pc:docMk/>
            <pc:sldMk cId="0" sldId="372"/>
            <ac:picMk id="2" creationId="{0EA7682B-741F-4C3D-800B-98D3C8E52A0D}"/>
          </ac:picMkLst>
        </pc:picChg>
        <pc:picChg chg="del">
          <ac:chgData name="VIKRAL BHAGOR" userId="S::1901330100302@niet.co.in::351961f3-a595-4344-b69c-abae5a1adc3d" providerId="AD" clId="Web-{7F71B5B5-4A9F-66FD-A491-12F1FC4B2FF0}" dt="2021-11-11T07:11:37.168" v="110"/>
          <ac:picMkLst>
            <pc:docMk/>
            <pc:sldMk cId="0" sldId="372"/>
            <ac:picMk id="10" creationId="{00000000-0000-0000-0000-000000000000}"/>
          </ac:picMkLst>
        </pc:picChg>
      </pc:sldChg>
      <pc:sldChg chg="addSp delSp">
        <pc:chgData name="VIKRAL BHAGOR" userId="S::1901330100302@niet.co.in::351961f3-a595-4344-b69c-abae5a1adc3d" providerId="AD" clId="Web-{7F71B5B5-4A9F-66FD-A491-12F1FC4B2FF0}" dt="2021-11-11T07:11:41.309" v="113"/>
        <pc:sldMkLst>
          <pc:docMk/>
          <pc:sldMk cId="0" sldId="373"/>
        </pc:sldMkLst>
        <pc:picChg chg="add">
          <ac:chgData name="VIKRAL BHAGOR" userId="S::1901330100302@niet.co.in::351961f3-a595-4344-b69c-abae5a1adc3d" providerId="AD" clId="Web-{7F71B5B5-4A9F-66FD-A491-12F1FC4B2FF0}" dt="2021-11-11T07:11:41.309" v="113"/>
          <ac:picMkLst>
            <pc:docMk/>
            <pc:sldMk cId="0" sldId="373"/>
            <ac:picMk id="2" creationId="{301DC613-4522-454E-AEB6-632909F9B694}"/>
          </ac:picMkLst>
        </pc:picChg>
        <pc:picChg chg="del">
          <ac:chgData name="VIKRAL BHAGOR" userId="S::1901330100302@niet.co.in::351961f3-a595-4344-b69c-abae5a1adc3d" providerId="AD" clId="Web-{7F71B5B5-4A9F-66FD-A491-12F1FC4B2FF0}" dt="2021-11-11T07:11:39.293" v="112"/>
          <ac:picMkLst>
            <pc:docMk/>
            <pc:sldMk cId="0" sldId="373"/>
            <ac:picMk id="69" creationId="{00000000-0000-0000-0000-000000000000}"/>
          </ac:picMkLst>
        </pc:picChg>
      </pc:sldChg>
      <pc:sldChg chg="addSp delSp">
        <pc:chgData name="VIKRAL BHAGOR" userId="S::1901330100302@niet.co.in::351961f3-a595-4344-b69c-abae5a1adc3d" providerId="AD" clId="Web-{7F71B5B5-4A9F-66FD-A491-12F1FC4B2FF0}" dt="2021-11-11T07:11:44.543" v="115"/>
        <pc:sldMkLst>
          <pc:docMk/>
          <pc:sldMk cId="0" sldId="374"/>
        </pc:sldMkLst>
        <pc:picChg chg="add">
          <ac:chgData name="VIKRAL BHAGOR" userId="S::1901330100302@niet.co.in::351961f3-a595-4344-b69c-abae5a1adc3d" providerId="AD" clId="Web-{7F71B5B5-4A9F-66FD-A491-12F1FC4B2FF0}" dt="2021-11-11T07:11:44.543" v="115"/>
          <ac:picMkLst>
            <pc:docMk/>
            <pc:sldMk cId="0" sldId="374"/>
            <ac:picMk id="2" creationId="{6805FD86-51C8-4EE1-9B9B-84E4E94E8D60}"/>
          </ac:picMkLst>
        </pc:picChg>
        <pc:picChg chg="del">
          <ac:chgData name="VIKRAL BHAGOR" userId="S::1901330100302@niet.co.in::351961f3-a595-4344-b69c-abae5a1adc3d" providerId="AD" clId="Web-{7F71B5B5-4A9F-66FD-A491-12F1FC4B2FF0}" dt="2021-11-11T07:11:41.840" v="114"/>
          <ac:picMkLst>
            <pc:docMk/>
            <pc:sldMk cId="0" sldId="374"/>
            <ac:picMk id="5" creationId="{00000000-0000-0000-0000-000000000000}"/>
          </ac:picMkLst>
        </pc:picChg>
      </pc:sldChg>
      <pc:sldChg chg="addSp delSp">
        <pc:chgData name="VIKRAL BHAGOR" userId="S::1901330100302@niet.co.in::351961f3-a595-4344-b69c-abae5a1adc3d" providerId="AD" clId="Web-{7F71B5B5-4A9F-66FD-A491-12F1FC4B2FF0}" dt="2021-11-11T07:11:45.543" v="117"/>
        <pc:sldMkLst>
          <pc:docMk/>
          <pc:sldMk cId="0" sldId="375"/>
        </pc:sldMkLst>
        <pc:picChg chg="add">
          <ac:chgData name="VIKRAL BHAGOR" userId="S::1901330100302@niet.co.in::351961f3-a595-4344-b69c-abae5a1adc3d" providerId="AD" clId="Web-{7F71B5B5-4A9F-66FD-A491-12F1FC4B2FF0}" dt="2021-11-11T07:11:45.543" v="117"/>
          <ac:picMkLst>
            <pc:docMk/>
            <pc:sldMk cId="0" sldId="375"/>
            <ac:picMk id="3" creationId="{07CE4FEA-B866-4BDA-8B28-35D7CB083B0F}"/>
          </ac:picMkLst>
        </pc:picChg>
        <pc:picChg chg="del">
          <ac:chgData name="VIKRAL BHAGOR" userId="S::1901330100302@niet.co.in::351961f3-a595-4344-b69c-abae5a1adc3d" providerId="AD" clId="Web-{7F71B5B5-4A9F-66FD-A491-12F1FC4B2FF0}" dt="2021-11-11T07:11:45.356" v="116"/>
          <ac:picMkLst>
            <pc:docMk/>
            <pc:sldMk cId="0" sldId="375"/>
            <ac:picMk id="8" creationId="{00000000-0000-0000-0000-000000000000}"/>
          </ac:picMkLst>
        </pc:picChg>
      </pc:sldChg>
      <pc:sldChg chg="addSp delSp">
        <pc:chgData name="VIKRAL BHAGOR" userId="S::1901330100302@niet.co.in::351961f3-a595-4344-b69c-abae5a1adc3d" providerId="AD" clId="Web-{7F71B5B5-4A9F-66FD-A491-12F1FC4B2FF0}" dt="2021-11-11T07:11:48.325" v="119"/>
        <pc:sldMkLst>
          <pc:docMk/>
          <pc:sldMk cId="0" sldId="376"/>
        </pc:sldMkLst>
        <pc:picChg chg="add">
          <ac:chgData name="VIKRAL BHAGOR" userId="S::1901330100302@niet.co.in::351961f3-a595-4344-b69c-abae5a1adc3d" providerId="AD" clId="Web-{7F71B5B5-4A9F-66FD-A491-12F1FC4B2FF0}" dt="2021-11-11T07:11:48.325" v="119"/>
          <ac:picMkLst>
            <pc:docMk/>
            <pc:sldMk cId="0" sldId="376"/>
            <ac:picMk id="2" creationId="{EB750AE3-BC30-45F0-BC85-6EC34302E7C2}"/>
          </ac:picMkLst>
        </pc:picChg>
        <pc:picChg chg="del">
          <ac:chgData name="VIKRAL BHAGOR" userId="S::1901330100302@niet.co.in::351961f3-a595-4344-b69c-abae5a1adc3d" providerId="AD" clId="Web-{7F71B5B5-4A9F-66FD-A491-12F1FC4B2FF0}" dt="2021-11-11T07:11:48.012" v="118"/>
          <ac:picMkLst>
            <pc:docMk/>
            <pc:sldMk cId="0" sldId="376"/>
            <ac:picMk id="7" creationId="{00000000-0000-0000-0000-000000000000}"/>
          </ac:picMkLst>
        </pc:picChg>
      </pc:sldChg>
      <pc:sldChg chg="addSp delSp">
        <pc:chgData name="VIKRAL BHAGOR" userId="S::1901330100302@niet.co.in::351961f3-a595-4344-b69c-abae5a1adc3d" providerId="AD" clId="Web-{7F71B5B5-4A9F-66FD-A491-12F1FC4B2FF0}" dt="2021-11-11T07:11:50.950" v="121"/>
        <pc:sldMkLst>
          <pc:docMk/>
          <pc:sldMk cId="0" sldId="377"/>
        </pc:sldMkLst>
        <pc:picChg chg="add">
          <ac:chgData name="VIKRAL BHAGOR" userId="S::1901330100302@niet.co.in::351961f3-a595-4344-b69c-abae5a1adc3d" providerId="AD" clId="Web-{7F71B5B5-4A9F-66FD-A491-12F1FC4B2FF0}" dt="2021-11-11T07:11:50.950" v="121"/>
          <ac:picMkLst>
            <pc:docMk/>
            <pc:sldMk cId="0" sldId="377"/>
            <ac:picMk id="2" creationId="{170C762C-7C3F-4B8D-B1AC-F55F69363274}"/>
          </ac:picMkLst>
        </pc:picChg>
        <pc:picChg chg="del">
          <ac:chgData name="VIKRAL BHAGOR" userId="S::1901330100302@niet.co.in::351961f3-a595-4344-b69c-abae5a1adc3d" providerId="AD" clId="Web-{7F71B5B5-4A9F-66FD-A491-12F1FC4B2FF0}" dt="2021-11-11T07:11:50.622" v="120"/>
          <ac:picMkLst>
            <pc:docMk/>
            <pc:sldMk cId="0" sldId="377"/>
            <ac:picMk id="8" creationId="{00000000-0000-0000-0000-000000000000}"/>
          </ac:picMkLst>
        </pc:picChg>
      </pc:sldChg>
      <pc:sldChg chg="addSp delSp">
        <pc:chgData name="VIKRAL BHAGOR" userId="S::1901330100302@niet.co.in::351961f3-a595-4344-b69c-abae5a1adc3d" providerId="AD" clId="Web-{7F71B5B5-4A9F-66FD-A491-12F1FC4B2FF0}" dt="2021-11-11T07:11:55.528" v="123"/>
        <pc:sldMkLst>
          <pc:docMk/>
          <pc:sldMk cId="0" sldId="378"/>
        </pc:sldMkLst>
        <pc:picChg chg="add">
          <ac:chgData name="VIKRAL BHAGOR" userId="S::1901330100302@niet.co.in::351961f3-a595-4344-b69c-abae5a1adc3d" providerId="AD" clId="Web-{7F71B5B5-4A9F-66FD-A491-12F1FC4B2FF0}" dt="2021-11-11T07:11:55.528" v="123"/>
          <ac:picMkLst>
            <pc:docMk/>
            <pc:sldMk cId="0" sldId="378"/>
            <ac:picMk id="2" creationId="{96A97D26-612C-40E2-BE97-C1B09769E424}"/>
          </ac:picMkLst>
        </pc:picChg>
        <pc:picChg chg="del">
          <ac:chgData name="VIKRAL BHAGOR" userId="S::1901330100302@niet.co.in::351961f3-a595-4344-b69c-abae5a1adc3d" providerId="AD" clId="Web-{7F71B5B5-4A9F-66FD-A491-12F1FC4B2FF0}" dt="2021-11-11T07:11:52.590" v="122"/>
          <ac:picMkLst>
            <pc:docMk/>
            <pc:sldMk cId="0" sldId="378"/>
            <ac:picMk id="5" creationId="{00000000-0000-0000-0000-000000000000}"/>
          </ac:picMkLst>
        </pc:picChg>
      </pc:sldChg>
      <pc:sldChg chg="addSp delSp">
        <pc:chgData name="VIKRAL BHAGOR" userId="S::1901330100302@niet.co.in::351961f3-a595-4344-b69c-abae5a1adc3d" providerId="AD" clId="Web-{7F71B5B5-4A9F-66FD-A491-12F1FC4B2FF0}" dt="2021-11-11T07:12:01.200" v="125"/>
        <pc:sldMkLst>
          <pc:docMk/>
          <pc:sldMk cId="0" sldId="379"/>
        </pc:sldMkLst>
        <pc:picChg chg="add">
          <ac:chgData name="VIKRAL BHAGOR" userId="S::1901330100302@niet.co.in::351961f3-a595-4344-b69c-abae5a1adc3d" providerId="AD" clId="Web-{7F71B5B5-4A9F-66FD-A491-12F1FC4B2FF0}" dt="2021-11-11T07:12:01.200" v="125"/>
          <ac:picMkLst>
            <pc:docMk/>
            <pc:sldMk cId="0" sldId="379"/>
            <ac:picMk id="2" creationId="{4C487C8B-4ACB-4B08-BC63-AE2B706DF051}"/>
          </ac:picMkLst>
        </pc:picChg>
        <pc:picChg chg="del">
          <ac:chgData name="VIKRAL BHAGOR" userId="S::1901330100302@niet.co.in::351961f3-a595-4344-b69c-abae5a1adc3d" providerId="AD" clId="Web-{7F71B5B5-4A9F-66FD-A491-12F1FC4B2FF0}" dt="2021-11-11T07:11:58.481" v="124"/>
          <ac:picMkLst>
            <pc:docMk/>
            <pc:sldMk cId="0" sldId="379"/>
            <ac:picMk id="5" creationId="{00000000-0000-0000-0000-000000000000}"/>
          </ac:picMkLst>
        </pc:picChg>
      </pc:sldChg>
      <pc:sldChg chg="addSp delSp">
        <pc:chgData name="VIKRAL BHAGOR" userId="S::1901330100302@niet.co.in::351961f3-a595-4344-b69c-abae5a1adc3d" providerId="AD" clId="Web-{7F71B5B5-4A9F-66FD-A491-12F1FC4B2FF0}" dt="2021-11-11T07:12:06.372" v="127"/>
        <pc:sldMkLst>
          <pc:docMk/>
          <pc:sldMk cId="0" sldId="380"/>
        </pc:sldMkLst>
        <pc:picChg chg="add">
          <ac:chgData name="VIKRAL BHAGOR" userId="S::1901330100302@niet.co.in::351961f3-a595-4344-b69c-abae5a1adc3d" providerId="AD" clId="Web-{7F71B5B5-4A9F-66FD-A491-12F1FC4B2FF0}" dt="2021-11-11T07:12:06.372" v="127"/>
          <ac:picMkLst>
            <pc:docMk/>
            <pc:sldMk cId="0" sldId="380"/>
            <ac:picMk id="2" creationId="{190F8690-D121-46C2-8B23-4DEFABA8791F}"/>
          </ac:picMkLst>
        </pc:picChg>
        <pc:picChg chg="del">
          <ac:chgData name="VIKRAL BHAGOR" userId="S::1901330100302@niet.co.in::351961f3-a595-4344-b69c-abae5a1adc3d" providerId="AD" clId="Web-{7F71B5B5-4A9F-66FD-A491-12F1FC4B2FF0}" dt="2021-11-11T07:12:03.356" v="126"/>
          <ac:picMkLst>
            <pc:docMk/>
            <pc:sldMk cId="0" sldId="380"/>
            <ac:picMk id="42" creationId="{00000000-0000-0000-0000-000000000000}"/>
          </ac:picMkLst>
        </pc:picChg>
      </pc:sldChg>
      <pc:sldChg chg="addSp delSp">
        <pc:chgData name="VIKRAL BHAGOR" userId="S::1901330100302@niet.co.in::351961f3-a595-4344-b69c-abae5a1adc3d" providerId="AD" clId="Web-{7F71B5B5-4A9F-66FD-A491-12F1FC4B2FF0}" dt="2021-11-11T07:12:10.981" v="129"/>
        <pc:sldMkLst>
          <pc:docMk/>
          <pc:sldMk cId="0" sldId="381"/>
        </pc:sldMkLst>
        <pc:picChg chg="add">
          <ac:chgData name="VIKRAL BHAGOR" userId="S::1901330100302@niet.co.in::351961f3-a595-4344-b69c-abae5a1adc3d" providerId="AD" clId="Web-{7F71B5B5-4A9F-66FD-A491-12F1FC4B2FF0}" dt="2021-11-11T07:12:10.981" v="129"/>
          <ac:picMkLst>
            <pc:docMk/>
            <pc:sldMk cId="0" sldId="381"/>
            <ac:picMk id="2" creationId="{214F49C3-DC37-4AAC-B76B-25012C334A39}"/>
          </ac:picMkLst>
        </pc:picChg>
        <pc:picChg chg="del">
          <ac:chgData name="VIKRAL BHAGOR" userId="S::1901330100302@niet.co.in::351961f3-a595-4344-b69c-abae5a1adc3d" providerId="AD" clId="Web-{7F71B5B5-4A9F-66FD-A491-12F1FC4B2FF0}" dt="2021-11-11T07:12:09.763" v="128"/>
          <ac:picMkLst>
            <pc:docMk/>
            <pc:sldMk cId="0" sldId="381"/>
            <ac:picMk id="34" creationId="{00000000-0000-0000-0000-000000000000}"/>
          </ac:picMkLst>
        </pc:picChg>
      </pc:sldChg>
      <pc:sldChg chg="addSp delSp">
        <pc:chgData name="VIKRAL BHAGOR" userId="S::1901330100302@niet.co.in::351961f3-a595-4344-b69c-abae5a1adc3d" providerId="AD" clId="Web-{7F71B5B5-4A9F-66FD-A491-12F1FC4B2FF0}" dt="2021-11-11T07:12:13.763" v="131"/>
        <pc:sldMkLst>
          <pc:docMk/>
          <pc:sldMk cId="0" sldId="382"/>
        </pc:sldMkLst>
        <pc:picChg chg="add">
          <ac:chgData name="VIKRAL BHAGOR" userId="S::1901330100302@niet.co.in::351961f3-a595-4344-b69c-abae5a1adc3d" providerId="AD" clId="Web-{7F71B5B5-4A9F-66FD-A491-12F1FC4B2FF0}" dt="2021-11-11T07:12:13.763" v="131"/>
          <ac:picMkLst>
            <pc:docMk/>
            <pc:sldMk cId="0" sldId="382"/>
            <ac:picMk id="2" creationId="{DB28625A-2B1F-4AD5-8AE5-7E4CE6E9BD53}"/>
          </ac:picMkLst>
        </pc:picChg>
        <pc:picChg chg="del">
          <ac:chgData name="VIKRAL BHAGOR" userId="S::1901330100302@niet.co.in::351961f3-a595-4344-b69c-abae5a1adc3d" providerId="AD" clId="Web-{7F71B5B5-4A9F-66FD-A491-12F1FC4B2FF0}" dt="2021-11-11T07:12:12.856" v="130"/>
          <ac:picMkLst>
            <pc:docMk/>
            <pc:sldMk cId="0" sldId="382"/>
            <ac:picMk id="15" creationId="{00000000-0000-0000-0000-000000000000}"/>
          </ac:picMkLst>
        </pc:picChg>
      </pc:sldChg>
      <pc:sldChg chg="addSp delSp">
        <pc:chgData name="VIKRAL BHAGOR" userId="S::1901330100302@niet.co.in::351961f3-a595-4344-b69c-abae5a1adc3d" providerId="AD" clId="Web-{7F71B5B5-4A9F-66FD-A491-12F1FC4B2FF0}" dt="2021-11-11T07:12:17.107" v="133"/>
        <pc:sldMkLst>
          <pc:docMk/>
          <pc:sldMk cId="0" sldId="383"/>
        </pc:sldMkLst>
        <pc:picChg chg="add">
          <ac:chgData name="VIKRAL BHAGOR" userId="S::1901330100302@niet.co.in::351961f3-a595-4344-b69c-abae5a1adc3d" providerId="AD" clId="Web-{7F71B5B5-4A9F-66FD-A491-12F1FC4B2FF0}" dt="2021-11-11T07:12:17.107" v="133"/>
          <ac:picMkLst>
            <pc:docMk/>
            <pc:sldMk cId="0" sldId="383"/>
            <ac:picMk id="2" creationId="{139FBF6B-F431-45CB-B2EC-D88037D3B92C}"/>
          </ac:picMkLst>
        </pc:picChg>
        <pc:picChg chg="del">
          <ac:chgData name="VIKRAL BHAGOR" userId="S::1901330100302@niet.co.in::351961f3-a595-4344-b69c-abae5a1adc3d" providerId="AD" clId="Web-{7F71B5B5-4A9F-66FD-A491-12F1FC4B2FF0}" dt="2021-11-11T07:12:15.560" v="132"/>
          <ac:picMkLst>
            <pc:docMk/>
            <pc:sldMk cId="0" sldId="383"/>
            <ac:picMk id="5" creationId="{00000000-0000-0000-0000-000000000000}"/>
          </ac:picMkLst>
        </pc:picChg>
      </pc:sldChg>
      <pc:sldChg chg="addSp delSp">
        <pc:chgData name="VIKRAL BHAGOR" userId="S::1901330100302@niet.co.in::351961f3-a595-4344-b69c-abae5a1adc3d" providerId="AD" clId="Web-{7F71B5B5-4A9F-66FD-A491-12F1FC4B2FF0}" dt="2021-11-11T07:12:21.825" v="135"/>
        <pc:sldMkLst>
          <pc:docMk/>
          <pc:sldMk cId="0" sldId="384"/>
        </pc:sldMkLst>
        <pc:picChg chg="add">
          <ac:chgData name="VIKRAL BHAGOR" userId="S::1901330100302@niet.co.in::351961f3-a595-4344-b69c-abae5a1adc3d" providerId="AD" clId="Web-{7F71B5B5-4A9F-66FD-A491-12F1FC4B2FF0}" dt="2021-11-11T07:12:21.825" v="135"/>
          <ac:picMkLst>
            <pc:docMk/>
            <pc:sldMk cId="0" sldId="384"/>
            <ac:picMk id="2" creationId="{7F5B93F9-BB79-4FFA-8303-D149E9238912}"/>
          </ac:picMkLst>
        </pc:picChg>
        <pc:picChg chg="del">
          <ac:chgData name="VIKRAL BHAGOR" userId="S::1901330100302@niet.co.in::351961f3-a595-4344-b69c-abae5a1adc3d" providerId="AD" clId="Web-{7F71B5B5-4A9F-66FD-A491-12F1FC4B2FF0}" dt="2021-11-11T07:12:19.107" v="134"/>
          <ac:picMkLst>
            <pc:docMk/>
            <pc:sldMk cId="0" sldId="384"/>
            <ac:picMk id="5" creationId="{00000000-0000-0000-0000-000000000000}"/>
          </ac:picMkLst>
        </pc:picChg>
      </pc:sldChg>
      <pc:sldChg chg="addSp delSp">
        <pc:chgData name="VIKRAL BHAGOR" userId="S::1901330100302@niet.co.in::351961f3-a595-4344-b69c-abae5a1adc3d" providerId="AD" clId="Web-{7F71B5B5-4A9F-66FD-A491-12F1FC4B2FF0}" dt="2021-11-11T07:12:23.622" v="137"/>
        <pc:sldMkLst>
          <pc:docMk/>
          <pc:sldMk cId="0" sldId="385"/>
        </pc:sldMkLst>
        <pc:picChg chg="add">
          <ac:chgData name="VIKRAL BHAGOR" userId="S::1901330100302@niet.co.in::351961f3-a595-4344-b69c-abae5a1adc3d" providerId="AD" clId="Web-{7F71B5B5-4A9F-66FD-A491-12F1FC4B2FF0}" dt="2021-11-11T07:12:23.622" v="137"/>
          <ac:picMkLst>
            <pc:docMk/>
            <pc:sldMk cId="0" sldId="385"/>
            <ac:picMk id="2" creationId="{A5A6A4E5-F38F-447F-ACCE-91D20E23969A}"/>
          </ac:picMkLst>
        </pc:picChg>
        <pc:picChg chg="del">
          <ac:chgData name="VIKRAL BHAGOR" userId="S::1901330100302@niet.co.in::351961f3-a595-4344-b69c-abae5a1adc3d" providerId="AD" clId="Web-{7F71B5B5-4A9F-66FD-A491-12F1FC4B2FF0}" dt="2021-11-11T07:12:22.654" v="136"/>
          <ac:picMkLst>
            <pc:docMk/>
            <pc:sldMk cId="0" sldId="385"/>
            <ac:picMk id="5" creationId="{00000000-0000-0000-0000-000000000000}"/>
          </ac:picMkLst>
        </pc:picChg>
      </pc:sldChg>
      <pc:sldChg chg="addSp delSp">
        <pc:chgData name="VIKRAL BHAGOR" userId="S::1901330100302@niet.co.in::351961f3-a595-4344-b69c-abae5a1adc3d" providerId="AD" clId="Web-{7F71B5B5-4A9F-66FD-A491-12F1FC4B2FF0}" dt="2021-11-11T07:12:26.872" v="139"/>
        <pc:sldMkLst>
          <pc:docMk/>
          <pc:sldMk cId="0" sldId="386"/>
        </pc:sldMkLst>
        <pc:picChg chg="add">
          <ac:chgData name="VIKRAL BHAGOR" userId="S::1901330100302@niet.co.in::351961f3-a595-4344-b69c-abae5a1adc3d" providerId="AD" clId="Web-{7F71B5B5-4A9F-66FD-A491-12F1FC4B2FF0}" dt="2021-11-11T07:12:26.872" v="139"/>
          <ac:picMkLst>
            <pc:docMk/>
            <pc:sldMk cId="0" sldId="386"/>
            <ac:picMk id="2" creationId="{8CDE3F52-0883-49A4-9A41-308DCC2473F6}"/>
          </ac:picMkLst>
        </pc:picChg>
        <pc:picChg chg="del">
          <ac:chgData name="VIKRAL BHAGOR" userId="S::1901330100302@niet.co.in::351961f3-a595-4344-b69c-abae5a1adc3d" providerId="AD" clId="Web-{7F71B5B5-4A9F-66FD-A491-12F1FC4B2FF0}" dt="2021-11-11T07:12:24.872" v="138"/>
          <ac:picMkLst>
            <pc:docMk/>
            <pc:sldMk cId="0" sldId="386"/>
            <ac:picMk id="5" creationId="{00000000-0000-0000-0000-000000000000}"/>
          </ac:picMkLst>
        </pc:picChg>
      </pc:sldChg>
      <pc:sldChg chg="addSp delSp">
        <pc:chgData name="VIKRAL BHAGOR" userId="S::1901330100302@niet.co.in::351961f3-a595-4344-b69c-abae5a1adc3d" providerId="AD" clId="Web-{7F71B5B5-4A9F-66FD-A491-12F1FC4B2FF0}" dt="2021-11-11T07:12:29.388" v="141"/>
        <pc:sldMkLst>
          <pc:docMk/>
          <pc:sldMk cId="0" sldId="387"/>
        </pc:sldMkLst>
        <pc:picChg chg="add">
          <ac:chgData name="VIKRAL BHAGOR" userId="S::1901330100302@niet.co.in::351961f3-a595-4344-b69c-abae5a1adc3d" providerId="AD" clId="Web-{7F71B5B5-4A9F-66FD-A491-12F1FC4B2FF0}" dt="2021-11-11T07:12:29.388" v="141"/>
          <ac:picMkLst>
            <pc:docMk/>
            <pc:sldMk cId="0" sldId="387"/>
            <ac:picMk id="2" creationId="{CFC9D42E-AF0E-4973-AAD2-121513E5CDC9}"/>
          </ac:picMkLst>
        </pc:picChg>
        <pc:picChg chg="del">
          <ac:chgData name="VIKRAL BHAGOR" userId="S::1901330100302@niet.co.in::351961f3-a595-4344-b69c-abae5a1adc3d" providerId="AD" clId="Web-{7F71B5B5-4A9F-66FD-A491-12F1FC4B2FF0}" dt="2021-11-11T07:12:27.607" v="140"/>
          <ac:picMkLst>
            <pc:docMk/>
            <pc:sldMk cId="0" sldId="387"/>
            <ac:picMk id="5" creationId="{00000000-0000-0000-0000-000000000000}"/>
          </ac:picMkLst>
        </pc:picChg>
      </pc:sldChg>
      <pc:sldChg chg="addSp delSp">
        <pc:chgData name="VIKRAL BHAGOR" userId="S::1901330100302@niet.co.in::351961f3-a595-4344-b69c-abae5a1adc3d" providerId="AD" clId="Web-{7F71B5B5-4A9F-66FD-A491-12F1FC4B2FF0}" dt="2021-11-11T07:12:31.451" v="143"/>
        <pc:sldMkLst>
          <pc:docMk/>
          <pc:sldMk cId="0" sldId="388"/>
        </pc:sldMkLst>
        <pc:picChg chg="add">
          <ac:chgData name="VIKRAL BHAGOR" userId="S::1901330100302@niet.co.in::351961f3-a595-4344-b69c-abae5a1adc3d" providerId="AD" clId="Web-{7F71B5B5-4A9F-66FD-A491-12F1FC4B2FF0}" dt="2021-11-11T07:12:31.451" v="143"/>
          <ac:picMkLst>
            <pc:docMk/>
            <pc:sldMk cId="0" sldId="388"/>
            <ac:picMk id="2" creationId="{E7F4D1A3-BDB4-4A23-97EE-FF9EA811C520}"/>
          </ac:picMkLst>
        </pc:picChg>
        <pc:picChg chg="del">
          <ac:chgData name="VIKRAL BHAGOR" userId="S::1901330100302@niet.co.in::351961f3-a595-4344-b69c-abae5a1adc3d" providerId="AD" clId="Web-{7F71B5B5-4A9F-66FD-A491-12F1FC4B2FF0}" dt="2021-11-11T07:12:30.341" v="142"/>
          <ac:picMkLst>
            <pc:docMk/>
            <pc:sldMk cId="0" sldId="388"/>
            <ac:picMk id="15" creationId="{00000000-0000-0000-0000-000000000000}"/>
          </ac:picMkLst>
        </pc:picChg>
      </pc:sldChg>
      <pc:sldChg chg="addSp delSp">
        <pc:chgData name="VIKRAL BHAGOR" userId="S::1901330100302@niet.co.in::351961f3-a595-4344-b69c-abae5a1adc3d" providerId="AD" clId="Web-{7F71B5B5-4A9F-66FD-A491-12F1FC4B2FF0}" dt="2021-11-11T07:12:39.560" v="149"/>
        <pc:sldMkLst>
          <pc:docMk/>
          <pc:sldMk cId="0" sldId="389"/>
        </pc:sldMkLst>
        <pc:picChg chg="add">
          <ac:chgData name="VIKRAL BHAGOR" userId="S::1901330100302@niet.co.in::351961f3-a595-4344-b69c-abae5a1adc3d" providerId="AD" clId="Web-{7F71B5B5-4A9F-66FD-A491-12F1FC4B2FF0}" dt="2021-11-11T07:12:39.560" v="149"/>
          <ac:picMkLst>
            <pc:docMk/>
            <pc:sldMk cId="0" sldId="389"/>
            <ac:picMk id="2" creationId="{C24D5B89-18B0-447E-85A5-2B02C442AF0C}"/>
          </ac:picMkLst>
        </pc:picChg>
        <pc:picChg chg="del">
          <ac:chgData name="VIKRAL BHAGOR" userId="S::1901330100302@niet.co.in::351961f3-a595-4344-b69c-abae5a1adc3d" providerId="AD" clId="Web-{7F71B5B5-4A9F-66FD-A491-12F1FC4B2FF0}" dt="2021-11-11T07:12:37.982" v="148"/>
          <ac:picMkLst>
            <pc:docMk/>
            <pc:sldMk cId="0" sldId="389"/>
            <ac:picMk id="41" creationId="{00000000-0000-0000-0000-000000000000}"/>
          </ac:picMkLst>
        </pc:picChg>
      </pc:sldChg>
      <pc:sldChg chg="addSp delSp">
        <pc:chgData name="VIKRAL BHAGOR" userId="S::1901330100302@niet.co.in::351961f3-a595-4344-b69c-abae5a1adc3d" providerId="AD" clId="Web-{7F71B5B5-4A9F-66FD-A491-12F1FC4B2FF0}" dt="2021-11-11T07:12:42.748" v="151"/>
        <pc:sldMkLst>
          <pc:docMk/>
          <pc:sldMk cId="0" sldId="390"/>
        </pc:sldMkLst>
        <pc:picChg chg="add">
          <ac:chgData name="VIKRAL BHAGOR" userId="S::1901330100302@niet.co.in::351961f3-a595-4344-b69c-abae5a1adc3d" providerId="AD" clId="Web-{7F71B5B5-4A9F-66FD-A491-12F1FC4B2FF0}" dt="2021-11-11T07:12:42.748" v="151"/>
          <ac:picMkLst>
            <pc:docMk/>
            <pc:sldMk cId="0" sldId="390"/>
            <ac:picMk id="2" creationId="{43CF633C-9CD1-4EF1-8835-B3F76537C66E}"/>
          </ac:picMkLst>
        </pc:picChg>
        <pc:picChg chg="del">
          <ac:chgData name="VIKRAL BHAGOR" userId="S::1901330100302@niet.co.in::351961f3-a595-4344-b69c-abae5a1adc3d" providerId="AD" clId="Web-{7F71B5B5-4A9F-66FD-A491-12F1FC4B2FF0}" dt="2021-11-11T07:12:41.763" v="150"/>
          <ac:picMkLst>
            <pc:docMk/>
            <pc:sldMk cId="0" sldId="390"/>
            <ac:picMk id="58" creationId="{00000000-0000-0000-0000-000000000000}"/>
          </ac:picMkLst>
        </pc:picChg>
      </pc:sldChg>
      <pc:sldChg chg="addSp delSp">
        <pc:chgData name="VIKRAL BHAGOR" userId="S::1901330100302@niet.co.in::351961f3-a595-4344-b69c-abae5a1adc3d" providerId="AD" clId="Web-{7F71B5B5-4A9F-66FD-A491-12F1FC4B2FF0}" dt="2021-11-11T07:12:47.076" v="153"/>
        <pc:sldMkLst>
          <pc:docMk/>
          <pc:sldMk cId="0" sldId="391"/>
        </pc:sldMkLst>
        <pc:picChg chg="add">
          <ac:chgData name="VIKRAL BHAGOR" userId="S::1901330100302@niet.co.in::351961f3-a595-4344-b69c-abae5a1adc3d" providerId="AD" clId="Web-{7F71B5B5-4A9F-66FD-A491-12F1FC4B2FF0}" dt="2021-11-11T07:12:47.076" v="153"/>
          <ac:picMkLst>
            <pc:docMk/>
            <pc:sldMk cId="0" sldId="391"/>
            <ac:picMk id="2" creationId="{1B7E3E18-294E-463B-A05D-E048CE579F19}"/>
          </ac:picMkLst>
        </pc:picChg>
        <pc:picChg chg="del">
          <ac:chgData name="VIKRAL BHAGOR" userId="S::1901330100302@niet.co.in::351961f3-a595-4344-b69c-abae5a1adc3d" providerId="AD" clId="Web-{7F71B5B5-4A9F-66FD-A491-12F1FC4B2FF0}" dt="2021-11-11T07:12:46.029" v="152"/>
          <ac:picMkLst>
            <pc:docMk/>
            <pc:sldMk cId="0" sldId="391"/>
            <ac:picMk id="66" creationId="{00000000-0000-0000-0000-000000000000}"/>
          </ac:picMkLst>
        </pc:picChg>
      </pc:sldChg>
      <pc:sldChg chg="addSp delSp">
        <pc:chgData name="VIKRAL BHAGOR" userId="S::1901330100302@niet.co.in::351961f3-a595-4344-b69c-abae5a1adc3d" providerId="AD" clId="Web-{7F71B5B5-4A9F-66FD-A491-12F1FC4B2FF0}" dt="2021-11-11T07:12:53.561" v="155"/>
        <pc:sldMkLst>
          <pc:docMk/>
          <pc:sldMk cId="0" sldId="392"/>
        </pc:sldMkLst>
        <pc:picChg chg="add">
          <ac:chgData name="VIKRAL BHAGOR" userId="S::1901330100302@niet.co.in::351961f3-a595-4344-b69c-abae5a1adc3d" providerId="AD" clId="Web-{7F71B5B5-4A9F-66FD-A491-12F1FC4B2FF0}" dt="2021-11-11T07:12:53.561" v="155"/>
          <ac:picMkLst>
            <pc:docMk/>
            <pc:sldMk cId="0" sldId="392"/>
            <ac:picMk id="2" creationId="{8741AFE7-ECA4-4C5D-BB46-5006C688ECE6}"/>
          </ac:picMkLst>
        </pc:picChg>
        <pc:picChg chg="del">
          <ac:chgData name="VIKRAL BHAGOR" userId="S::1901330100302@niet.co.in::351961f3-a595-4344-b69c-abae5a1adc3d" providerId="AD" clId="Web-{7F71B5B5-4A9F-66FD-A491-12F1FC4B2FF0}" dt="2021-11-11T07:12:52.951" v="154"/>
          <ac:picMkLst>
            <pc:docMk/>
            <pc:sldMk cId="0" sldId="392"/>
            <ac:picMk id="65" creationId="{00000000-0000-0000-0000-000000000000}"/>
          </ac:picMkLst>
        </pc:picChg>
      </pc:sldChg>
      <pc:sldChg chg="addSp delSp">
        <pc:chgData name="VIKRAL BHAGOR" userId="S::1901330100302@niet.co.in::351961f3-a595-4344-b69c-abae5a1adc3d" providerId="AD" clId="Web-{7F71B5B5-4A9F-66FD-A491-12F1FC4B2FF0}" dt="2021-11-11T07:12:57.936" v="157"/>
        <pc:sldMkLst>
          <pc:docMk/>
          <pc:sldMk cId="0" sldId="393"/>
        </pc:sldMkLst>
        <pc:picChg chg="add">
          <ac:chgData name="VIKRAL BHAGOR" userId="S::1901330100302@niet.co.in::351961f3-a595-4344-b69c-abae5a1adc3d" providerId="AD" clId="Web-{7F71B5B5-4A9F-66FD-A491-12F1FC4B2FF0}" dt="2021-11-11T07:12:57.936" v="157"/>
          <ac:picMkLst>
            <pc:docMk/>
            <pc:sldMk cId="0" sldId="393"/>
            <ac:picMk id="2" creationId="{655BEA07-14C5-400D-BC59-52AC6CB99687}"/>
          </ac:picMkLst>
        </pc:picChg>
        <pc:picChg chg="del">
          <ac:chgData name="VIKRAL BHAGOR" userId="S::1901330100302@niet.co.in::351961f3-a595-4344-b69c-abae5a1adc3d" providerId="AD" clId="Web-{7F71B5B5-4A9F-66FD-A491-12F1FC4B2FF0}" dt="2021-11-11T07:12:57.029" v="156"/>
          <ac:picMkLst>
            <pc:docMk/>
            <pc:sldMk cId="0" sldId="393"/>
            <ac:picMk id="42" creationId="{00000000-0000-0000-0000-000000000000}"/>
          </ac:picMkLst>
        </pc:picChg>
      </pc:sldChg>
      <pc:sldChg chg="addSp delSp">
        <pc:chgData name="VIKRAL BHAGOR" userId="S::1901330100302@niet.co.in::351961f3-a595-4344-b69c-abae5a1adc3d" providerId="AD" clId="Web-{7F71B5B5-4A9F-66FD-A491-12F1FC4B2FF0}" dt="2021-11-11T07:13:01.045" v="159"/>
        <pc:sldMkLst>
          <pc:docMk/>
          <pc:sldMk cId="0" sldId="394"/>
        </pc:sldMkLst>
        <pc:picChg chg="add">
          <ac:chgData name="VIKRAL BHAGOR" userId="S::1901330100302@niet.co.in::351961f3-a595-4344-b69c-abae5a1adc3d" providerId="AD" clId="Web-{7F71B5B5-4A9F-66FD-A491-12F1FC4B2FF0}" dt="2021-11-11T07:13:01.045" v="159"/>
          <ac:picMkLst>
            <pc:docMk/>
            <pc:sldMk cId="0" sldId="394"/>
            <ac:picMk id="2" creationId="{846B286C-5C01-405F-B6AE-FA9CA8BA55DD}"/>
          </ac:picMkLst>
        </pc:picChg>
        <pc:picChg chg="del">
          <ac:chgData name="VIKRAL BHAGOR" userId="S::1901330100302@niet.co.in::351961f3-a595-4344-b69c-abae5a1adc3d" providerId="AD" clId="Web-{7F71B5B5-4A9F-66FD-A491-12F1FC4B2FF0}" dt="2021-11-11T07:13:00.311" v="158"/>
          <ac:picMkLst>
            <pc:docMk/>
            <pc:sldMk cId="0" sldId="394"/>
            <ac:picMk id="49" creationId="{00000000-0000-0000-0000-000000000000}"/>
          </ac:picMkLst>
        </pc:picChg>
      </pc:sldChg>
      <pc:sldChg chg="addSp delSp">
        <pc:chgData name="VIKRAL BHAGOR" userId="S::1901330100302@niet.co.in::351961f3-a595-4344-b69c-abae5a1adc3d" providerId="AD" clId="Web-{7F71B5B5-4A9F-66FD-A491-12F1FC4B2FF0}" dt="2021-11-11T07:13:04.592" v="161"/>
        <pc:sldMkLst>
          <pc:docMk/>
          <pc:sldMk cId="0" sldId="395"/>
        </pc:sldMkLst>
        <pc:picChg chg="add">
          <ac:chgData name="VIKRAL BHAGOR" userId="S::1901330100302@niet.co.in::351961f3-a595-4344-b69c-abae5a1adc3d" providerId="AD" clId="Web-{7F71B5B5-4A9F-66FD-A491-12F1FC4B2FF0}" dt="2021-11-11T07:13:04.592" v="161"/>
          <ac:picMkLst>
            <pc:docMk/>
            <pc:sldMk cId="0" sldId="395"/>
            <ac:picMk id="2" creationId="{BE50D1FE-B280-4B05-8925-EE419C213986}"/>
          </ac:picMkLst>
        </pc:picChg>
        <pc:picChg chg="del">
          <ac:chgData name="VIKRAL BHAGOR" userId="S::1901330100302@niet.co.in::351961f3-a595-4344-b69c-abae5a1adc3d" providerId="AD" clId="Web-{7F71B5B5-4A9F-66FD-A491-12F1FC4B2FF0}" dt="2021-11-11T07:13:03.764" v="160"/>
          <ac:picMkLst>
            <pc:docMk/>
            <pc:sldMk cId="0" sldId="395"/>
            <ac:picMk id="59" creationId="{00000000-0000-0000-0000-000000000000}"/>
          </ac:picMkLst>
        </pc:picChg>
      </pc:sldChg>
      <pc:sldChg chg="addSp delSp">
        <pc:chgData name="VIKRAL BHAGOR" userId="S::1901330100302@niet.co.in::351961f3-a595-4344-b69c-abae5a1adc3d" providerId="AD" clId="Web-{7F71B5B5-4A9F-66FD-A491-12F1FC4B2FF0}" dt="2021-11-11T07:13:07.608" v="163"/>
        <pc:sldMkLst>
          <pc:docMk/>
          <pc:sldMk cId="0" sldId="396"/>
        </pc:sldMkLst>
        <pc:picChg chg="add">
          <ac:chgData name="VIKRAL BHAGOR" userId="S::1901330100302@niet.co.in::351961f3-a595-4344-b69c-abae5a1adc3d" providerId="AD" clId="Web-{7F71B5B5-4A9F-66FD-A491-12F1FC4B2FF0}" dt="2021-11-11T07:13:07.608" v="163"/>
          <ac:picMkLst>
            <pc:docMk/>
            <pc:sldMk cId="0" sldId="396"/>
            <ac:picMk id="2" creationId="{26045409-946C-4716-844F-F828E088AE0D}"/>
          </ac:picMkLst>
        </pc:picChg>
        <pc:picChg chg="del">
          <ac:chgData name="VIKRAL BHAGOR" userId="S::1901330100302@niet.co.in::351961f3-a595-4344-b69c-abae5a1adc3d" providerId="AD" clId="Web-{7F71B5B5-4A9F-66FD-A491-12F1FC4B2FF0}" dt="2021-11-11T07:13:07.170" v="162"/>
          <ac:picMkLst>
            <pc:docMk/>
            <pc:sldMk cId="0" sldId="396"/>
            <ac:picMk id="61" creationId="{00000000-0000-0000-0000-000000000000}"/>
          </ac:picMkLst>
        </pc:picChg>
      </pc:sldChg>
      <pc:sldChg chg="addSp delSp">
        <pc:chgData name="VIKRAL BHAGOR" userId="S::1901330100302@niet.co.in::351961f3-a595-4344-b69c-abae5a1adc3d" providerId="AD" clId="Web-{7F71B5B5-4A9F-66FD-A491-12F1FC4B2FF0}" dt="2021-11-11T07:13:10.405" v="165"/>
        <pc:sldMkLst>
          <pc:docMk/>
          <pc:sldMk cId="0" sldId="397"/>
        </pc:sldMkLst>
        <pc:picChg chg="add">
          <ac:chgData name="VIKRAL BHAGOR" userId="S::1901330100302@niet.co.in::351961f3-a595-4344-b69c-abae5a1adc3d" providerId="AD" clId="Web-{7F71B5B5-4A9F-66FD-A491-12F1FC4B2FF0}" dt="2021-11-11T07:13:10.405" v="165"/>
          <ac:picMkLst>
            <pc:docMk/>
            <pc:sldMk cId="0" sldId="397"/>
            <ac:picMk id="2" creationId="{963EDA47-0107-4328-819C-E7E33EAF9285}"/>
          </ac:picMkLst>
        </pc:picChg>
        <pc:picChg chg="del">
          <ac:chgData name="VIKRAL BHAGOR" userId="S::1901330100302@niet.co.in::351961f3-a595-4344-b69c-abae5a1adc3d" providerId="AD" clId="Web-{7F71B5B5-4A9F-66FD-A491-12F1FC4B2FF0}" dt="2021-11-11T07:13:09.827" v="164"/>
          <ac:picMkLst>
            <pc:docMk/>
            <pc:sldMk cId="0" sldId="397"/>
            <ac:picMk id="73" creationId="{00000000-0000-0000-0000-000000000000}"/>
          </ac:picMkLst>
        </pc:picChg>
      </pc:sldChg>
      <pc:sldChg chg="addSp delSp">
        <pc:chgData name="VIKRAL BHAGOR" userId="S::1901330100302@niet.co.in::351961f3-a595-4344-b69c-abae5a1adc3d" providerId="AD" clId="Web-{7F71B5B5-4A9F-66FD-A491-12F1FC4B2FF0}" dt="2021-11-11T07:13:13.483" v="167"/>
        <pc:sldMkLst>
          <pc:docMk/>
          <pc:sldMk cId="0" sldId="398"/>
        </pc:sldMkLst>
        <pc:picChg chg="add">
          <ac:chgData name="VIKRAL BHAGOR" userId="S::1901330100302@niet.co.in::351961f3-a595-4344-b69c-abae5a1adc3d" providerId="AD" clId="Web-{7F71B5B5-4A9F-66FD-A491-12F1FC4B2FF0}" dt="2021-11-11T07:13:13.483" v="167"/>
          <ac:picMkLst>
            <pc:docMk/>
            <pc:sldMk cId="0" sldId="398"/>
            <ac:picMk id="2" creationId="{0D03FC99-6F5D-4FB4-9FBA-33A5B3EC7D9D}"/>
          </ac:picMkLst>
        </pc:picChg>
        <pc:picChg chg="del">
          <ac:chgData name="VIKRAL BHAGOR" userId="S::1901330100302@niet.co.in::351961f3-a595-4344-b69c-abae5a1adc3d" providerId="AD" clId="Web-{7F71B5B5-4A9F-66FD-A491-12F1FC4B2FF0}" dt="2021-11-11T07:13:12.999" v="166"/>
          <ac:picMkLst>
            <pc:docMk/>
            <pc:sldMk cId="0" sldId="398"/>
            <ac:picMk id="71" creationId="{00000000-0000-0000-0000-000000000000}"/>
          </ac:picMkLst>
        </pc:picChg>
      </pc:sldChg>
      <pc:sldChg chg="addSp delSp">
        <pc:chgData name="VIKRAL BHAGOR" userId="S::1901330100302@niet.co.in::351961f3-a595-4344-b69c-abae5a1adc3d" providerId="AD" clId="Web-{7F71B5B5-4A9F-66FD-A491-12F1FC4B2FF0}" dt="2021-11-11T07:13:16.186" v="169"/>
        <pc:sldMkLst>
          <pc:docMk/>
          <pc:sldMk cId="0" sldId="399"/>
        </pc:sldMkLst>
        <pc:picChg chg="add">
          <ac:chgData name="VIKRAL BHAGOR" userId="S::1901330100302@niet.co.in::351961f3-a595-4344-b69c-abae5a1adc3d" providerId="AD" clId="Web-{7F71B5B5-4A9F-66FD-A491-12F1FC4B2FF0}" dt="2021-11-11T07:13:16.186" v="169"/>
          <ac:picMkLst>
            <pc:docMk/>
            <pc:sldMk cId="0" sldId="399"/>
            <ac:picMk id="2" creationId="{0BE469EA-8BFD-4C3E-A5E7-0B890F07EA20}"/>
          </ac:picMkLst>
        </pc:picChg>
        <pc:picChg chg="del">
          <ac:chgData name="VIKRAL BHAGOR" userId="S::1901330100302@niet.co.in::351961f3-a595-4344-b69c-abae5a1adc3d" providerId="AD" clId="Web-{7F71B5B5-4A9F-66FD-A491-12F1FC4B2FF0}" dt="2021-11-11T07:13:15.671" v="168"/>
          <ac:picMkLst>
            <pc:docMk/>
            <pc:sldMk cId="0" sldId="399"/>
            <ac:picMk id="72" creationId="{00000000-0000-0000-0000-000000000000}"/>
          </ac:picMkLst>
        </pc:picChg>
      </pc:sldChg>
      <pc:sldChg chg="addSp delSp">
        <pc:chgData name="VIKRAL BHAGOR" userId="S::1901330100302@niet.co.in::351961f3-a595-4344-b69c-abae5a1adc3d" providerId="AD" clId="Web-{7F71B5B5-4A9F-66FD-A491-12F1FC4B2FF0}" dt="2021-11-11T07:13:20.468" v="171"/>
        <pc:sldMkLst>
          <pc:docMk/>
          <pc:sldMk cId="0" sldId="400"/>
        </pc:sldMkLst>
        <pc:picChg chg="add">
          <ac:chgData name="VIKRAL BHAGOR" userId="S::1901330100302@niet.co.in::351961f3-a595-4344-b69c-abae5a1adc3d" providerId="AD" clId="Web-{7F71B5B5-4A9F-66FD-A491-12F1FC4B2FF0}" dt="2021-11-11T07:13:20.468" v="171"/>
          <ac:picMkLst>
            <pc:docMk/>
            <pc:sldMk cId="0" sldId="400"/>
            <ac:picMk id="2" creationId="{50C90BA6-3415-448A-9EA6-9BAAACFACF93}"/>
          </ac:picMkLst>
        </pc:picChg>
        <pc:picChg chg="del">
          <ac:chgData name="VIKRAL BHAGOR" userId="S::1901330100302@niet.co.in::351961f3-a595-4344-b69c-abae5a1adc3d" providerId="AD" clId="Web-{7F71B5B5-4A9F-66FD-A491-12F1FC4B2FF0}" dt="2021-11-11T07:13:19.905" v="170"/>
          <ac:picMkLst>
            <pc:docMk/>
            <pc:sldMk cId="0" sldId="400"/>
            <ac:picMk id="52" creationId="{00000000-0000-0000-0000-000000000000}"/>
          </ac:picMkLst>
        </pc:picChg>
      </pc:sldChg>
      <pc:sldChg chg="addSp delSp">
        <pc:chgData name="VIKRAL BHAGOR" userId="S::1901330100302@niet.co.in::351961f3-a595-4344-b69c-abae5a1adc3d" providerId="AD" clId="Web-{7F71B5B5-4A9F-66FD-A491-12F1FC4B2FF0}" dt="2021-11-11T07:13:28.343" v="173"/>
        <pc:sldMkLst>
          <pc:docMk/>
          <pc:sldMk cId="0" sldId="401"/>
        </pc:sldMkLst>
        <pc:picChg chg="add">
          <ac:chgData name="VIKRAL BHAGOR" userId="S::1901330100302@niet.co.in::351961f3-a595-4344-b69c-abae5a1adc3d" providerId="AD" clId="Web-{7F71B5B5-4A9F-66FD-A491-12F1FC4B2FF0}" dt="2021-11-11T07:13:28.343" v="173"/>
          <ac:picMkLst>
            <pc:docMk/>
            <pc:sldMk cId="0" sldId="401"/>
            <ac:picMk id="2" creationId="{89DE4572-5D57-4518-83A3-2B64634A0D66}"/>
          </ac:picMkLst>
        </pc:picChg>
        <pc:picChg chg="del">
          <ac:chgData name="VIKRAL BHAGOR" userId="S::1901330100302@niet.co.in::351961f3-a595-4344-b69c-abae5a1adc3d" providerId="AD" clId="Web-{7F71B5B5-4A9F-66FD-A491-12F1FC4B2FF0}" dt="2021-11-11T07:13:27.827" v="172"/>
          <ac:picMkLst>
            <pc:docMk/>
            <pc:sldMk cId="0" sldId="401"/>
            <ac:picMk id="27653" creationId="{00000000-0000-0000-0000-000000000000}"/>
          </ac:picMkLst>
        </pc:picChg>
      </pc:sldChg>
      <pc:sldChg chg="addSp delSp">
        <pc:chgData name="VIKRAL BHAGOR" userId="S::1901330100302@niet.co.in::351961f3-a595-4344-b69c-abae5a1adc3d" providerId="AD" clId="Web-{7F71B5B5-4A9F-66FD-A491-12F1FC4B2FF0}" dt="2021-11-11T07:13:35.796" v="179"/>
        <pc:sldMkLst>
          <pc:docMk/>
          <pc:sldMk cId="0" sldId="402"/>
        </pc:sldMkLst>
        <pc:picChg chg="add">
          <ac:chgData name="VIKRAL BHAGOR" userId="S::1901330100302@niet.co.in::351961f3-a595-4344-b69c-abae5a1adc3d" providerId="AD" clId="Web-{7F71B5B5-4A9F-66FD-A491-12F1FC4B2FF0}" dt="2021-11-11T07:13:35.796" v="179"/>
          <ac:picMkLst>
            <pc:docMk/>
            <pc:sldMk cId="0" sldId="402"/>
            <ac:picMk id="2" creationId="{2679C8CD-80FE-4537-8D6D-D961785CDE20}"/>
          </ac:picMkLst>
        </pc:picChg>
        <pc:picChg chg="del">
          <ac:chgData name="VIKRAL BHAGOR" userId="S::1901330100302@niet.co.in::351961f3-a595-4344-b69c-abae5a1adc3d" providerId="AD" clId="Web-{7F71B5B5-4A9F-66FD-A491-12F1FC4B2FF0}" dt="2021-11-11T07:13:35.202" v="178"/>
          <ac:picMkLst>
            <pc:docMk/>
            <pc:sldMk cId="0" sldId="402"/>
            <ac:picMk id="28677" creationId="{00000000-0000-0000-0000-000000000000}"/>
          </ac:picMkLst>
        </pc:picChg>
      </pc:sldChg>
      <pc:sldChg chg="addSp delSp">
        <pc:chgData name="VIKRAL BHAGOR" userId="S::1901330100302@niet.co.in::351961f3-a595-4344-b69c-abae5a1adc3d" providerId="AD" clId="Web-{7F71B5B5-4A9F-66FD-A491-12F1FC4B2FF0}" dt="2021-11-11T07:13:38.734" v="181"/>
        <pc:sldMkLst>
          <pc:docMk/>
          <pc:sldMk cId="0" sldId="403"/>
        </pc:sldMkLst>
        <pc:picChg chg="add">
          <ac:chgData name="VIKRAL BHAGOR" userId="S::1901330100302@niet.co.in::351961f3-a595-4344-b69c-abae5a1adc3d" providerId="AD" clId="Web-{7F71B5B5-4A9F-66FD-A491-12F1FC4B2FF0}" dt="2021-11-11T07:13:38.734" v="181"/>
          <ac:picMkLst>
            <pc:docMk/>
            <pc:sldMk cId="0" sldId="403"/>
            <ac:picMk id="2" creationId="{C72E0479-C5B9-4B0A-875A-A8339C89C5D6}"/>
          </ac:picMkLst>
        </pc:picChg>
        <pc:picChg chg="del">
          <ac:chgData name="VIKRAL BHAGOR" userId="S::1901330100302@niet.co.in::351961f3-a595-4344-b69c-abae5a1adc3d" providerId="AD" clId="Web-{7F71B5B5-4A9F-66FD-A491-12F1FC4B2FF0}" dt="2021-11-11T07:13:38.124" v="180"/>
          <ac:picMkLst>
            <pc:docMk/>
            <pc:sldMk cId="0" sldId="403"/>
            <ac:picMk id="29701" creationId="{00000000-0000-0000-0000-000000000000}"/>
          </ac:picMkLst>
        </pc:picChg>
      </pc:sldChg>
      <pc:sldChg chg="addSp delSp">
        <pc:chgData name="VIKRAL BHAGOR" userId="S::1901330100302@niet.co.in::351961f3-a595-4344-b69c-abae5a1adc3d" providerId="AD" clId="Web-{7F71B5B5-4A9F-66FD-A491-12F1FC4B2FF0}" dt="2021-11-11T07:06:27.973" v="10"/>
        <pc:sldMkLst>
          <pc:docMk/>
          <pc:sldMk cId="0" sldId="404"/>
        </pc:sldMkLst>
        <pc:picChg chg="add">
          <ac:chgData name="VIKRAL BHAGOR" userId="S::1901330100302@niet.co.in::351961f3-a595-4344-b69c-abae5a1adc3d" providerId="AD" clId="Web-{7F71B5B5-4A9F-66FD-A491-12F1FC4B2FF0}" dt="2021-11-11T07:06:27.973" v="10"/>
          <ac:picMkLst>
            <pc:docMk/>
            <pc:sldMk cId="0" sldId="404"/>
            <ac:picMk id="2" creationId="{CF48BC49-D33C-4198-8401-30B08ACC6AC6}"/>
          </ac:picMkLst>
        </pc:picChg>
        <pc:picChg chg="del">
          <ac:chgData name="VIKRAL BHAGOR" userId="S::1901330100302@niet.co.in::351961f3-a595-4344-b69c-abae5a1adc3d" providerId="AD" clId="Web-{7F71B5B5-4A9F-66FD-A491-12F1FC4B2FF0}" dt="2021-11-11T07:06:27.051" v="9"/>
          <ac:picMkLst>
            <pc:docMk/>
            <pc:sldMk cId="0" sldId="404"/>
            <ac:picMk id="3078" creationId="{00000000-0000-0000-0000-000000000000}"/>
          </ac:picMkLst>
        </pc:picChg>
      </pc:sldChg>
      <pc:sldChg chg="addSp delSp">
        <pc:chgData name="VIKRAL BHAGOR" userId="S::1901330100302@niet.co.in::351961f3-a595-4344-b69c-abae5a1adc3d" providerId="AD" clId="Web-{7F71B5B5-4A9F-66FD-A491-12F1FC4B2FF0}" dt="2021-11-11T07:13:49.046" v="189"/>
        <pc:sldMkLst>
          <pc:docMk/>
          <pc:sldMk cId="0" sldId="406"/>
        </pc:sldMkLst>
        <pc:picChg chg="add">
          <ac:chgData name="VIKRAL BHAGOR" userId="S::1901330100302@niet.co.in::351961f3-a595-4344-b69c-abae5a1adc3d" providerId="AD" clId="Web-{7F71B5B5-4A9F-66FD-A491-12F1FC4B2FF0}" dt="2021-11-11T07:13:49.046" v="189"/>
          <ac:picMkLst>
            <pc:docMk/>
            <pc:sldMk cId="0" sldId="406"/>
            <ac:picMk id="2" creationId="{1DAFD0FA-E1F1-4E14-B7EC-34054CCB2A7C}"/>
          </ac:picMkLst>
        </pc:picChg>
        <pc:picChg chg="del">
          <ac:chgData name="VIKRAL BHAGOR" userId="S::1901330100302@niet.co.in::351961f3-a595-4344-b69c-abae5a1adc3d" providerId="AD" clId="Web-{7F71B5B5-4A9F-66FD-A491-12F1FC4B2FF0}" dt="2021-11-11T07:13:48.656" v="188"/>
          <ac:picMkLst>
            <pc:docMk/>
            <pc:sldMk cId="0" sldId="406"/>
            <ac:picMk id="8" creationId="{00000000-0000-0000-0000-000000000000}"/>
          </ac:picMkLst>
        </pc:picChg>
      </pc:sldChg>
      <pc:sldChg chg="addSp delSp">
        <pc:chgData name="VIKRAL BHAGOR" userId="S::1901330100302@niet.co.in::351961f3-a595-4344-b69c-abae5a1adc3d" providerId="AD" clId="Web-{7F71B5B5-4A9F-66FD-A491-12F1FC4B2FF0}" dt="2021-11-11T07:14:01.125" v="197"/>
        <pc:sldMkLst>
          <pc:docMk/>
          <pc:sldMk cId="0" sldId="407"/>
        </pc:sldMkLst>
        <pc:picChg chg="add">
          <ac:chgData name="VIKRAL BHAGOR" userId="S::1901330100302@niet.co.in::351961f3-a595-4344-b69c-abae5a1adc3d" providerId="AD" clId="Web-{7F71B5B5-4A9F-66FD-A491-12F1FC4B2FF0}" dt="2021-11-11T07:14:01.125" v="197"/>
          <ac:picMkLst>
            <pc:docMk/>
            <pc:sldMk cId="0" sldId="407"/>
            <ac:picMk id="2" creationId="{686CD62B-C94E-4899-892E-F1D1C4B2C551}"/>
          </ac:picMkLst>
        </pc:picChg>
        <pc:picChg chg="del">
          <ac:chgData name="VIKRAL BHAGOR" userId="S::1901330100302@niet.co.in::351961f3-a595-4344-b69c-abae5a1adc3d" providerId="AD" clId="Web-{7F71B5B5-4A9F-66FD-A491-12F1FC4B2FF0}" dt="2021-11-11T07:14:01.078" v="196"/>
          <ac:picMkLst>
            <pc:docMk/>
            <pc:sldMk cId="0" sldId="407"/>
            <ac:picMk id="8" creationId="{00000000-0000-0000-0000-000000000000}"/>
          </ac:picMkLst>
        </pc:picChg>
      </pc:sldChg>
      <pc:sldChg chg="addSp delSp">
        <pc:chgData name="VIKRAL BHAGOR" userId="S::1901330100302@niet.co.in::351961f3-a595-4344-b69c-abae5a1adc3d" providerId="AD" clId="Web-{7F71B5B5-4A9F-66FD-A491-12F1FC4B2FF0}" dt="2021-11-11T07:14:03.625" v="199"/>
        <pc:sldMkLst>
          <pc:docMk/>
          <pc:sldMk cId="0" sldId="408"/>
        </pc:sldMkLst>
        <pc:picChg chg="add">
          <ac:chgData name="VIKRAL BHAGOR" userId="S::1901330100302@niet.co.in::351961f3-a595-4344-b69c-abae5a1adc3d" providerId="AD" clId="Web-{7F71B5B5-4A9F-66FD-A491-12F1FC4B2FF0}" dt="2021-11-11T07:14:03.625" v="199"/>
          <ac:picMkLst>
            <pc:docMk/>
            <pc:sldMk cId="0" sldId="408"/>
            <ac:picMk id="2" creationId="{C40E5E71-E5B5-4934-9C2E-71C88AEC4BCE}"/>
          </ac:picMkLst>
        </pc:picChg>
        <pc:picChg chg="del">
          <ac:chgData name="VIKRAL BHAGOR" userId="S::1901330100302@niet.co.in::351961f3-a595-4344-b69c-abae5a1adc3d" providerId="AD" clId="Web-{7F71B5B5-4A9F-66FD-A491-12F1FC4B2FF0}" dt="2021-11-11T07:14:02.953" v="198"/>
          <ac:picMkLst>
            <pc:docMk/>
            <pc:sldMk cId="0" sldId="408"/>
            <ac:picMk id="4" creationId="{00000000-0000-0000-0000-000000000000}"/>
          </ac:picMkLst>
        </pc:picChg>
      </pc:sldChg>
      <pc:sldChg chg="addSp delSp">
        <pc:chgData name="VIKRAL BHAGOR" userId="S::1901330100302@niet.co.in::351961f3-a595-4344-b69c-abae5a1adc3d" providerId="AD" clId="Web-{7F71B5B5-4A9F-66FD-A491-12F1FC4B2FF0}" dt="2021-11-11T07:14:06" v="201"/>
        <pc:sldMkLst>
          <pc:docMk/>
          <pc:sldMk cId="0" sldId="409"/>
        </pc:sldMkLst>
        <pc:picChg chg="add">
          <ac:chgData name="VIKRAL BHAGOR" userId="S::1901330100302@niet.co.in::351961f3-a595-4344-b69c-abae5a1adc3d" providerId="AD" clId="Web-{7F71B5B5-4A9F-66FD-A491-12F1FC4B2FF0}" dt="2021-11-11T07:14:06" v="201"/>
          <ac:picMkLst>
            <pc:docMk/>
            <pc:sldMk cId="0" sldId="409"/>
            <ac:picMk id="2" creationId="{C0FF23DE-0DFC-4911-88C6-23F1D469D67A}"/>
          </ac:picMkLst>
        </pc:picChg>
        <pc:picChg chg="del">
          <ac:chgData name="VIKRAL BHAGOR" userId="S::1901330100302@niet.co.in::351961f3-a595-4344-b69c-abae5a1adc3d" providerId="AD" clId="Web-{7F71B5B5-4A9F-66FD-A491-12F1FC4B2FF0}" dt="2021-11-11T07:14:05.281" v="200"/>
          <ac:picMkLst>
            <pc:docMk/>
            <pc:sldMk cId="0" sldId="409"/>
            <ac:picMk id="4" creationId="{00000000-0000-0000-0000-000000000000}"/>
          </ac:picMkLst>
        </pc:picChg>
      </pc:sldChg>
      <pc:sldChg chg="addSp delSp">
        <pc:chgData name="VIKRAL BHAGOR" userId="S::1901330100302@niet.co.in::351961f3-a595-4344-b69c-abae5a1adc3d" providerId="AD" clId="Web-{7F71B5B5-4A9F-66FD-A491-12F1FC4B2FF0}" dt="2021-11-11T07:14:09.219" v="203"/>
        <pc:sldMkLst>
          <pc:docMk/>
          <pc:sldMk cId="0" sldId="410"/>
        </pc:sldMkLst>
        <pc:picChg chg="add">
          <ac:chgData name="VIKRAL BHAGOR" userId="S::1901330100302@niet.co.in::351961f3-a595-4344-b69c-abae5a1adc3d" providerId="AD" clId="Web-{7F71B5B5-4A9F-66FD-A491-12F1FC4B2FF0}" dt="2021-11-11T07:14:09.219" v="203"/>
          <ac:picMkLst>
            <pc:docMk/>
            <pc:sldMk cId="0" sldId="410"/>
            <ac:picMk id="2" creationId="{17DBF2A2-D801-478A-A157-93DAA7E1BC27}"/>
          </ac:picMkLst>
        </pc:picChg>
        <pc:picChg chg="del">
          <ac:chgData name="VIKRAL BHAGOR" userId="S::1901330100302@niet.co.in::351961f3-a595-4344-b69c-abae5a1adc3d" providerId="AD" clId="Web-{7F71B5B5-4A9F-66FD-A491-12F1FC4B2FF0}" dt="2021-11-11T07:14:09.188" v="202"/>
          <ac:picMkLst>
            <pc:docMk/>
            <pc:sldMk cId="0" sldId="410"/>
            <ac:picMk id="4" creationId="{00000000-0000-0000-0000-000000000000}"/>
          </ac:picMkLst>
        </pc:picChg>
      </pc:sldChg>
      <pc:sldChg chg="addSp delSp">
        <pc:chgData name="VIKRAL BHAGOR" userId="S::1901330100302@niet.co.in::351961f3-a595-4344-b69c-abae5a1adc3d" providerId="AD" clId="Web-{7F71B5B5-4A9F-66FD-A491-12F1FC4B2FF0}" dt="2021-11-11T07:14:11.891" v="205"/>
        <pc:sldMkLst>
          <pc:docMk/>
          <pc:sldMk cId="0" sldId="411"/>
        </pc:sldMkLst>
        <pc:picChg chg="add">
          <ac:chgData name="VIKRAL BHAGOR" userId="S::1901330100302@niet.co.in::351961f3-a595-4344-b69c-abae5a1adc3d" providerId="AD" clId="Web-{7F71B5B5-4A9F-66FD-A491-12F1FC4B2FF0}" dt="2021-11-11T07:14:11.891" v="205"/>
          <ac:picMkLst>
            <pc:docMk/>
            <pc:sldMk cId="0" sldId="411"/>
            <ac:picMk id="2" creationId="{94DC46B5-13B4-4B37-9C58-DAE349A09F8E}"/>
          </ac:picMkLst>
        </pc:picChg>
        <pc:picChg chg="del">
          <ac:chgData name="VIKRAL BHAGOR" userId="S::1901330100302@niet.co.in::351961f3-a595-4344-b69c-abae5a1adc3d" providerId="AD" clId="Web-{7F71B5B5-4A9F-66FD-A491-12F1FC4B2FF0}" dt="2021-11-11T07:14:10.250" v="204"/>
          <ac:picMkLst>
            <pc:docMk/>
            <pc:sldMk cId="0" sldId="411"/>
            <ac:picMk id="4" creationId="{00000000-0000-0000-0000-000000000000}"/>
          </ac:picMkLst>
        </pc:picChg>
      </pc:sldChg>
      <pc:sldChg chg="addSp delSp">
        <pc:chgData name="VIKRAL BHAGOR" userId="S::1901330100302@niet.co.in::351961f3-a595-4344-b69c-abae5a1adc3d" providerId="AD" clId="Web-{7F71B5B5-4A9F-66FD-A491-12F1FC4B2FF0}" dt="2021-11-11T07:14:15.703" v="207"/>
        <pc:sldMkLst>
          <pc:docMk/>
          <pc:sldMk cId="0" sldId="412"/>
        </pc:sldMkLst>
        <pc:picChg chg="add">
          <ac:chgData name="VIKRAL BHAGOR" userId="S::1901330100302@niet.co.in::351961f3-a595-4344-b69c-abae5a1adc3d" providerId="AD" clId="Web-{7F71B5B5-4A9F-66FD-A491-12F1FC4B2FF0}" dt="2021-11-11T07:14:15.703" v="207"/>
          <ac:picMkLst>
            <pc:docMk/>
            <pc:sldMk cId="0" sldId="412"/>
            <ac:picMk id="2" creationId="{CE10CC7F-222B-4486-BFC5-FD7F4526E00D}"/>
          </ac:picMkLst>
        </pc:picChg>
        <pc:picChg chg="del">
          <ac:chgData name="VIKRAL BHAGOR" userId="S::1901330100302@niet.co.in::351961f3-a595-4344-b69c-abae5a1adc3d" providerId="AD" clId="Web-{7F71B5B5-4A9F-66FD-A491-12F1FC4B2FF0}" dt="2021-11-11T07:14:15.656" v="206"/>
          <ac:picMkLst>
            <pc:docMk/>
            <pc:sldMk cId="0" sldId="412"/>
            <ac:picMk id="4" creationId="{00000000-0000-0000-0000-000000000000}"/>
          </ac:picMkLst>
        </pc:picChg>
      </pc:sldChg>
      <pc:sldChg chg="addSp delSp">
        <pc:chgData name="VIKRAL BHAGOR" userId="S::1901330100302@niet.co.in::351961f3-a595-4344-b69c-abae5a1adc3d" providerId="AD" clId="Web-{7F71B5B5-4A9F-66FD-A491-12F1FC4B2FF0}" dt="2021-11-11T07:14:26.204" v="209"/>
        <pc:sldMkLst>
          <pc:docMk/>
          <pc:sldMk cId="0" sldId="413"/>
        </pc:sldMkLst>
        <pc:picChg chg="add">
          <ac:chgData name="VIKRAL BHAGOR" userId="S::1901330100302@niet.co.in::351961f3-a595-4344-b69c-abae5a1adc3d" providerId="AD" clId="Web-{7F71B5B5-4A9F-66FD-A491-12F1FC4B2FF0}" dt="2021-11-11T07:14:26.204" v="209"/>
          <ac:picMkLst>
            <pc:docMk/>
            <pc:sldMk cId="0" sldId="413"/>
            <ac:picMk id="2" creationId="{3A64CC3A-8FB6-46B8-9585-190787DD088A}"/>
          </ac:picMkLst>
        </pc:picChg>
        <pc:picChg chg="del">
          <ac:chgData name="VIKRAL BHAGOR" userId="S::1901330100302@niet.co.in::351961f3-a595-4344-b69c-abae5a1adc3d" providerId="AD" clId="Web-{7F71B5B5-4A9F-66FD-A491-12F1FC4B2FF0}" dt="2021-11-11T07:14:26.172" v="208"/>
          <ac:picMkLst>
            <pc:docMk/>
            <pc:sldMk cId="0" sldId="413"/>
            <ac:picMk id="4" creationId="{00000000-0000-0000-0000-000000000000}"/>
          </ac:picMkLst>
        </pc:picChg>
      </pc:sldChg>
      <pc:sldChg chg="addSp delSp">
        <pc:chgData name="VIKRAL BHAGOR" userId="S::1901330100302@niet.co.in::351961f3-a595-4344-b69c-abae5a1adc3d" providerId="AD" clId="Web-{7F71B5B5-4A9F-66FD-A491-12F1FC4B2FF0}" dt="2021-11-11T07:14:33.001" v="211"/>
        <pc:sldMkLst>
          <pc:docMk/>
          <pc:sldMk cId="0" sldId="414"/>
        </pc:sldMkLst>
        <pc:picChg chg="add">
          <ac:chgData name="VIKRAL BHAGOR" userId="S::1901330100302@niet.co.in::351961f3-a595-4344-b69c-abae5a1adc3d" providerId="AD" clId="Web-{7F71B5B5-4A9F-66FD-A491-12F1FC4B2FF0}" dt="2021-11-11T07:14:33.001" v="211"/>
          <ac:picMkLst>
            <pc:docMk/>
            <pc:sldMk cId="0" sldId="414"/>
            <ac:picMk id="2" creationId="{0E01FB84-EF82-444D-A048-039391E68D67}"/>
          </ac:picMkLst>
        </pc:picChg>
        <pc:picChg chg="del">
          <ac:chgData name="VIKRAL BHAGOR" userId="S::1901330100302@niet.co.in::351961f3-a595-4344-b69c-abae5a1adc3d" providerId="AD" clId="Web-{7F71B5B5-4A9F-66FD-A491-12F1FC4B2FF0}" dt="2021-11-11T07:14:32.063" v="210"/>
          <ac:picMkLst>
            <pc:docMk/>
            <pc:sldMk cId="0" sldId="414"/>
            <ac:picMk id="4" creationId="{00000000-0000-0000-0000-000000000000}"/>
          </ac:picMkLst>
        </pc:picChg>
      </pc:sldChg>
      <pc:sldChg chg="addSp delSp">
        <pc:chgData name="VIKRAL BHAGOR" userId="S::1901330100302@niet.co.in::351961f3-a595-4344-b69c-abae5a1adc3d" providerId="AD" clId="Web-{7F71B5B5-4A9F-66FD-A491-12F1FC4B2FF0}" dt="2021-11-11T07:14:35.360" v="213"/>
        <pc:sldMkLst>
          <pc:docMk/>
          <pc:sldMk cId="0" sldId="415"/>
        </pc:sldMkLst>
        <pc:picChg chg="add">
          <ac:chgData name="VIKRAL BHAGOR" userId="S::1901330100302@niet.co.in::351961f3-a595-4344-b69c-abae5a1adc3d" providerId="AD" clId="Web-{7F71B5B5-4A9F-66FD-A491-12F1FC4B2FF0}" dt="2021-11-11T07:14:35.360" v="213"/>
          <ac:picMkLst>
            <pc:docMk/>
            <pc:sldMk cId="0" sldId="415"/>
            <ac:picMk id="2" creationId="{E0B66CAC-5676-43E9-B309-355B26132AB3}"/>
          </ac:picMkLst>
        </pc:picChg>
        <pc:picChg chg="del">
          <ac:chgData name="VIKRAL BHAGOR" userId="S::1901330100302@niet.co.in::351961f3-a595-4344-b69c-abae5a1adc3d" providerId="AD" clId="Web-{7F71B5B5-4A9F-66FD-A491-12F1FC4B2FF0}" dt="2021-11-11T07:14:35.063" v="212"/>
          <ac:picMkLst>
            <pc:docMk/>
            <pc:sldMk cId="0" sldId="415"/>
            <ac:picMk id="4" creationId="{00000000-0000-0000-0000-000000000000}"/>
          </ac:picMkLst>
        </pc:picChg>
      </pc:sldChg>
      <pc:sldChg chg="addSp delSp">
        <pc:chgData name="VIKRAL BHAGOR" userId="S::1901330100302@niet.co.in::351961f3-a595-4344-b69c-abae5a1adc3d" providerId="AD" clId="Web-{7F71B5B5-4A9F-66FD-A491-12F1FC4B2FF0}" dt="2021-11-11T07:14:38.251" v="215"/>
        <pc:sldMkLst>
          <pc:docMk/>
          <pc:sldMk cId="0" sldId="416"/>
        </pc:sldMkLst>
        <pc:picChg chg="add">
          <ac:chgData name="VIKRAL BHAGOR" userId="S::1901330100302@niet.co.in::351961f3-a595-4344-b69c-abae5a1adc3d" providerId="AD" clId="Web-{7F71B5B5-4A9F-66FD-A491-12F1FC4B2FF0}" dt="2021-11-11T07:14:38.251" v="215"/>
          <ac:picMkLst>
            <pc:docMk/>
            <pc:sldMk cId="0" sldId="416"/>
            <ac:picMk id="2" creationId="{2AE8BF48-76BD-4FA1-9F3D-BE6DB4CF6DEF}"/>
          </ac:picMkLst>
        </pc:picChg>
        <pc:picChg chg="del">
          <ac:chgData name="VIKRAL BHAGOR" userId="S::1901330100302@niet.co.in::351961f3-a595-4344-b69c-abae5a1adc3d" providerId="AD" clId="Web-{7F71B5B5-4A9F-66FD-A491-12F1FC4B2FF0}" dt="2021-11-11T07:14:37.657" v="214"/>
          <ac:picMkLst>
            <pc:docMk/>
            <pc:sldMk cId="0" sldId="416"/>
            <ac:picMk id="4" creationId="{00000000-0000-0000-0000-000000000000}"/>
          </ac:picMkLst>
        </pc:picChg>
      </pc:sldChg>
      <pc:sldChg chg="addSp delSp">
        <pc:chgData name="VIKRAL BHAGOR" userId="S::1901330100302@niet.co.in::351961f3-a595-4344-b69c-abae5a1adc3d" providerId="AD" clId="Web-{7F71B5B5-4A9F-66FD-A491-12F1FC4B2FF0}" dt="2021-11-11T07:14:40.923" v="217"/>
        <pc:sldMkLst>
          <pc:docMk/>
          <pc:sldMk cId="0" sldId="417"/>
        </pc:sldMkLst>
        <pc:picChg chg="add">
          <ac:chgData name="VIKRAL BHAGOR" userId="S::1901330100302@niet.co.in::351961f3-a595-4344-b69c-abae5a1adc3d" providerId="AD" clId="Web-{7F71B5B5-4A9F-66FD-A491-12F1FC4B2FF0}" dt="2021-11-11T07:14:40.923" v="217"/>
          <ac:picMkLst>
            <pc:docMk/>
            <pc:sldMk cId="0" sldId="417"/>
            <ac:picMk id="2" creationId="{F73DC7C6-C098-4771-A921-D0D4B2C6F78A}"/>
          </ac:picMkLst>
        </pc:picChg>
        <pc:picChg chg="del">
          <ac:chgData name="VIKRAL BHAGOR" userId="S::1901330100302@niet.co.in::351961f3-a595-4344-b69c-abae5a1adc3d" providerId="AD" clId="Web-{7F71B5B5-4A9F-66FD-A491-12F1FC4B2FF0}" dt="2021-11-11T07:14:40.891" v="216"/>
          <ac:picMkLst>
            <pc:docMk/>
            <pc:sldMk cId="0" sldId="417"/>
            <ac:picMk id="4" creationId="{00000000-0000-0000-0000-000000000000}"/>
          </ac:picMkLst>
        </pc:picChg>
      </pc:sldChg>
      <pc:sldChg chg="addSp delSp">
        <pc:chgData name="VIKRAL BHAGOR" userId="S::1901330100302@niet.co.in::351961f3-a595-4344-b69c-abae5a1adc3d" providerId="AD" clId="Web-{7F71B5B5-4A9F-66FD-A491-12F1FC4B2FF0}" dt="2021-11-11T07:14:43.110" v="219"/>
        <pc:sldMkLst>
          <pc:docMk/>
          <pc:sldMk cId="0" sldId="418"/>
        </pc:sldMkLst>
        <pc:picChg chg="add">
          <ac:chgData name="VIKRAL BHAGOR" userId="S::1901330100302@niet.co.in::351961f3-a595-4344-b69c-abae5a1adc3d" providerId="AD" clId="Web-{7F71B5B5-4A9F-66FD-A491-12F1FC4B2FF0}" dt="2021-11-11T07:14:43.110" v="219"/>
          <ac:picMkLst>
            <pc:docMk/>
            <pc:sldMk cId="0" sldId="418"/>
            <ac:picMk id="2" creationId="{4DD9A869-7761-4C15-BBAE-3B7F723BB4D9}"/>
          </ac:picMkLst>
        </pc:picChg>
        <pc:picChg chg="del">
          <ac:chgData name="VIKRAL BHAGOR" userId="S::1901330100302@niet.co.in::351961f3-a595-4344-b69c-abae5a1adc3d" providerId="AD" clId="Web-{7F71B5B5-4A9F-66FD-A491-12F1FC4B2FF0}" dt="2021-11-11T07:14:42.298" v="218"/>
          <ac:picMkLst>
            <pc:docMk/>
            <pc:sldMk cId="0" sldId="418"/>
            <ac:picMk id="4" creationId="{00000000-0000-0000-0000-000000000000}"/>
          </ac:picMkLst>
        </pc:picChg>
      </pc:sldChg>
      <pc:sldChg chg="addSp delSp">
        <pc:chgData name="VIKRAL BHAGOR" userId="S::1901330100302@niet.co.in::351961f3-a595-4344-b69c-abae5a1adc3d" providerId="AD" clId="Web-{7F71B5B5-4A9F-66FD-A491-12F1FC4B2FF0}" dt="2021-11-11T07:14:45.392" v="221"/>
        <pc:sldMkLst>
          <pc:docMk/>
          <pc:sldMk cId="0" sldId="419"/>
        </pc:sldMkLst>
        <pc:picChg chg="add">
          <ac:chgData name="VIKRAL BHAGOR" userId="S::1901330100302@niet.co.in::351961f3-a595-4344-b69c-abae5a1adc3d" providerId="AD" clId="Web-{7F71B5B5-4A9F-66FD-A491-12F1FC4B2FF0}" dt="2021-11-11T07:14:45.392" v="221"/>
          <ac:picMkLst>
            <pc:docMk/>
            <pc:sldMk cId="0" sldId="419"/>
            <ac:picMk id="2" creationId="{AD911E06-4082-4DAF-BEE3-CE9CD30010D8}"/>
          </ac:picMkLst>
        </pc:picChg>
        <pc:picChg chg="del">
          <ac:chgData name="VIKRAL BHAGOR" userId="S::1901330100302@niet.co.in::351961f3-a595-4344-b69c-abae5a1adc3d" providerId="AD" clId="Web-{7F71B5B5-4A9F-66FD-A491-12F1FC4B2FF0}" dt="2021-11-11T07:14:44.610" v="220"/>
          <ac:picMkLst>
            <pc:docMk/>
            <pc:sldMk cId="0" sldId="419"/>
            <ac:picMk id="4" creationId="{00000000-0000-0000-0000-000000000000}"/>
          </ac:picMkLst>
        </pc:picChg>
      </pc:sldChg>
      <pc:sldChg chg="addSp delSp">
        <pc:chgData name="VIKRAL BHAGOR" userId="S::1901330100302@niet.co.in::351961f3-a595-4344-b69c-abae5a1adc3d" providerId="AD" clId="Web-{7F71B5B5-4A9F-66FD-A491-12F1FC4B2FF0}" dt="2021-11-11T07:14:47.751" v="223"/>
        <pc:sldMkLst>
          <pc:docMk/>
          <pc:sldMk cId="0" sldId="420"/>
        </pc:sldMkLst>
        <pc:picChg chg="add">
          <ac:chgData name="VIKRAL BHAGOR" userId="S::1901330100302@niet.co.in::351961f3-a595-4344-b69c-abae5a1adc3d" providerId="AD" clId="Web-{7F71B5B5-4A9F-66FD-A491-12F1FC4B2FF0}" dt="2021-11-11T07:14:47.751" v="223"/>
          <ac:picMkLst>
            <pc:docMk/>
            <pc:sldMk cId="0" sldId="420"/>
            <ac:picMk id="2" creationId="{02F6DCDC-03F0-48A9-988E-CC39478860C9}"/>
          </ac:picMkLst>
        </pc:picChg>
        <pc:picChg chg="del">
          <ac:chgData name="VIKRAL BHAGOR" userId="S::1901330100302@niet.co.in::351961f3-a595-4344-b69c-abae5a1adc3d" providerId="AD" clId="Web-{7F71B5B5-4A9F-66FD-A491-12F1FC4B2FF0}" dt="2021-11-11T07:14:47.251" v="222"/>
          <ac:picMkLst>
            <pc:docMk/>
            <pc:sldMk cId="0" sldId="420"/>
            <ac:picMk id="4" creationId="{00000000-0000-0000-0000-000000000000}"/>
          </ac:picMkLst>
        </pc:picChg>
      </pc:sldChg>
      <pc:sldChg chg="addSp delSp">
        <pc:chgData name="VIKRAL BHAGOR" userId="S::1901330100302@niet.co.in::351961f3-a595-4344-b69c-abae5a1adc3d" providerId="AD" clId="Web-{7F71B5B5-4A9F-66FD-A491-12F1FC4B2FF0}" dt="2021-11-11T07:14:50.876" v="225"/>
        <pc:sldMkLst>
          <pc:docMk/>
          <pc:sldMk cId="0" sldId="421"/>
        </pc:sldMkLst>
        <pc:picChg chg="add">
          <ac:chgData name="VIKRAL BHAGOR" userId="S::1901330100302@niet.co.in::351961f3-a595-4344-b69c-abae5a1adc3d" providerId="AD" clId="Web-{7F71B5B5-4A9F-66FD-A491-12F1FC4B2FF0}" dt="2021-11-11T07:14:50.876" v="225"/>
          <ac:picMkLst>
            <pc:docMk/>
            <pc:sldMk cId="0" sldId="421"/>
            <ac:picMk id="2" creationId="{640FF116-9843-42B9-90CA-6C9D6D75F982}"/>
          </ac:picMkLst>
        </pc:picChg>
        <pc:picChg chg="del">
          <ac:chgData name="VIKRAL BHAGOR" userId="S::1901330100302@niet.co.in::351961f3-a595-4344-b69c-abae5a1adc3d" providerId="AD" clId="Web-{7F71B5B5-4A9F-66FD-A491-12F1FC4B2FF0}" dt="2021-11-11T07:14:50.173" v="224"/>
          <ac:picMkLst>
            <pc:docMk/>
            <pc:sldMk cId="0" sldId="421"/>
            <ac:picMk id="4" creationId="{00000000-0000-0000-0000-000000000000}"/>
          </ac:picMkLst>
        </pc:picChg>
      </pc:sldChg>
      <pc:sldChg chg="addSp delSp">
        <pc:chgData name="VIKRAL BHAGOR" userId="S::1901330100302@niet.co.in::351961f3-a595-4344-b69c-abae5a1adc3d" providerId="AD" clId="Web-{7F71B5B5-4A9F-66FD-A491-12F1FC4B2FF0}" dt="2021-11-11T07:14:53.376" v="227"/>
        <pc:sldMkLst>
          <pc:docMk/>
          <pc:sldMk cId="0" sldId="422"/>
        </pc:sldMkLst>
        <pc:picChg chg="add">
          <ac:chgData name="VIKRAL BHAGOR" userId="S::1901330100302@niet.co.in::351961f3-a595-4344-b69c-abae5a1adc3d" providerId="AD" clId="Web-{7F71B5B5-4A9F-66FD-A491-12F1FC4B2FF0}" dt="2021-11-11T07:14:53.376" v="227"/>
          <ac:picMkLst>
            <pc:docMk/>
            <pc:sldMk cId="0" sldId="422"/>
            <ac:picMk id="2" creationId="{C3E07AA2-2AC1-4520-B34F-8678AEEC1216}"/>
          </ac:picMkLst>
        </pc:picChg>
        <pc:picChg chg="del">
          <ac:chgData name="VIKRAL BHAGOR" userId="S::1901330100302@niet.co.in::351961f3-a595-4344-b69c-abae5a1adc3d" providerId="AD" clId="Web-{7F71B5B5-4A9F-66FD-A491-12F1FC4B2FF0}" dt="2021-11-11T07:14:52.642" v="226"/>
          <ac:picMkLst>
            <pc:docMk/>
            <pc:sldMk cId="0" sldId="422"/>
            <ac:picMk id="4" creationId="{00000000-0000-0000-0000-000000000000}"/>
          </ac:picMkLst>
        </pc:picChg>
      </pc:sldChg>
      <pc:sldChg chg="addSp delSp">
        <pc:chgData name="VIKRAL BHAGOR" userId="S::1901330100302@niet.co.in::351961f3-a595-4344-b69c-abae5a1adc3d" providerId="AD" clId="Web-{7F71B5B5-4A9F-66FD-A491-12F1FC4B2FF0}" dt="2021-11-11T07:14:56.236" v="229"/>
        <pc:sldMkLst>
          <pc:docMk/>
          <pc:sldMk cId="0" sldId="423"/>
        </pc:sldMkLst>
        <pc:picChg chg="add">
          <ac:chgData name="VIKRAL BHAGOR" userId="S::1901330100302@niet.co.in::351961f3-a595-4344-b69c-abae5a1adc3d" providerId="AD" clId="Web-{7F71B5B5-4A9F-66FD-A491-12F1FC4B2FF0}" dt="2021-11-11T07:14:56.236" v="229"/>
          <ac:picMkLst>
            <pc:docMk/>
            <pc:sldMk cId="0" sldId="423"/>
            <ac:picMk id="2" creationId="{0DE03966-C738-4FA2-BB94-8B84EA06F254}"/>
          </ac:picMkLst>
        </pc:picChg>
        <pc:picChg chg="del">
          <ac:chgData name="VIKRAL BHAGOR" userId="S::1901330100302@niet.co.in::351961f3-a595-4344-b69c-abae5a1adc3d" providerId="AD" clId="Web-{7F71B5B5-4A9F-66FD-A491-12F1FC4B2FF0}" dt="2021-11-11T07:14:55.689" v="228"/>
          <ac:picMkLst>
            <pc:docMk/>
            <pc:sldMk cId="0" sldId="423"/>
            <ac:picMk id="5" creationId="{00000000-0000-0000-0000-000000000000}"/>
          </ac:picMkLst>
        </pc:picChg>
      </pc:sldChg>
      <pc:sldChg chg="addSp delSp">
        <pc:chgData name="VIKRAL BHAGOR" userId="S::1901330100302@niet.co.in::351961f3-a595-4344-b69c-abae5a1adc3d" providerId="AD" clId="Web-{7F71B5B5-4A9F-66FD-A491-12F1FC4B2FF0}" dt="2021-11-11T07:14:58.579" v="231"/>
        <pc:sldMkLst>
          <pc:docMk/>
          <pc:sldMk cId="0" sldId="424"/>
        </pc:sldMkLst>
        <pc:picChg chg="add">
          <ac:chgData name="VIKRAL BHAGOR" userId="S::1901330100302@niet.co.in::351961f3-a595-4344-b69c-abae5a1adc3d" providerId="AD" clId="Web-{7F71B5B5-4A9F-66FD-A491-12F1FC4B2FF0}" dt="2021-11-11T07:14:58.579" v="231"/>
          <ac:picMkLst>
            <pc:docMk/>
            <pc:sldMk cId="0" sldId="424"/>
            <ac:picMk id="2" creationId="{03251C2C-EAE3-466A-A326-845270522C10}"/>
          </ac:picMkLst>
        </pc:picChg>
        <pc:picChg chg="del">
          <ac:chgData name="VIKRAL BHAGOR" userId="S::1901330100302@niet.co.in::351961f3-a595-4344-b69c-abae5a1adc3d" providerId="AD" clId="Web-{7F71B5B5-4A9F-66FD-A491-12F1FC4B2FF0}" dt="2021-11-11T07:14:58.079" v="230"/>
          <ac:picMkLst>
            <pc:docMk/>
            <pc:sldMk cId="0" sldId="424"/>
            <ac:picMk id="4" creationId="{00000000-0000-0000-0000-000000000000}"/>
          </ac:picMkLst>
        </pc:picChg>
      </pc:sldChg>
      <pc:sldChg chg="addSp delSp">
        <pc:chgData name="VIKRAL BHAGOR" userId="S::1901330100302@niet.co.in::351961f3-a595-4344-b69c-abae5a1adc3d" providerId="AD" clId="Web-{7F71B5B5-4A9F-66FD-A491-12F1FC4B2FF0}" dt="2021-11-11T07:15:00.689" v="233"/>
        <pc:sldMkLst>
          <pc:docMk/>
          <pc:sldMk cId="0" sldId="425"/>
        </pc:sldMkLst>
        <pc:picChg chg="add">
          <ac:chgData name="VIKRAL BHAGOR" userId="S::1901330100302@niet.co.in::351961f3-a595-4344-b69c-abae5a1adc3d" providerId="AD" clId="Web-{7F71B5B5-4A9F-66FD-A491-12F1FC4B2FF0}" dt="2021-11-11T07:15:00.689" v="233"/>
          <ac:picMkLst>
            <pc:docMk/>
            <pc:sldMk cId="0" sldId="425"/>
            <ac:picMk id="2" creationId="{AC7C0978-257A-4816-8CE3-56BD2D8571E9}"/>
          </ac:picMkLst>
        </pc:picChg>
        <pc:picChg chg="del">
          <ac:chgData name="VIKRAL BHAGOR" userId="S::1901330100302@niet.co.in::351961f3-a595-4344-b69c-abae5a1adc3d" providerId="AD" clId="Web-{7F71B5B5-4A9F-66FD-A491-12F1FC4B2FF0}" dt="2021-11-11T07:15:00.173" v="232"/>
          <ac:picMkLst>
            <pc:docMk/>
            <pc:sldMk cId="0" sldId="425"/>
            <ac:picMk id="4" creationId="{00000000-0000-0000-0000-000000000000}"/>
          </ac:picMkLst>
        </pc:picChg>
      </pc:sldChg>
      <pc:sldChg chg="addSp delSp">
        <pc:chgData name="VIKRAL BHAGOR" userId="S::1901330100302@niet.co.in::351961f3-a595-4344-b69c-abae5a1adc3d" providerId="AD" clId="Web-{7F71B5B5-4A9F-66FD-A491-12F1FC4B2FF0}" dt="2021-11-11T07:15:03.908" v="235"/>
        <pc:sldMkLst>
          <pc:docMk/>
          <pc:sldMk cId="0" sldId="426"/>
        </pc:sldMkLst>
        <pc:picChg chg="add">
          <ac:chgData name="VIKRAL BHAGOR" userId="S::1901330100302@niet.co.in::351961f3-a595-4344-b69c-abae5a1adc3d" providerId="AD" clId="Web-{7F71B5B5-4A9F-66FD-A491-12F1FC4B2FF0}" dt="2021-11-11T07:15:03.908" v="235"/>
          <ac:picMkLst>
            <pc:docMk/>
            <pc:sldMk cId="0" sldId="426"/>
            <ac:picMk id="2" creationId="{90ACBEBE-CDCC-4FD7-8203-7C637D692298}"/>
          </ac:picMkLst>
        </pc:picChg>
        <pc:picChg chg="del">
          <ac:chgData name="VIKRAL BHAGOR" userId="S::1901330100302@niet.co.in::351961f3-a595-4344-b69c-abae5a1adc3d" providerId="AD" clId="Web-{7F71B5B5-4A9F-66FD-A491-12F1FC4B2FF0}" dt="2021-11-11T07:15:03.111" v="234"/>
          <ac:picMkLst>
            <pc:docMk/>
            <pc:sldMk cId="0" sldId="426"/>
            <ac:picMk id="4" creationId="{00000000-0000-0000-0000-000000000000}"/>
          </ac:picMkLst>
        </pc:picChg>
      </pc:sldChg>
      <pc:sldChg chg="addSp delSp">
        <pc:chgData name="VIKRAL BHAGOR" userId="S::1901330100302@niet.co.in::351961f3-a595-4344-b69c-abae5a1adc3d" providerId="AD" clId="Web-{7F71B5B5-4A9F-66FD-A491-12F1FC4B2FF0}" dt="2021-11-11T07:15:07.689" v="239"/>
        <pc:sldMkLst>
          <pc:docMk/>
          <pc:sldMk cId="0" sldId="427"/>
        </pc:sldMkLst>
        <pc:picChg chg="add">
          <ac:chgData name="VIKRAL BHAGOR" userId="S::1901330100302@niet.co.in::351961f3-a595-4344-b69c-abae5a1adc3d" providerId="AD" clId="Web-{7F71B5B5-4A9F-66FD-A491-12F1FC4B2FF0}" dt="2021-11-11T07:15:07.689" v="239"/>
          <ac:picMkLst>
            <pc:docMk/>
            <pc:sldMk cId="0" sldId="427"/>
            <ac:picMk id="2" creationId="{9AF74001-88DD-440E-B236-6AC86C535A43}"/>
          </ac:picMkLst>
        </pc:picChg>
        <pc:picChg chg="del">
          <ac:chgData name="VIKRAL BHAGOR" userId="S::1901330100302@niet.co.in::351961f3-a595-4344-b69c-abae5a1adc3d" providerId="AD" clId="Web-{7F71B5B5-4A9F-66FD-A491-12F1FC4B2FF0}" dt="2021-11-11T07:15:07.142" v="238"/>
          <ac:picMkLst>
            <pc:docMk/>
            <pc:sldMk cId="0" sldId="427"/>
            <ac:picMk id="8" creationId="{00000000-0000-0000-0000-000000000000}"/>
          </ac:picMkLst>
        </pc:picChg>
      </pc:sldChg>
      <pc:sldChg chg="addSp delSp">
        <pc:chgData name="VIKRAL BHAGOR" userId="S::1901330100302@niet.co.in::351961f3-a595-4344-b69c-abae5a1adc3d" providerId="AD" clId="Web-{7F71B5B5-4A9F-66FD-A491-12F1FC4B2FF0}" dt="2021-11-11T07:13:52.890" v="191"/>
        <pc:sldMkLst>
          <pc:docMk/>
          <pc:sldMk cId="0" sldId="428"/>
        </pc:sldMkLst>
        <pc:picChg chg="add">
          <ac:chgData name="VIKRAL BHAGOR" userId="S::1901330100302@niet.co.in::351961f3-a595-4344-b69c-abae5a1adc3d" providerId="AD" clId="Web-{7F71B5B5-4A9F-66FD-A491-12F1FC4B2FF0}" dt="2021-11-11T07:13:52.890" v="191"/>
          <ac:picMkLst>
            <pc:docMk/>
            <pc:sldMk cId="0" sldId="428"/>
            <ac:picMk id="2" creationId="{422573D8-DC3A-4D66-93A7-B72CFCFC5E5D}"/>
          </ac:picMkLst>
        </pc:picChg>
        <pc:picChg chg="del">
          <ac:chgData name="VIKRAL BHAGOR" userId="S::1901330100302@niet.co.in::351961f3-a595-4344-b69c-abae5a1adc3d" providerId="AD" clId="Web-{7F71B5B5-4A9F-66FD-A491-12F1FC4B2FF0}" dt="2021-11-11T07:13:51.890" v="190"/>
          <ac:picMkLst>
            <pc:docMk/>
            <pc:sldMk cId="0" sldId="428"/>
            <ac:picMk id="8" creationId="{00000000-0000-0000-0000-000000000000}"/>
          </ac:picMkLst>
        </pc:picChg>
      </pc:sldChg>
      <pc:sldChg chg="addSp delSp">
        <pc:chgData name="VIKRAL BHAGOR" userId="S::1901330100302@niet.co.in::351961f3-a595-4344-b69c-abae5a1adc3d" providerId="AD" clId="Web-{7F71B5B5-4A9F-66FD-A491-12F1FC4B2FF0}" dt="2021-11-11T07:13:55.297" v="193"/>
        <pc:sldMkLst>
          <pc:docMk/>
          <pc:sldMk cId="0" sldId="429"/>
        </pc:sldMkLst>
        <pc:picChg chg="add">
          <ac:chgData name="VIKRAL BHAGOR" userId="S::1901330100302@niet.co.in::351961f3-a595-4344-b69c-abae5a1adc3d" providerId="AD" clId="Web-{7F71B5B5-4A9F-66FD-A491-12F1FC4B2FF0}" dt="2021-11-11T07:13:55.297" v="193"/>
          <ac:picMkLst>
            <pc:docMk/>
            <pc:sldMk cId="0" sldId="429"/>
            <ac:picMk id="2" creationId="{0F57F239-2800-4DC3-A5AB-D2CFB5251468}"/>
          </ac:picMkLst>
        </pc:picChg>
        <pc:picChg chg="del">
          <ac:chgData name="VIKRAL BHAGOR" userId="S::1901330100302@niet.co.in::351961f3-a595-4344-b69c-abae5a1adc3d" providerId="AD" clId="Web-{7F71B5B5-4A9F-66FD-A491-12F1FC4B2FF0}" dt="2021-11-11T07:13:54.906" v="192"/>
          <ac:picMkLst>
            <pc:docMk/>
            <pc:sldMk cId="0" sldId="429"/>
            <ac:picMk id="8" creationId="{00000000-0000-0000-0000-000000000000}"/>
          </ac:picMkLst>
        </pc:picChg>
      </pc:sldChg>
      <pc:sldChg chg="addSp delSp">
        <pc:chgData name="VIKRAL BHAGOR" userId="S::1901330100302@niet.co.in::351961f3-a595-4344-b69c-abae5a1adc3d" providerId="AD" clId="Web-{7F71B5B5-4A9F-66FD-A491-12F1FC4B2FF0}" dt="2021-11-11T07:07:35.803" v="28"/>
        <pc:sldMkLst>
          <pc:docMk/>
          <pc:sldMk cId="0" sldId="430"/>
        </pc:sldMkLst>
        <pc:picChg chg="add">
          <ac:chgData name="VIKRAL BHAGOR" userId="S::1901330100302@niet.co.in::351961f3-a595-4344-b69c-abae5a1adc3d" providerId="AD" clId="Web-{7F71B5B5-4A9F-66FD-A491-12F1FC4B2FF0}" dt="2021-11-11T07:07:35.803" v="28"/>
          <ac:picMkLst>
            <pc:docMk/>
            <pc:sldMk cId="0" sldId="430"/>
            <ac:picMk id="2" creationId="{0221191E-C03F-4F8E-9899-E70E9AF3C156}"/>
          </ac:picMkLst>
        </pc:picChg>
        <pc:picChg chg="del">
          <ac:chgData name="VIKRAL BHAGOR" userId="S::1901330100302@niet.co.in::351961f3-a595-4344-b69c-abae5a1adc3d" providerId="AD" clId="Web-{7F71B5B5-4A9F-66FD-A491-12F1FC4B2FF0}" dt="2021-11-11T07:07:34.787" v="27"/>
          <ac:picMkLst>
            <pc:docMk/>
            <pc:sldMk cId="0" sldId="430"/>
            <ac:picMk id="5126" creationId="{00000000-0000-0000-0000-000000000000}"/>
          </ac:picMkLst>
        </pc:picChg>
      </pc:sldChg>
      <pc:sldChg chg="addSp delSp modSp">
        <pc:chgData name="VIKRAL BHAGOR" userId="S::1901330100302@niet.co.in::351961f3-a595-4344-b69c-abae5a1adc3d" providerId="AD" clId="Web-{7F71B5B5-4A9F-66FD-A491-12F1FC4B2FF0}" dt="2021-11-11T07:08:01.178" v="38" actId="1076"/>
        <pc:sldMkLst>
          <pc:docMk/>
          <pc:sldMk cId="0" sldId="432"/>
        </pc:sldMkLst>
        <pc:picChg chg="add mod">
          <ac:chgData name="VIKRAL BHAGOR" userId="S::1901330100302@niet.co.in::351961f3-a595-4344-b69c-abae5a1adc3d" providerId="AD" clId="Web-{7F71B5B5-4A9F-66FD-A491-12F1FC4B2FF0}" dt="2021-11-11T07:08:01.178" v="38" actId="1076"/>
          <ac:picMkLst>
            <pc:docMk/>
            <pc:sldMk cId="0" sldId="432"/>
            <ac:picMk id="2" creationId="{26D39471-C753-48D4-9E1C-BA43E3B1965C}"/>
          </ac:picMkLst>
        </pc:picChg>
        <pc:picChg chg="del">
          <ac:chgData name="VIKRAL BHAGOR" userId="S::1901330100302@niet.co.in::351961f3-a595-4344-b69c-abae5a1adc3d" providerId="AD" clId="Web-{7F71B5B5-4A9F-66FD-A491-12F1FC4B2FF0}" dt="2021-11-11T07:07:59.616" v="36"/>
          <ac:picMkLst>
            <pc:docMk/>
            <pc:sldMk cId="0" sldId="432"/>
            <ac:picMk id="8198" creationId="{00000000-0000-0000-0000-000000000000}"/>
          </ac:picMkLst>
        </pc:picChg>
      </pc:sldChg>
      <pc:sldChg chg="addSp delSp">
        <pc:chgData name="VIKRAL BHAGOR" userId="S::1901330100302@niet.co.in::351961f3-a595-4344-b69c-abae5a1adc3d" providerId="AD" clId="Web-{7F71B5B5-4A9F-66FD-A491-12F1FC4B2FF0}" dt="2021-11-11T07:07:43.725" v="32"/>
        <pc:sldMkLst>
          <pc:docMk/>
          <pc:sldMk cId="0" sldId="433"/>
        </pc:sldMkLst>
        <pc:picChg chg="add">
          <ac:chgData name="VIKRAL BHAGOR" userId="S::1901330100302@niet.co.in::351961f3-a595-4344-b69c-abae5a1adc3d" providerId="AD" clId="Web-{7F71B5B5-4A9F-66FD-A491-12F1FC4B2FF0}" dt="2021-11-11T07:07:43.725" v="32"/>
          <ac:picMkLst>
            <pc:docMk/>
            <pc:sldMk cId="0" sldId="433"/>
            <ac:picMk id="2" creationId="{FEA4A157-C9CE-44D8-9B12-3DC5A56D0845}"/>
          </ac:picMkLst>
        </pc:picChg>
        <pc:picChg chg="del">
          <ac:chgData name="VIKRAL BHAGOR" userId="S::1901330100302@niet.co.in::351961f3-a595-4344-b69c-abae5a1adc3d" providerId="AD" clId="Web-{7F71B5B5-4A9F-66FD-A491-12F1FC4B2FF0}" dt="2021-11-11T07:07:42.506" v="31"/>
          <ac:picMkLst>
            <pc:docMk/>
            <pc:sldMk cId="0" sldId="433"/>
            <ac:picMk id="8198" creationId="{00000000-0000-0000-0000-000000000000}"/>
          </ac:picMkLst>
        </pc:picChg>
      </pc:sldChg>
      <pc:sldChg chg="addSp delSp">
        <pc:chgData name="VIKRAL BHAGOR" userId="S::1901330100302@niet.co.in::351961f3-a595-4344-b69c-abae5a1adc3d" providerId="AD" clId="Web-{7F71B5B5-4A9F-66FD-A491-12F1FC4B2FF0}" dt="2021-11-11T07:08:33.648" v="51"/>
        <pc:sldMkLst>
          <pc:docMk/>
          <pc:sldMk cId="0" sldId="434"/>
        </pc:sldMkLst>
        <pc:picChg chg="add">
          <ac:chgData name="VIKRAL BHAGOR" userId="S::1901330100302@niet.co.in::351961f3-a595-4344-b69c-abae5a1adc3d" providerId="AD" clId="Web-{7F71B5B5-4A9F-66FD-A491-12F1FC4B2FF0}" dt="2021-11-11T07:08:33.648" v="51"/>
          <ac:picMkLst>
            <pc:docMk/>
            <pc:sldMk cId="0" sldId="434"/>
            <ac:picMk id="2" creationId="{9A4DB258-3348-41F3-8580-B9D87FACCB8F}"/>
          </ac:picMkLst>
        </pc:picChg>
        <pc:picChg chg="del">
          <ac:chgData name="VIKRAL BHAGOR" userId="S::1901330100302@niet.co.in::351961f3-a595-4344-b69c-abae5a1adc3d" providerId="AD" clId="Web-{7F71B5B5-4A9F-66FD-A491-12F1FC4B2FF0}" dt="2021-11-11T07:08:27.616" v="50"/>
          <ac:picMkLst>
            <pc:docMk/>
            <pc:sldMk cId="0" sldId="434"/>
            <ac:picMk id="8198" creationId="{00000000-0000-0000-0000-000000000000}"/>
          </ac:picMkLst>
        </pc:picChg>
      </pc:sldChg>
      <pc:sldChg chg="addSp delSp">
        <pc:chgData name="VIKRAL BHAGOR" userId="S::1901330100302@niet.co.in::351961f3-a595-4344-b69c-abae5a1adc3d" providerId="AD" clId="Web-{7F71B5B5-4A9F-66FD-A491-12F1FC4B2FF0}" dt="2021-11-11T07:10:24.807" v="73"/>
        <pc:sldMkLst>
          <pc:docMk/>
          <pc:sldMk cId="0" sldId="435"/>
        </pc:sldMkLst>
        <pc:picChg chg="add">
          <ac:chgData name="VIKRAL BHAGOR" userId="S::1901330100302@niet.co.in::351961f3-a595-4344-b69c-abae5a1adc3d" providerId="AD" clId="Web-{7F71B5B5-4A9F-66FD-A491-12F1FC4B2FF0}" dt="2021-11-11T07:10:24.807" v="73"/>
          <ac:picMkLst>
            <pc:docMk/>
            <pc:sldMk cId="0" sldId="435"/>
            <ac:picMk id="2" creationId="{3E5DB139-145B-4BDD-8FBB-E57C59FFFBCE}"/>
          </ac:picMkLst>
        </pc:picChg>
        <pc:picChg chg="del">
          <ac:chgData name="VIKRAL BHAGOR" userId="S::1901330100302@niet.co.in::351961f3-a595-4344-b69c-abae5a1adc3d" providerId="AD" clId="Web-{7F71B5B5-4A9F-66FD-A491-12F1FC4B2FF0}" dt="2021-11-11T07:10:24.760" v="72"/>
          <ac:picMkLst>
            <pc:docMk/>
            <pc:sldMk cId="0" sldId="435"/>
            <ac:picMk id="8198" creationId="{00000000-0000-0000-0000-000000000000}"/>
          </ac:picMkLst>
        </pc:picChg>
      </pc:sldChg>
      <pc:sldChg chg="addSp delSp">
        <pc:chgData name="VIKRAL BHAGOR" userId="S::1901330100302@niet.co.in::351961f3-a595-4344-b69c-abae5a1adc3d" providerId="AD" clId="Web-{7F71B5B5-4A9F-66FD-A491-12F1FC4B2FF0}" dt="2021-11-11T07:10:42.370" v="81"/>
        <pc:sldMkLst>
          <pc:docMk/>
          <pc:sldMk cId="0" sldId="436"/>
        </pc:sldMkLst>
        <pc:picChg chg="add">
          <ac:chgData name="VIKRAL BHAGOR" userId="S::1901330100302@niet.co.in::351961f3-a595-4344-b69c-abae5a1adc3d" providerId="AD" clId="Web-{7F71B5B5-4A9F-66FD-A491-12F1FC4B2FF0}" dt="2021-11-11T07:10:42.370" v="81"/>
          <ac:picMkLst>
            <pc:docMk/>
            <pc:sldMk cId="0" sldId="436"/>
            <ac:picMk id="2" creationId="{9BC35BBE-8910-4424-B6DA-C4F410BFD75C}"/>
          </ac:picMkLst>
        </pc:picChg>
        <pc:picChg chg="del">
          <ac:chgData name="VIKRAL BHAGOR" userId="S::1901330100302@niet.co.in::351961f3-a595-4344-b69c-abae5a1adc3d" providerId="AD" clId="Web-{7F71B5B5-4A9F-66FD-A491-12F1FC4B2FF0}" dt="2021-11-11T07:10:40.776" v="80"/>
          <ac:picMkLst>
            <pc:docMk/>
            <pc:sldMk cId="0" sldId="436"/>
            <ac:picMk id="8198" creationId="{00000000-0000-0000-0000-000000000000}"/>
          </ac:picMkLst>
        </pc:picChg>
      </pc:sldChg>
      <pc:sldChg chg="addSp delSp">
        <pc:chgData name="VIKRAL BHAGOR" userId="S::1901330100302@niet.co.in::351961f3-a595-4344-b69c-abae5a1adc3d" providerId="AD" clId="Web-{7F71B5B5-4A9F-66FD-A491-12F1FC4B2FF0}" dt="2021-11-11T07:11:36.387" v="109"/>
        <pc:sldMkLst>
          <pc:docMk/>
          <pc:sldMk cId="0" sldId="439"/>
        </pc:sldMkLst>
        <pc:picChg chg="add">
          <ac:chgData name="VIKRAL BHAGOR" userId="S::1901330100302@niet.co.in::351961f3-a595-4344-b69c-abae5a1adc3d" providerId="AD" clId="Web-{7F71B5B5-4A9F-66FD-A491-12F1FC4B2FF0}" dt="2021-11-11T07:11:36.387" v="109"/>
          <ac:picMkLst>
            <pc:docMk/>
            <pc:sldMk cId="0" sldId="439"/>
            <ac:picMk id="2" creationId="{F2D420B9-3814-40FA-8968-87D45792078A}"/>
          </ac:picMkLst>
        </pc:picChg>
        <pc:picChg chg="del">
          <ac:chgData name="VIKRAL BHAGOR" userId="S::1901330100302@niet.co.in::351961f3-a595-4344-b69c-abae5a1adc3d" providerId="AD" clId="Web-{7F71B5B5-4A9F-66FD-A491-12F1FC4B2FF0}" dt="2021-11-11T07:11:34.793" v="108"/>
          <ac:picMkLst>
            <pc:docMk/>
            <pc:sldMk cId="0" sldId="439"/>
            <ac:picMk id="8198" creationId="{00000000-0000-0000-0000-000000000000}"/>
          </ac:picMkLst>
        </pc:picChg>
      </pc:sldChg>
      <pc:sldChg chg="addSp delSp">
        <pc:chgData name="VIKRAL BHAGOR" userId="S::1901330100302@niet.co.in::351961f3-a595-4344-b69c-abae5a1adc3d" providerId="AD" clId="Web-{7F71B5B5-4A9F-66FD-A491-12F1FC4B2FF0}" dt="2021-11-11T07:12:36.248" v="147"/>
        <pc:sldMkLst>
          <pc:docMk/>
          <pc:sldMk cId="0" sldId="440"/>
        </pc:sldMkLst>
        <pc:picChg chg="add">
          <ac:chgData name="VIKRAL BHAGOR" userId="S::1901330100302@niet.co.in::351961f3-a595-4344-b69c-abae5a1adc3d" providerId="AD" clId="Web-{7F71B5B5-4A9F-66FD-A491-12F1FC4B2FF0}" dt="2021-11-11T07:12:36.248" v="147"/>
          <ac:picMkLst>
            <pc:docMk/>
            <pc:sldMk cId="0" sldId="440"/>
            <ac:picMk id="2" creationId="{3DDD714D-FEB2-43D8-BE67-F85C863417A3}"/>
          </ac:picMkLst>
        </pc:picChg>
        <pc:picChg chg="del">
          <ac:chgData name="VIKRAL BHAGOR" userId="S::1901330100302@niet.co.in::351961f3-a595-4344-b69c-abae5a1adc3d" providerId="AD" clId="Web-{7F71B5B5-4A9F-66FD-A491-12F1FC4B2FF0}" dt="2021-11-11T07:12:34.638" v="146"/>
          <ac:picMkLst>
            <pc:docMk/>
            <pc:sldMk cId="0" sldId="440"/>
            <ac:picMk id="8198" creationId="{00000000-0000-0000-0000-000000000000}"/>
          </ac:picMkLst>
        </pc:picChg>
      </pc:sldChg>
      <pc:sldChg chg="addSp delSp">
        <pc:chgData name="VIKRAL BHAGOR" userId="S::1901330100302@niet.co.in::351961f3-a595-4344-b69c-abae5a1adc3d" providerId="AD" clId="Web-{7F71B5B5-4A9F-66FD-A491-12F1FC4B2FF0}" dt="2021-11-11T07:13:33.249" v="177"/>
        <pc:sldMkLst>
          <pc:docMk/>
          <pc:sldMk cId="0" sldId="441"/>
        </pc:sldMkLst>
        <pc:picChg chg="add">
          <ac:chgData name="VIKRAL BHAGOR" userId="S::1901330100302@niet.co.in::351961f3-a595-4344-b69c-abae5a1adc3d" providerId="AD" clId="Web-{7F71B5B5-4A9F-66FD-A491-12F1FC4B2FF0}" dt="2021-11-11T07:13:33.249" v="177"/>
          <ac:picMkLst>
            <pc:docMk/>
            <pc:sldMk cId="0" sldId="441"/>
            <ac:picMk id="2" creationId="{6EDA94E6-DD40-45B6-AA73-695A2841051D}"/>
          </ac:picMkLst>
        </pc:picChg>
        <pc:picChg chg="del">
          <ac:chgData name="VIKRAL BHAGOR" userId="S::1901330100302@niet.co.in::351961f3-a595-4344-b69c-abae5a1adc3d" providerId="AD" clId="Web-{7F71B5B5-4A9F-66FD-A491-12F1FC4B2FF0}" dt="2021-11-11T07:13:32.780" v="176"/>
          <ac:picMkLst>
            <pc:docMk/>
            <pc:sldMk cId="0" sldId="441"/>
            <ac:picMk id="8198" creationId="{00000000-0000-0000-0000-000000000000}"/>
          </ac:picMkLst>
        </pc:picChg>
      </pc:sldChg>
      <pc:sldChg chg="addSp delSp">
        <pc:chgData name="VIKRAL BHAGOR" userId="S::1901330100302@niet.co.in::351961f3-a595-4344-b69c-abae5a1adc3d" providerId="AD" clId="Web-{7F71B5B5-4A9F-66FD-A491-12F1FC4B2FF0}" dt="2021-11-11T07:08:11.991" v="49"/>
        <pc:sldMkLst>
          <pc:docMk/>
          <pc:sldMk cId="0" sldId="442"/>
        </pc:sldMkLst>
        <pc:picChg chg="add">
          <ac:chgData name="VIKRAL BHAGOR" userId="S::1901330100302@niet.co.in::351961f3-a595-4344-b69c-abae5a1adc3d" providerId="AD" clId="Web-{7F71B5B5-4A9F-66FD-A491-12F1FC4B2FF0}" dt="2021-11-11T07:08:11.991" v="49"/>
          <ac:picMkLst>
            <pc:docMk/>
            <pc:sldMk cId="0" sldId="442"/>
            <ac:picMk id="2" creationId="{50514EBC-DD91-425A-BBC3-F9DA2D561371}"/>
          </ac:picMkLst>
        </pc:picChg>
        <pc:picChg chg="del">
          <ac:chgData name="VIKRAL BHAGOR" userId="S::1901330100302@niet.co.in::351961f3-a595-4344-b69c-abae5a1adc3d" providerId="AD" clId="Web-{7F71B5B5-4A9F-66FD-A491-12F1FC4B2FF0}" dt="2021-11-11T07:08:11.272" v="48"/>
          <ac:picMkLst>
            <pc:docMk/>
            <pc:sldMk cId="0" sldId="442"/>
            <ac:picMk id="8198" creationId="{00000000-0000-0000-0000-000000000000}"/>
          </ac:picMkLst>
        </pc:picChg>
      </pc:sldChg>
      <pc:sldChg chg="addSp delSp">
        <pc:chgData name="VIKRAL BHAGOR" userId="S::1901330100302@niet.co.in::351961f3-a595-4344-b69c-abae5a1adc3d" providerId="AD" clId="Web-{7F71B5B5-4A9F-66FD-A491-12F1FC4B2FF0}" dt="2021-11-11T07:10:21.744" v="71"/>
        <pc:sldMkLst>
          <pc:docMk/>
          <pc:sldMk cId="0" sldId="443"/>
        </pc:sldMkLst>
        <pc:picChg chg="add">
          <ac:chgData name="VIKRAL BHAGOR" userId="S::1901330100302@niet.co.in::351961f3-a595-4344-b69c-abae5a1adc3d" providerId="AD" clId="Web-{7F71B5B5-4A9F-66FD-A491-12F1FC4B2FF0}" dt="2021-11-11T07:10:21.744" v="71"/>
          <ac:picMkLst>
            <pc:docMk/>
            <pc:sldMk cId="0" sldId="443"/>
            <ac:picMk id="2" creationId="{B1195AD9-F8BA-4404-909F-3DAE1BAF86F0}"/>
          </ac:picMkLst>
        </pc:picChg>
        <pc:picChg chg="del">
          <ac:chgData name="VIKRAL BHAGOR" userId="S::1901330100302@niet.co.in::351961f3-a595-4344-b69c-abae5a1adc3d" providerId="AD" clId="Web-{7F71B5B5-4A9F-66FD-A491-12F1FC4B2FF0}" dt="2021-11-11T07:10:20.447" v="70"/>
          <ac:picMkLst>
            <pc:docMk/>
            <pc:sldMk cId="0" sldId="443"/>
            <ac:picMk id="8198" creationId="{00000000-0000-0000-0000-000000000000}"/>
          </ac:picMkLst>
        </pc:picChg>
      </pc:sldChg>
      <pc:sldChg chg="addSp delSp">
        <pc:chgData name="VIKRAL BHAGOR" userId="S::1901330100302@niet.co.in::351961f3-a595-4344-b69c-abae5a1adc3d" providerId="AD" clId="Web-{7F71B5B5-4A9F-66FD-A491-12F1FC4B2FF0}" dt="2021-11-11T07:10:37.651" v="79"/>
        <pc:sldMkLst>
          <pc:docMk/>
          <pc:sldMk cId="0" sldId="444"/>
        </pc:sldMkLst>
        <pc:picChg chg="add">
          <ac:chgData name="VIKRAL BHAGOR" userId="S::1901330100302@niet.co.in::351961f3-a595-4344-b69c-abae5a1adc3d" providerId="AD" clId="Web-{7F71B5B5-4A9F-66FD-A491-12F1FC4B2FF0}" dt="2021-11-11T07:10:37.651" v="79"/>
          <ac:picMkLst>
            <pc:docMk/>
            <pc:sldMk cId="0" sldId="444"/>
            <ac:picMk id="2" creationId="{D98CAB66-DF1E-4EC8-9127-D6F0FD9457C5}"/>
          </ac:picMkLst>
        </pc:picChg>
        <pc:picChg chg="del">
          <ac:chgData name="VIKRAL BHAGOR" userId="S::1901330100302@niet.co.in::351961f3-a595-4344-b69c-abae5a1adc3d" providerId="AD" clId="Web-{7F71B5B5-4A9F-66FD-A491-12F1FC4B2FF0}" dt="2021-11-11T07:10:32.245" v="78"/>
          <ac:picMkLst>
            <pc:docMk/>
            <pc:sldMk cId="0" sldId="444"/>
            <ac:picMk id="8198" creationId="{00000000-0000-0000-0000-000000000000}"/>
          </ac:picMkLst>
        </pc:picChg>
      </pc:sldChg>
      <pc:sldChg chg="addSp delSp">
        <pc:chgData name="VIKRAL BHAGOR" userId="S::1901330100302@niet.co.in::351961f3-a595-4344-b69c-abae5a1adc3d" providerId="AD" clId="Web-{7F71B5B5-4A9F-66FD-A491-12F1FC4B2FF0}" dt="2021-11-11T07:11:00.183" v="91"/>
        <pc:sldMkLst>
          <pc:docMk/>
          <pc:sldMk cId="0" sldId="445"/>
        </pc:sldMkLst>
        <pc:picChg chg="add">
          <ac:chgData name="VIKRAL BHAGOR" userId="S::1901330100302@niet.co.in::351961f3-a595-4344-b69c-abae5a1adc3d" providerId="AD" clId="Web-{7F71B5B5-4A9F-66FD-A491-12F1FC4B2FF0}" dt="2021-11-11T07:11:00.183" v="91"/>
          <ac:picMkLst>
            <pc:docMk/>
            <pc:sldMk cId="0" sldId="445"/>
            <ac:picMk id="2" creationId="{500F8DEE-2B5E-40D9-8241-0461600193EE}"/>
          </ac:picMkLst>
        </pc:picChg>
        <pc:picChg chg="del">
          <ac:chgData name="VIKRAL BHAGOR" userId="S::1901330100302@niet.co.in::351961f3-a595-4344-b69c-abae5a1adc3d" providerId="AD" clId="Web-{7F71B5B5-4A9F-66FD-A491-12F1FC4B2FF0}" dt="2021-11-11T07:10:59.573" v="90"/>
          <ac:picMkLst>
            <pc:docMk/>
            <pc:sldMk cId="0" sldId="445"/>
            <ac:picMk id="8198" creationId="{00000000-0000-0000-0000-000000000000}"/>
          </ac:picMkLst>
        </pc:picChg>
      </pc:sldChg>
      <pc:sldChg chg="addSp delSp">
        <pc:chgData name="VIKRAL BHAGOR" userId="S::1901330100302@niet.co.in::351961f3-a595-4344-b69c-abae5a1adc3d" providerId="AD" clId="Web-{7F71B5B5-4A9F-66FD-A491-12F1FC4B2FF0}" dt="2021-11-11T07:11:02.261" v="93"/>
        <pc:sldMkLst>
          <pc:docMk/>
          <pc:sldMk cId="0" sldId="446"/>
        </pc:sldMkLst>
        <pc:picChg chg="add">
          <ac:chgData name="VIKRAL BHAGOR" userId="S::1901330100302@niet.co.in::351961f3-a595-4344-b69c-abae5a1adc3d" providerId="AD" clId="Web-{7F71B5B5-4A9F-66FD-A491-12F1FC4B2FF0}" dt="2021-11-11T07:11:02.261" v="93"/>
          <ac:picMkLst>
            <pc:docMk/>
            <pc:sldMk cId="0" sldId="446"/>
            <ac:picMk id="2" creationId="{17314497-14A8-4F9D-84FE-49BFE8B97BC2}"/>
          </ac:picMkLst>
        </pc:picChg>
        <pc:picChg chg="del">
          <ac:chgData name="VIKRAL BHAGOR" userId="S::1901330100302@niet.co.in::351961f3-a595-4344-b69c-abae5a1adc3d" providerId="AD" clId="Web-{7F71B5B5-4A9F-66FD-A491-12F1FC4B2FF0}" dt="2021-11-11T07:11:01.683" v="92"/>
          <ac:picMkLst>
            <pc:docMk/>
            <pc:sldMk cId="0" sldId="446"/>
            <ac:picMk id="8198" creationId="{00000000-0000-0000-0000-000000000000}"/>
          </ac:picMkLst>
        </pc:picChg>
      </pc:sldChg>
      <pc:sldChg chg="addSp delSp">
        <pc:chgData name="VIKRAL BHAGOR" userId="S::1901330100302@niet.co.in::351961f3-a595-4344-b69c-abae5a1adc3d" providerId="AD" clId="Web-{7F71B5B5-4A9F-66FD-A491-12F1FC4B2FF0}" dt="2021-11-11T07:12:33.654" v="145"/>
        <pc:sldMkLst>
          <pc:docMk/>
          <pc:sldMk cId="0" sldId="447"/>
        </pc:sldMkLst>
        <pc:picChg chg="add">
          <ac:chgData name="VIKRAL BHAGOR" userId="S::1901330100302@niet.co.in::351961f3-a595-4344-b69c-abae5a1adc3d" providerId="AD" clId="Web-{7F71B5B5-4A9F-66FD-A491-12F1FC4B2FF0}" dt="2021-11-11T07:12:33.654" v="145"/>
          <ac:picMkLst>
            <pc:docMk/>
            <pc:sldMk cId="0" sldId="447"/>
            <ac:picMk id="2" creationId="{EAF818ED-4B3C-46A3-8EB8-2FB6734D3A98}"/>
          </ac:picMkLst>
        </pc:picChg>
        <pc:picChg chg="del">
          <ac:chgData name="VIKRAL BHAGOR" userId="S::1901330100302@niet.co.in::351961f3-a595-4344-b69c-abae5a1adc3d" providerId="AD" clId="Web-{7F71B5B5-4A9F-66FD-A491-12F1FC4B2FF0}" dt="2021-11-11T07:12:32.904" v="144"/>
          <ac:picMkLst>
            <pc:docMk/>
            <pc:sldMk cId="0" sldId="447"/>
            <ac:picMk id="8198" creationId="{00000000-0000-0000-0000-000000000000}"/>
          </ac:picMkLst>
        </pc:picChg>
      </pc:sldChg>
      <pc:sldChg chg="addSp delSp">
        <pc:chgData name="VIKRAL BHAGOR" userId="S::1901330100302@niet.co.in::351961f3-a595-4344-b69c-abae5a1adc3d" providerId="AD" clId="Web-{7F71B5B5-4A9F-66FD-A491-12F1FC4B2FF0}" dt="2021-11-11T07:13:31.030" v="175"/>
        <pc:sldMkLst>
          <pc:docMk/>
          <pc:sldMk cId="0" sldId="448"/>
        </pc:sldMkLst>
        <pc:picChg chg="add">
          <ac:chgData name="VIKRAL BHAGOR" userId="S::1901330100302@niet.co.in::351961f3-a595-4344-b69c-abae5a1adc3d" providerId="AD" clId="Web-{7F71B5B5-4A9F-66FD-A491-12F1FC4B2FF0}" dt="2021-11-11T07:13:31.030" v="175"/>
          <ac:picMkLst>
            <pc:docMk/>
            <pc:sldMk cId="0" sldId="448"/>
            <ac:picMk id="2" creationId="{739C7EB1-E594-447C-A10F-252DADA040FD}"/>
          </ac:picMkLst>
        </pc:picChg>
        <pc:picChg chg="del">
          <ac:chgData name="VIKRAL BHAGOR" userId="S::1901330100302@niet.co.in::351961f3-a595-4344-b69c-abae5a1adc3d" providerId="AD" clId="Web-{7F71B5B5-4A9F-66FD-A491-12F1FC4B2FF0}" dt="2021-11-11T07:13:30.937" v="174"/>
          <ac:picMkLst>
            <pc:docMk/>
            <pc:sldMk cId="0" sldId="448"/>
            <ac:picMk id="8198" creationId="{00000000-0000-0000-0000-000000000000}"/>
          </ac:picMkLst>
        </pc:picChg>
      </pc:sldChg>
      <pc:sldChg chg="addSp delSp">
        <pc:chgData name="VIKRAL BHAGOR" userId="S::1901330100302@niet.co.in::351961f3-a595-4344-b69c-abae5a1adc3d" providerId="AD" clId="Web-{7F71B5B5-4A9F-66FD-A491-12F1FC4B2FF0}" dt="2021-11-11T07:13:41.609" v="183"/>
        <pc:sldMkLst>
          <pc:docMk/>
          <pc:sldMk cId="0" sldId="449"/>
        </pc:sldMkLst>
        <pc:picChg chg="add">
          <ac:chgData name="VIKRAL BHAGOR" userId="S::1901330100302@niet.co.in::351961f3-a595-4344-b69c-abae5a1adc3d" providerId="AD" clId="Web-{7F71B5B5-4A9F-66FD-A491-12F1FC4B2FF0}" dt="2021-11-11T07:13:41.609" v="183"/>
          <ac:picMkLst>
            <pc:docMk/>
            <pc:sldMk cId="0" sldId="449"/>
            <ac:picMk id="2" creationId="{AC702BB0-D2CF-4C91-A1CD-7173EADF8E32}"/>
          </ac:picMkLst>
        </pc:picChg>
        <pc:picChg chg="del">
          <ac:chgData name="VIKRAL BHAGOR" userId="S::1901330100302@niet.co.in::351961f3-a595-4344-b69c-abae5a1adc3d" providerId="AD" clId="Web-{7F71B5B5-4A9F-66FD-A491-12F1FC4B2FF0}" dt="2021-11-11T07:13:41.202" v="182"/>
          <ac:picMkLst>
            <pc:docMk/>
            <pc:sldMk cId="0" sldId="449"/>
            <ac:picMk id="8198" creationId="{00000000-0000-0000-0000-000000000000}"/>
          </ac:picMkLst>
        </pc:picChg>
      </pc:sldChg>
      <pc:sldChg chg="addSp delSp">
        <pc:chgData name="VIKRAL BHAGOR" userId="S::1901330100302@niet.co.in::351961f3-a595-4344-b69c-abae5a1adc3d" providerId="AD" clId="Web-{7F71B5B5-4A9F-66FD-A491-12F1FC4B2FF0}" dt="2021-11-11T07:06:08.644" v="6"/>
        <pc:sldMkLst>
          <pc:docMk/>
          <pc:sldMk cId="3332764287" sldId="450"/>
        </pc:sldMkLst>
        <pc:picChg chg="add">
          <ac:chgData name="VIKRAL BHAGOR" userId="S::1901330100302@niet.co.in::351961f3-a595-4344-b69c-abae5a1adc3d" providerId="AD" clId="Web-{7F71B5B5-4A9F-66FD-A491-12F1FC4B2FF0}" dt="2021-11-11T07:06:08.644" v="6"/>
          <ac:picMkLst>
            <pc:docMk/>
            <pc:sldMk cId="3332764287" sldId="450"/>
            <ac:picMk id="2" creationId="{2C5711F9-6E3A-459D-A928-6011F5914533}"/>
          </ac:picMkLst>
        </pc:picChg>
        <pc:picChg chg="del">
          <ac:chgData name="VIKRAL BHAGOR" userId="S::1901330100302@niet.co.in::351961f3-a595-4344-b69c-abae5a1adc3d" providerId="AD" clId="Web-{7F71B5B5-4A9F-66FD-A491-12F1FC4B2FF0}" dt="2021-11-11T07:06:07.160" v="5"/>
          <ac:picMkLst>
            <pc:docMk/>
            <pc:sldMk cId="3332764287" sldId="450"/>
            <ac:picMk id="10" creationId="{00000000-0000-0000-0000-000000000000}"/>
          </ac:picMkLst>
        </pc:picChg>
      </pc:sldChg>
      <pc:sldChg chg="addSp delSp">
        <pc:chgData name="VIKRAL BHAGOR" userId="S::1901330100302@niet.co.in::351961f3-a595-4344-b69c-abae5a1adc3d" providerId="AD" clId="Web-{7F71B5B5-4A9F-66FD-A491-12F1FC4B2FF0}" dt="2021-11-11T07:06:20.644" v="8"/>
        <pc:sldMkLst>
          <pc:docMk/>
          <pc:sldMk cId="2722717036" sldId="451"/>
        </pc:sldMkLst>
        <pc:picChg chg="add">
          <ac:chgData name="VIKRAL BHAGOR" userId="S::1901330100302@niet.co.in::351961f3-a595-4344-b69c-abae5a1adc3d" providerId="AD" clId="Web-{7F71B5B5-4A9F-66FD-A491-12F1FC4B2FF0}" dt="2021-11-11T07:06:20.644" v="8"/>
          <ac:picMkLst>
            <pc:docMk/>
            <pc:sldMk cId="2722717036" sldId="451"/>
            <ac:picMk id="4" creationId="{D907EA21-33FA-453E-B0BD-4442942289B9}"/>
          </ac:picMkLst>
        </pc:picChg>
        <pc:picChg chg="del">
          <ac:chgData name="VIKRAL BHAGOR" userId="S::1901330100302@niet.co.in::351961f3-a595-4344-b69c-abae5a1adc3d" providerId="AD" clId="Web-{7F71B5B5-4A9F-66FD-A491-12F1FC4B2FF0}" dt="2021-11-11T07:06:20.098" v="7"/>
          <ac:picMkLst>
            <pc:docMk/>
            <pc:sldMk cId="2722717036" sldId="451"/>
            <ac:picMk id="9" creationId="{00000000-0000-0000-0000-000000000000}"/>
          </ac:picMkLst>
        </pc:picChg>
      </pc:sldChg>
      <pc:sldChg chg="add del replId">
        <pc:chgData name="VIKRAL BHAGOR" userId="S::1901330100302@niet.co.in::351961f3-a595-4344-b69c-abae5a1adc3d" providerId="AD" clId="Web-{7F71B5B5-4A9F-66FD-A491-12F1FC4B2FF0}" dt="2021-11-11T07:09:44.868" v="60"/>
        <pc:sldMkLst>
          <pc:docMk/>
          <pc:sldMk cId="3215250841" sldId="452"/>
        </pc:sldMkLst>
      </pc:sldChg>
      <pc:sldChg chg="add del replId">
        <pc:chgData name="VIKRAL BHAGOR" userId="S::1901330100302@niet.co.in::351961f3-a595-4344-b69c-abae5a1adc3d" providerId="AD" clId="Web-{7F71B5B5-4A9F-66FD-A491-12F1FC4B2FF0}" dt="2021-11-11T07:09:14.899" v="58"/>
        <pc:sldMkLst>
          <pc:docMk/>
          <pc:sldMk cId="3941162049" sldId="45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11/11/2024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11/11/2024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730086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45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8FBB397-36ED-4B3B-B374-AD21E080AA0D}" type="slidenum">
              <a:rPr lang="en-US" smtClean="0"/>
              <a:pPr fontAlgn="base">
                <a:spcBef>
                  <a:spcPct val="0"/>
                </a:spcBef>
                <a:spcAft>
                  <a:spcPct val="0"/>
                </a:spcAft>
                <a:defRPr/>
              </a:pPr>
              <a:t>20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45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8FBB397-36ED-4B3B-B374-AD21E080AA0D}" type="slidenum">
              <a:rPr lang="en-US" smtClean="0"/>
              <a:pPr fontAlgn="base">
                <a:spcBef>
                  <a:spcPct val="0"/>
                </a:spcBef>
                <a:spcAft>
                  <a:spcPct val="0"/>
                </a:spcAft>
                <a:defRPr/>
              </a:pPr>
              <a:t>21</a:t>
            </a:fld>
            <a:endParaRPr lang="en-US"/>
          </a:p>
        </p:txBody>
      </p:sp>
    </p:spTree>
    <p:extLst>
      <p:ext uri="{BB962C8B-B14F-4D97-AF65-F5344CB8AC3E}">
        <p14:creationId xmlns:p14="http://schemas.microsoft.com/office/powerpoint/2010/main" val="1408031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98D0838-42A3-48EA-83AF-B10FCD9678E7}"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B4A692-BA12-4D16-9AEA-75010A76F4AD}"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7C3D7F-3D4B-43C1-9ECA-901EEBC39A33}"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FBBB42-C33E-402B-A318-0E1E7DBB0020}" type="datetime1">
              <a:rPr lang="en-US" smtClean="0"/>
              <a:t>11/11/2024</a:t>
            </a:fld>
            <a:endParaRPr lang="en-US"/>
          </a:p>
        </p:txBody>
      </p:sp>
      <p:sp>
        <p:nvSpPr>
          <p:cNvPr id="6" name="Footer Placeholder 5"/>
          <p:cNvSpPr>
            <a:spLocks noGrp="1"/>
          </p:cNvSpPr>
          <p:nvPr>
            <p:ph type="ftr" sz="quarter" idx="11"/>
          </p:nvPr>
        </p:nvSpPr>
        <p:spPr/>
        <p:txBody>
          <a:bodyPr/>
          <a:lstStyle/>
          <a:p>
            <a:r>
              <a:rPr lang="it-IT"/>
              <a:t>Vivek Kumar Sharma              CD Unit -3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4D13CC-B01E-4867-9091-6E40E9800181}" type="datetime1">
              <a:rPr lang="en-US" smtClean="0"/>
              <a:t>11/11/2024</a:t>
            </a:fld>
            <a:endParaRPr lang="en-US"/>
          </a:p>
        </p:txBody>
      </p:sp>
      <p:sp>
        <p:nvSpPr>
          <p:cNvPr id="8" name="Footer Placeholder 7"/>
          <p:cNvSpPr>
            <a:spLocks noGrp="1"/>
          </p:cNvSpPr>
          <p:nvPr>
            <p:ph type="ftr" sz="quarter" idx="11"/>
          </p:nvPr>
        </p:nvSpPr>
        <p:spPr/>
        <p:txBody>
          <a:bodyPr/>
          <a:lstStyle/>
          <a:p>
            <a:r>
              <a:rPr lang="it-IT"/>
              <a:t>Vivek Kumar Sharma              CD Unit -3</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DD8B7A-0E87-4230-9E26-D0EDF8178715}" type="datetime1">
              <a:rPr lang="en-US" smtClean="0"/>
              <a:t>11/11/2024</a:t>
            </a:fld>
            <a:endParaRPr lang="en-US"/>
          </a:p>
        </p:txBody>
      </p:sp>
      <p:sp>
        <p:nvSpPr>
          <p:cNvPr id="4" name="Footer Placeholder 3"/>
          <p:cNvSpPr>
            <a:spLocks noGrp="1"/>
          </p:cNvSpPr>
          <p:nvPr>
            <p:ph type="ftr" sz="quarter" idx="11"/>
          </p:nvPr>
        </p:nvSpPr>
        <p:spPr/>
        <p:txBody>
          <a:bodyPr/>
          <a:lstStyle/>
          <a:p>
            <a:r>
              <a:rPr lang="it-IT"/>
              <a:t>Vivek Kumar Sharma              CD Unit -3</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4D092F-DC03-44B4-8E12-FC38A8B21856}" type="datetime1">
              <a:rPr lang="en-US" smtClean="0"/>
              <a:t>11/11/2024</a:t>
            </a:fld>
            <a:endParaRPr lang="en-US"/>
          </a:p>
        </p:txBody>
      </p:sp>
      <p:sp>
        <p:nvSpPr>
          <p:cNvPr id="3" name="Footer Placeholder 2"/>
          <p:cNvSpPr>
            <a:spLocks noGrp="1"/>
          </p:cNvSpPr>
          <p:nvPr>
            <p:ph type="ftr" sz="quarter" idx="11"/>
          </p:nvPr>
        </p:nvSpPr>
        <p:spPr/>
        <p:txBody>
          <a:bodyPr/>
          <a:lstStyle/>
          <a:p>
            <a:r>
              <a:rPr lang="it-IT"/>
              <a:t>Vivek Kumar Sharma              CD Unit -3</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C43C5E-8B9D-4B34-9C56-8A363CF47828}" type="datetime1">
              <a:rPr lang="en-US" smtClean="0"/>
              <a:t>11/11/2024</a:t>
            </a:fld>
            <a:endParaRPr lang="en-US"/>
          </a:p>
        </p:txBody>
      </p:sp>
      <p:sp>
        <p:nvSpPr>
          <p:cNvPr id="6" name="Footer Placeholder 5"/>
          <p:cNvSpPr>
            <a:spLocks noGrp="1"/>
          </p:cNvSpPr>
          <p:nvPr>
            <p:ph type="ftr" sz="quarter" idx="11"/>
          </p:nvPr>
        </p:nvSpPr>
        <p:spPr/>
        <p:txBody>
          <a:bodyPr/>
          <a:lstStyle/>
          <a:p>
            <a:r>
              <a:rPr lang="it-IT"/>
              <a:t>Vivek Kumar Sharma              CD Unit -3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615BAD-F02B-4965-ADC4-F3FD1788D6F6}" type="datetime1">
              <a:rPr lang="en-US" smtClean="0"/>
              <a:t>11/11/2024</a:t>
            </a:fld>
            <a:endParaRPr lang="en-US"/>
          </a:p>
        </p:txBody>
      </p:sp>
      <p:sp>
        <p:nvSpPr>
          <p:cNvPr id="6" name="Footer Placeholder 5"/>
          <p:cNvSpPr>
            <a:spLocks noGrp="1"/>
          </p:cNvSpPr>
          <p:nvPr>
            <p:ph type="ftr" sz="quarter" idx="11"/>
          </p:nvPr>
        </p:nvSpPr>
        <p:spPr/>
        <p:txBody>
          <a:bodyPr/>
          <a:lstStyle/>
          <a:p>
            <a:r>
              <a:rPr lang="it-IT"/>
              <a:t>Vivek Kumar Sharma              CD Unit -3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0B02BE-3134-4F56-9291-6AC188371A54}"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D3DE69-B26C-4178-9A45-E17B9F027744}" type="datetime1">
              <a:rPr lang="en-US" smtClean="0"/>
              <a:t>11/11/2024</a:t>
            </a:fld>
            <a:endParaRPr lang="en-US"/>
          </a:p>
        </p:txBody>
      </p:sp>
      <p:sp>
        <p:nvSpPr>
          <p:cNvPr id="5" name="Footer Placeholder 4"/>
          <p:cNvSpPr>
            <a:spLocks noGrp="1"/>
          </p:cNvSpPr>
          <p:nvPr>
            <p:ph type="ftr" sz="quarter" idx="11"/>
          </p:nvPr>
        </p:nvSpPr>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8ECBFB-2D2D-4CEC-B77B-8E7817C76C0B}" type="datetime1">
              <a:rPr lang="en-US" smtClean="0"/>
              <a:t>11/11/2024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CD Unit -3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hyperlink" Target="https://youtu.be/7Z2VHWLJVSA" TargetMode="External"/><Relationship Id="rId3" Type="http://schemas.openxmlformats.org/officeDocument/2006/relationships/hyperlink" Target="https://www.youtube.com/watch?v=M8oQmaAfoJM" TargetMode="External"/><Relationship Id="rId7" Type="http://schemas.openxmlformats.org/officeDocument/2006/relationships/hyperlink" Target="https://youtu.be/MO5MGYm4v0o" TargetMode="External"/><Relationship Id="rId2" Type="http://schemas.openxmlformats.org/officeDocument/2006/relationships/hyperlink" Target="https://www.youtube.com/watch?v=nIMBA0qO684" TargetMode="External"/><Relationship Id="rId1" Type="http://schemas.openxmlformats.org/officeDocument/2006/relationships/slideLayout" Target="../slideLayouts/slideLayout2.xml"/><Relationship Id="rId6" Type="http://schemas.openxmlformats.org/officeDocument/2006/relationships/hyperlink" Target="https://www.youtube.com/watch?v=queUceGJqh0" TargetMode="External"/><Relationship Id="rId11" Type="http://schemas.openxmlformats.org/officeDocument/2006/relationships/image" Target="../media/image3.jpeg"/><Relationship Id="rId5" Type="http://schemas.openxmlformats.org/officeDocument/2006/relationships/hyperlink" Target="https://www.youtube.com/watch?v=Bqq26obqUoU" TargetMode="External"/><Relationship Id="rId10" Type="http://schemas.openxmlformats.org/officeDocument/2006/relationships/hyperlink" Target="https://youtu.be/M-wIosep5Zs" TargetMode="External"/><Relationship Id="rId4" Type="http://schemas.openxmlformats.org/officeDocument/2006/relationships/hyperlink" Target="https://www.youtube.com/watch?v=yFVCw0N0nxo" TargetMode="External"/><Relationship Id="rId9" Type="http://schemas.openxmlformats.org/officeDocument/2006/relationships/hyperlink" Target="https://youtu.be/EpAzj7zXrbk" TargetMode="Externa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7.jfi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8.jfi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hyperlink" Target="https://www.javatpoint.com/compiler-tutorial" TargetMode="External"/><Relationship Id="rId2" Type="http://schemas.openxmlformats.org/officeDocument/2006/relationships/hyperlink" Target="https://www.geeksforgeeks.org/compiler-design-tutorials/"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nptel.ac.in/courses/106105190/" TargetMode="External"/><Relationship Id="rId4" Type="http://schemas.openxmlformats.org/officeDocument/2006/relationships/hyperlink" Target="https://www.tutorialspoint.com/compiler_design/index.htm" TargetMode="Externa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2"/>
          </a:lnRef>
          <a:fillRef idx="2">
            <a:schemeClr val="accent2"/>
          </a:fillRef>
          <a:effectRef idx="1">
            <a:schemeClr val="accent2"/>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447800" y="914400"/>
            <a:ext cx="6400800" cy="1524000"/>
          </a:xfr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a:normAutofit/>
          </a:bodyPr>
          <a:lstStyle/>
          <a:p>
            <a:endParaRPr lang="en-US" sz="2500" dirty="0">
              <a:solidFill>
                <a:schemeClr val="tx1"/>
              </a:solidFill>
            </a:endParaRPr>
          </a:p>
          <a:p>
            <a:r>
              <a:rPr lang="en-US" sz="2500" dirty="0">
                <a:solidFill>
                  <a:schemeClr val="tx1"/>
                </a:solidFill>
              </a:rPr>
              <a:t>Syntax Directed Translation</a:t>
            </a:r>
          </a:p>
        </p:txBody>
      </p:sp>
      <p:sp>
        <p:nvSpPr>
          <p:cNvPr id="6" name="Subtitle 2"/>
          <p:cNvSpPr txBox="1">
            <a:spLocks/>
          </p:cNvSpPr>
          <p:nvPr/>
        </p:nvSpPr>
        <p:spPr>
          <a:xfrm>
            <a:off x="5791200" y="4267200"/>
            <a:ext cx="3048000" cy="14478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a:solidFill>
                  <a:schemeClr val="tx1"/>
                </a:solidFill>
              </a:rPr>
              <a:t>Vivek</a:t>
            </a:r>
            <a:r>
              <a:rPr lang="en-US" sz="2400" dirty="0">
                <a:solidFill>
                  <a:schemeClr val="tx1"/>
                </a:solidFill>
              </a:rPr>
              <a:t> Kumar Sharma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CSE Department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3787336E-6C89-434D-9BB8-D0E2766C8D25}" type="datetime1">
              <a:rPr lang="en-US" smtClean="0"/>
              <a:t>11/11/2024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743200"/>
            <a:ext cx="1524000" cy="1524000"/>
          </a:xfrm>
          <a:prstGeom prst="rect">
            <a:avLst/>
          </a:prstGeom>
          <a:noFill/>
        </p:spPr>
      </p:pic>
      <p:sp>
        <p:nvSpPr>
          <p:cNvPr id="12" name="Subtitle 2"/>
          <p:cNvSpPr txBox="1">
            <a:spLocks/>
          </p:cNvSpPr>
          <p:nvPr/>
        </p:nvSpPr>
        <p:spPr>
          <a:xfrm>
            <a:off x="152400" y="2971800"/>
            <a:ext cx="2057400" cy="5334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a:t>
            </a:r>
            <a:r>
              <a:rPr lang="en-US" sz="2500" dirty="0">
                <a:solidFill>
                  <a:schemeClr val="tx1"/>
                </a:solidFill>
              </a:rPr>
              <a:t>3</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it-IT"/>
              <a:t>Vivek Kumar Sharma              CD Unit -3</a:t>
            </a:r>
            <a:endParaRPr lang="en-US" dirty="0"/>
          </a:p>
        </p:txBody>
      </p:sp>
      <p:sp>
        <p:nvSpPr>
          <p:cNvPr id="14" name="Subtitle 2"/>
          <p:cNvSpPr txBox="1">
            <a:spLocks/>
          </p:cNvSpPr>
          <p:nvPr/>
        </p:nvSpPr>
        <p:spPr>
          <a:xfrm>
            <a:off x="152400" y="3810000"/>
            <a:ext cx="4191000" cy="8382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Subject</a:t>
            </a:r>
            <a:r>
              <a:rPr kumimoji="0" lang="en-US" sz="2000" b="0" i="0" u="none" strike="noStrike" kern="1200" cap="none" spc="0" normalizeH="0" noProof="0" dirty="0">
                <a:ln>
                  <a:noFill/>
                </a:ln>
                <a:solidFill>
                  <a:schemeClr val="tx1"/>
                </a:solidFill>
                <a:effectLst/>
                <a:uLnTx/>
                <a:uFillTx/>
                <a:latin typeface="+mn-lt"/>
                <a:ea typeface="+mn-ea"/>
                <a:cs typeface="+mn-cs"/>
              </a:rPr>
              <a:t>: </a:t>
            </a:r>
          </a:p>
          <a:p>
            <a:pPr lvl="0" algn="ctr">
              <a:spcBef>
                <a:spcPct val="20000"/>
              </a:spcBef>
              <a:defRPr/>
            </a:pPr>
            <a:r>
              <a:rPr lang="en-US" sz="2000" baseline="0" dirty="0">
                <a:solidFill>
                  <a:schemeClr val="tx1"/>
                </a:solidFill>
              </a:rPr>
              <a:t>Compiler </a:t>
            </a:r>
            <a:r>
              <a:rPr lang="en-US" sz="2000" dirty="0">
                <a:solidFill>
                  <a:schemeClr val="tx1"/>
                </a:solidFill>
              </a:rPr>
              <a:t>Design</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 B Tech CSE </a:t>
            </a:r>
            <a:r>
              <a:rPr lang="en-US" sz="2000" dirty="0">
                <a:solidFill>
                  <a:schemeClr val="tx1"/>
                </a:solidFill>
              </a:rPr>
              <a:t>5</a:t>
            </a:r>
            <a:r>
              <a:rPr kumimoji="0" lang="en-US" sz="2000" b="0" i="0" u="none" strike="noStrike" kern="1200" cap="none" spc="0" normalizeH="0" baseline="30000" noProof="0" dirty="0" err="1">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000" b="1" dirty="0" err="1">
                <a:latin typeface="Times New Roman" pitchFamily="18" charset="0"/>
                <a:cs typeface="Times New Roman" pitchFamily="18" charset="0"/>
              </a:rPr>
              <a:t>Vivek</a:t>
            </a:r>
            <a:r>
              <a:rPr lang="en-US" sz="2000" b="1" dirty="0">
                <a:latin typeface="Times New Roman" pitchFamily="18" charset="0"/>
                <a:cs typeface="Times New Roman" pitchFamily="18" charset="0"/>
              </a:rPr>
              <a:t> Kumar Sharma</a:t>
            </a:r>
          </a:p>
          <a:p>
            <a:pPr marL="0" indent="0">
              <a:buNone/>
            </a:pPr>
            <a:r>
              <a:rPr lang="en-US" sz="2000" b="1" dirty="0">
                <a:latin typeface="Times New Roman" pitchFamily="18" charset="0"/>
                <a:cs typeface="Times New Roman" pitchFamily="18" charset="0"/>
              </a:rPr>
              <a:t>Designation: </a:t>
            </a:r>
            <a:r>
              <a:rPr lang="en-US" sz="2000" dirty="0">
                <a:latin typeface="Times New Roman" pitchFamily="18" charset="0"/>
                <a:cs typeface="Times New Roman" pitchFamily="18" charset="0"/>
              </a:rPr>
              <a:t>Assistant Professor CSE Department</a:t>
            </a:r>
          </a:p>
          <a:p>
            <a:pPr marL="0" indent="0">
              <a:buNone/>
            </a:pPr>
            <a:r>
              <a:rPr lang="en-US" sz="2000" dirty="0">
                <a:latin typeface="Times New Roman" pitchFamily="18" charset="0"/>
                <a:cs typeface="Times New Roman" pitchFamily="18" charset="0"/>
              </a:rPr>
              <a:t>NIET, Grater Noida </a:t>
            </a:r>
          </a:p>
          <a:p>
            <a:pPr marL="0" indent="0">
              <a:buNone/>
            </a:pPr>
            <a:r>
              <a:rPr lang="en-US" sz="2000" b="1" dirty="0">
                <a:latin typeface="Times New Roman" pitchFamily="18" charset="0"/>
                <a:cs typeface="Times New Roman" pitchFamily="18" charset="0"/>
              </a:rPr>
              <a:t>Qualification:</a:t>
            </a:r>
          </a:p>
          <a:p>
            <a:pPr>
              <a:buFont typeface="Wingdings" pitchFamily="2" charset="2"/>
              <a:buChar char="Ø"/>
            </a:pPr>
            <a:r>
              <a:rPr lang="en-US" sz="2000" dirty="0" err="1">
                <a:latin typeface="Times New Roman" pitchFamily="18" charset="0"/>
                <a:cs typeface="Times New Roman" pitchFamily="18" charset="0"/>
              </a:rPr>
              <a:t>B.Tech</a:t>
            </a:r>
            <a:r>
              <a:rPr lang="en-US" sz="2000" dirty="0">
                <a:latin typeface="Times New Roman" pitchFamily="18" charset="0"/>
                <a:cs typeface="Times New Roman" pitchFamily="18" charset="0"/>
              </a:rPr>
              <a:t> (CSE) in 2010</a:t>
            </a:r>
          </a:p>
          <a:p>
            <a:pPr>
              <a:buFont typeface="Wingdings" pitchFamily="2" charset="2"/>
              <a:buChar char="Ø"/>
            </a:pPr>
            <a:r>
              <a:rPr lang="en-US" sz="2000" dirty="0" err="1">
                <a:latin typeface="Times New Roman" pitchFamily="18" charset="0"/>
                <a:cs typeface="Times New Roman" pitchFamily="18" charset="0"/>
              </a:rPr>
              <a:t>M.Tech</a:t>
            </a:r>
            <a:r>
              <a:rPr lang="en-US" sz="2000" dirty="0">
                <a:latin typeface="Times New Roman" pitchFamily="18" charset="0"/>
                <a:cs typeface="Times New Roman" pitchFamily="18" charset="0"/>
              </a:rPr>
              <a:t> (CSE) in 2013</a:t>
            </a:r>
          </a:p>
          <a:p>
            <a:pPr marL="0" indent="0">
              <a:buNone/>
            </a:pPr>
            <a:r>
              <a:rPr lang="en-US" sz="2000" b="1" dirty="0">
                <a:latin typeface="Times New Roman" pitchFamily="18" charset="0"/>
                <a:cs typeface="Times New Roman" pitchFamily="18" charset="0"/>
              </a:rPr>
              <a:t>Teaching experience: 10 year +</a:t>
            </a:r>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Research Publications</a:t>
            </a:r>
          </a:p>
          <a:p>
            <a:pPr marL="0" indent="0">
              <a:buNone/>
            </a:pPr>
            <a:r>
              <a:rPr lang="en-US" sz="2000" b="1" dirty="0">
                <a:latin typeface="Times New Roman" pitchFamily="18" charset="0"/>
                <a:cs typeface="Times New Roman" pitchFamily="18" charset="0"/>
              </a:rPr>
              <a:t>               </a:t>
            </a:r>
          </a:p>
        </p:txBody>
      </p:sp>
      <p:sp>
        <p:nvSpPr>
          <p:cNvPr id="4" name="Date Placeholder 3"/>
          <p:cNvSpPr>
            <a:spLocks noGrp="1"/>
          </p:cNvSpPr>
          <p:nvPr>
            <p:ph type="dt" sz="half" idx="10"/>
          </p:nvPr>
        </p:nvSpPr>
        <p:spPr/>
        <p:txBody>
          <a:bodyPr/>
          <a:lstStyle/>
          <a:p>
            <a:fld id="{AF16AE67-53AA-4531-BCB4-1D63F43A0977}" type="datetime1">
              <a:rPr lang="en-US" smtClean="0"/>
              <a:t>11/11/2024</a:t>
            </a:fld>
            <a:endParaRPr lang="en-US"/>
          </a:p>
        </p:txBody>
      </p:sp>
      <p:sp>
        <p:nvSpPr>
          <p:cNvPr id="5" name="Footer Placeholder 4"/>
          <p:cNvSpPr>
            <a:spLocks noGrp="1"/>
          </p:cNvSpPr>
          <p:nvPr>
            <p:ph type="ftr" sz="quarter" idx="11"/>
          </p:nvPr>
        </p:nvSpPr>
        <p:spPr>
          <a:xfrm>
            <a:off x="3124200" y="6356350"/>
            <a:ext cx="47244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494692" y="0"/>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3600" dirty="0">
                <a:latin typeface="Times New Roman" panose="02020603050405020304" pitchFamily="18" charset="0"/>
                <a:cs typeface="Times New Roman" panose="02020603050405020304" pitchFamily="18" charset="0"/>
              </a:rPr>
              <a:t>Faculty Profile</a:t>
            </a:r>
            <a:endParaRPr lang="en-US" sz="5400"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11">
            <a:extLst>
              <a:ext uri="{FF2B5EF4-FFF2-40B4-BE49-F238E27FC236}">
                <a16:creationId xmlns:a16="http://schemas.microsoft.com/office/drawing/2014/main" id="{6C445870-48E2-4A96-812A-DE8BB67A9639}"/>
              </a:ext>
            </a:extLst>
          </p:cNvPr>
          <p:cNvGraphicFramePr>
            <a:graphicFrameLocks noGrp="1"/>
          </p:cNvGraphicFramePr>
          <p:nvPr>
            <p:extLst>
              <p:ext uri="{D42A27DB-BD31-4B8C-83A1-F6EECF244321}">
                <p14:modId xmlns:p14="http://schemas.microsoft.com/office/powerpoint/2010/main" val="3603134841"/>
              </p:ext>
            </p:extLst>
          </p:nvPr>
        </p:nvGraphicFramePr>
        <p:xfrm>
          <a:off x="1752600" y="4754880"/>
          <a:ext cx="6096000" cy="11125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9923139"/>
                    </a:ext>
                  </a:extLst>
                </a:gridCol>
                <a:gridCol w="2032000">
                  <a:extLst>
                    <a:ext uri="{9D8B030D-6E8A-4147-A177-3AD203B41FA5}">
                      <a16:colId xmlns:a16="http://schemas.microsoft.com/office/drawing/2014/main" val="773152723"/>
                    </a:ext>
                  </a:extLst>
                </a:gridCol>
                <a:gridCol w="2032000">
                  <a:extLst>
                    <a:ext uri="{9D8B030D-6E8A-4147-A177-3AD203B41FA5}">
                      <a16:colId xmlns:a16="http://schemas.microsoft.com/office/drawing/2014/main" val="855462066"/>
                    </a:ext>
                  </a:extLst>
                </a:gridCol>
              </a:tblGrid>
              <a:tr h="370840">
                <a:tc>
                  <a:txBody>
                    <a:bodyPr/>
                    <a:lstStyle/>
                    <a:p>
                      <a:r>
                        <a:rPr lang="en-US" dirty="0"/>
                        <a:t>Particulars</a:t>
                      </a:r>
                      <a:endParaRPr lang="en-IN" dirty="0"/>
                    </a:p>
                  </a:txBody>
                  <a:tcPr/>
                </a:tc>
                <a:tc>
                  <a:txBody>
                    <a:bodyPr/>
                    <a:lstStyle/>
                    <a:p>
                      <a:r>
                        <a:rPr lang="en-US" dirty="0"/>
                        <a:t>Journals(UGC)</a:t>
                      </a:r>
                      <a:endParaRPr lang="en-IN" dirty="0"/>
                    </a:p>
                  </a:txBody>
                  <a:tcPr/>
                </a:tc>
                <a:tc>
                  <a:txBody>
                    <a:bodyPr/>
                    <a:lstStyle/>
                    <a:p>
                      <a:r>
                        <a:rPr lang="en-US" dirty="0"/>
                        <a:t>Conference(IEEE)</a:t>
                      </a:r>
                      <a:endParaRPr lang="en-IN" dirty="0"/>
                    </a:p>
                  </a:txBody>
                  <a:tcPr/>
                </a:tc>
                <a:extLst>
                  <a:ext uri="{0D108BD9-81ED-4DB2-BD59-A6C34878D82A}">
                    <a16:rowId xmlns:a16="http://schemas.microsoft.com/office/drawing/2014/main" val="2826336054"/>
                  </a:ext>
                </a:extLst>
              </a:tr>
              <a:tr h="370840">
                <a:tc>
                  <a:txBody>
                    <a:bodyPr/>
                    <a:lstStyle/>
                    <a:p>
                      <a:r>
                        <a:rPr lang="en-US" dirty="0"/>
                        <a:t>International</a:t>
                      </a:r>
                      <a:endParaRPr lang="en-IN" dirty="0"/>
                    </a:p>
                  </a:txBody>
                  <a:tcPr/>
                </a:tc>
                <a:tc>
                  <a:txBody>
                    <a:bodyPr/>
                    <a:lstStyle/>
                    <a:p>
                      <a:r>
                        <a:rPr lang="en-US" dirty="0"/>
                        <a:t>04</a:t>
                      </a:r>
                      <a:endParaRPr lang="en-IN" dirty="0"/>
                    </a:p>
                  </a:txBody>
                  <a:tcPr/>
                </a:tc>
                <a:tc>
                  <a:txBody>
                    <a:bodyPr/>
                    <a:lstStyle/>
                    <a:p>
                      <a:r>
                        <a:rPr lang="en-US" dirty="0"/>
                        <a:t>01</a:t>
                      </a:r>
                      <a:endParaRPr lang="en-IN" dirty="0"/>
                    </a:p>
                  </a:txBody>
                  <a:tcPr/>
                </a:tc>
                <a:extLst>
                  <a:ext uri="{0D108BD9-81ED-4DB2-BD59-A6C34878D82A}">
                    <a16:rowId xmlns:a16="http://schemas.microsoft.com/office/drawing/2014/main" val="2716313906"/>
                  </a:ext>
                </a:extLst>
              </a:tr>
              <a:tr h="370840">
                <a:tc>
                  <a:txBody>
                    <a:bodyPr/>
                    <a:lstStyle/>
                    <a:p>
                      <a:r>
                        <a:rPr lang="en-US" dirty="0"/>
                        <a:t>National</a:t>
                      </a:r>
                      <a:endParaRPr lang="en-IN" dirty="0"/>
                    </a:p>
                  </a:txBody>
                  <a:tcPr/>
                </a:tc>
                <a:tc>
                  <a:txBody>
                    <a:bodyPr/>
                    <a:lstStyle/>
                    <a:p>
                      <a:r>
                        <a:rPr lang="en-US" dirty="0"/>
                        <a:t>02</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4030655764"/>
                  </a:ext>
                </a:extLst>
              </a:tr>
            </a:tbl>
          </a:graphicData>
        </a:graphic>
      </p:graphicFrame>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51149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3A9901-FC93-483A-9765-59E1D2C10C40}" type="datetime1">
              <a:rPr lang="en-US" smtClean="0"/>
              <a:t>11/11/2024</a:t>
            </a:fld>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1600200" y="1"/>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3200" dirty="0">
                <a:solidFill>
                  <a:schemeClr val="tx1"/>
                </a:solidFill>
                <a:latin typeface="Times New Roman" panose="02020603050405020304" pitchFamily="18" charset="0"/>
                <a:cs typeface="Times New Roman" panose="02020603050405020304" pitchFamily="18" charset="0"/>
              </a:rPr>
              <a:t>Evaluation Scheme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757237"/>
            <a:ext cx="8077200" cy="5491163"/>
          </a:xfrm>
          <a:prstGeom prst="rect">
            <a:avLst/>
          </a:prstGeom>
        </p:spPr>
      </p:pic>
      <p:sp>
        <p:nvSpPr>
          <p:cNvPr id="8" name="Rectangle 7"/>
          <p:cNvSpPr/>
          <p:nvPr/>
        </p:nvSpPr>
        <p:spPr>
          <a:xfrm>
            <a:off x="685800" y="3352800"/>
            <a:ext cx="80010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3276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7B0BC323-9647-4249-835D-3FC0E9573C87}" type="datetime1">
              <a:rPr lang="en-US" smtClean="0"/>
              <a:t>11/11/2024</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4</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latin typeface="Times New Roman" panose="02020603050405020304" pitchFamily="18" charset="0"/>
                <a:cs typeface="Times New Roman" panose="02020603050405020304" pitchFamily="18" charset="0"/>
              </a:rPr>
              <a:t>Syllabus</a:t>
            </a:r>
            <a:endParaRPr kumimoji="0" lang="en-US" sz="32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pPr>
              <a:defRPr/>
            </a:pPr>
            <a:r>
              <a:rPr lang="it-IT"/>
              <a:t>Vivek Kumar Sharma              CD Unit -3</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838200"/>
            <a:ext cx="8153399" cy="5181600"/>
          </a:xfrm>
          <a:prstGeom prst="rect">
            <a:avLst/>
          </a:prstGeom>
        </p:spPr>
      </p:pic>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22717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0F0D3-6E8D-43A7-B71A-75D13BCE19A2}"/>
              </a:ext>
            </a:extLst>
          </p:cNvPr>
          <p:cNvSpPr>
            <a:spLocks noGrp="1"/>
          </p:cNvSpPr>
          <p:nvPr>
            <p:ph idx="1"/>
          </p:nvPr>
        </p:nvSpPr>
        <p:spPr/>
        <p:txBody>
          <a:bodyPr>
            <a:normAutofit fontScale="70000" lnSpcReduction="20000"/>
          </a:bodyPr>
          <a:lstStyle/>
          <a:p>
            <a:pPr marL="0" indent="0">
              <a:buNone/>
            </a:pPr>
            <a:r>
              <a:rPr lang="en-US" sz="3600" b="1" dirty="0"/>
              <a:t>Computer Science</a:t>
            </a:r>
          </a:p>
          <a:p>
            <a:pPr marL="0" indent="0" algn="just">
              <a:buNone/>
            </a:pPr>
            <a:r>
              <a:rPr lang="en-US" sz="3200" b="0" i="0" dirty="0">
                <a:solidFill>
                  <a:srgbClr val="202124"/>
                </a:solidFill>
                <a:effectLst/>
                <a:latin typeface="Times New Roman" panose="02020603050405020304" pitchFamily="18" charset="0"/>
                <a:cs typeface="Times New Roman" panose="02020603050405020304" pitchFamily="18" charset="0"/>
              </a:rPr>
              <a:t>Compiler technology can be </a:t>
            </a:r>
            <a:r>
              <a:rPr lang="en-US" sz="3200" b="1" i="0" dirty="0">
                <a:solidFill>
                  <a:srgbClr val="202124"/>
                </a:solidFill>
                <a:effectLst/>
                <a:latin typeface="Times New Roman" panose="02020603050405020304" pitchFamily="18" charset="0"/>
                <a:cs typeface="Times New Roman" panose="02020603050405020304" pitchFamily="18" charset="0"/>
              </a:rPr>
              <a:t>used to translate the binary code for one machine to that of another</a:t>
            </a:r>
            <a:r>
              <a:rPr lang="en-US" sz="3200" b="0" i="0" dirty="0">
                <a:solidFill>
                  <a:srgbClr val="202124"/>
                </a:solidFill>
                <a:effectLst/>
                <a:latin typeface="Times New Roman" panose="02020603050405020304" pitchFamily="18" charset="0"/>
                <a:cs typeface="Times New Roman" panose="02020603050405020304" pitchFamily="18" charset="0"/>
              </a:rPr>
              <a:t>, allowing a machine to run programs originally compiled for another instruction set. Binary translation technology has been used by various computer companies to increase the availability of software for their machines</a:t>
            </a:r>
          </a:p>
          <a:p>
            <a:pPr marL="0" indent="0">
              <a:buNone/>
            </a:pP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Implementations of High Level Programming</a:t>
            </a:r>
          </a:p>
          <a:p>
            <a:r>
              <a:rPr lang="en-US" sz="3200" dirty="0">
                <a:latin typeface="Times New Roman" panose="02020603050405020304" pitchFamily="18" charset="0"/>
                <a:cs typeface="Times New Roman" panose="02020603050405020304" pitchFamily="18" charset="0"/>
              </a:rPr>
              <a:t>Optimization of Computer Architecture</a:t>
            </a:r>
          </a:p>
          <a:p>
            <a:r>
              <a:rPr lang="en-US" sz="3200" dirty="0">
                <a:latin typeface="Times New Roman" panose="02020603050405020304" pitchFamily="18" charset="0"/>
                <a:cs typeface="Times New Roman" panose="02020603050405020304" pitchFamily="18" charset="0"/>
              </a:rPr>
              <a:t>Design of New Computer Architecture</a:t>
            </a:r>
          </a:p>
          <a:p>
            <a:r>
              <a:rPr lang="en-US" sz="3200" dirty="0">
                <a:latin typeface="Times New Roman" panose="02020603050405020304" pitchFamily="18" charset="0"/>
                <a:cs typeface="Times New Roman" panose="02020603050405020304" pitchFamily="18" charset="0"/>
              </a:rPr>
              <a:t>Program Translation</a:t>
            </a:r>
          </a:p>
          <a:p>
            <a:r>
              <a:rPr lang="en-US" sz="3200" dirty="0">
                <a:latin typeface="Times New Roman" panose="02020603050405020304" pitchFamily="18" charset="0"/>
                <a:cs typeface="Times New Roman" panose="02020603050405020304" pitchFamily="18" charset="0"/>
              </a:rPr>
              <a:t>Software Productive tools</a:t>
            </a:r>
          </a:p>
          <a:p>
            <a:pPr marL="0" indent="0">
              <a:buNone/>
            </a:pPr>
            <a:endParaRPr lang="en-US" dirty="0"/>
          </a:p>
        </p:txBody>
      </p:sp>
      <p:sp>
        <p:nvSpPr>
          <p:cNvPr id="4" name="Date Placeholder 3">
            <a:extLst>
              <a:ext uri="{FF2B5EF4-FFF2-40B4-BE49-F238E27FC236}">
                <a16:creationId xmlns:a16="http://schemas.microsoft.com/office/drawing/2014/main" id="{9C139CE6-2BED-4E81-BBDC-AB8082E3D354}"/>
              </a:ext>
            </a:extLst>
          </p:cNvPr>
          <p:cNvSpPr>
            <a:spLocks noGrp="1"/>
          </p:cNvSpPr>
          <p:nvPr>
            <p:ph type="dt" sz="half" idx="10"/>
          </p:nvPr>
        </p:nvSpPr>
        <p:spPr/>
        <p:txBody>
          <a:bodyPr/>
          <a:lstStyle/>
          <a:p>
            <a:fld id="{581030A7-E384-4E69-8074-BAB0F6A06685}" type="datetime1">
              <a:rPr lang="en-US" smtClean="0"/>
              <a:t>11/11/2024</a:t>
            </a:fld>
            <a:endParaRPr lang="en-US"/>
          </a:p>
        </p:txBody>
      </p:sp>
      <p:sp>
        <p:nvSpPr>
          <p:cNvPr id="5" name="Footer Placeholder 4">
            <a:extLst>
              <a:ext uri="{FF2B5EF4-FFF2-40B4-BE49-F238E27FC236}">
                <a16:creationId xmlns:a16="http://schemas.microsoft.com/office/drawing/2014/main" id="{26F61568-3B3F-4B25-9877-4F44DA1C19C4}"/>
              </a:ext>
            </a:extLst>
          </p:cNvPr>
          <p:cNvSpPr>
            <a:spLocks noGrp="1"/>
          </p:cNvSpPr>
          <p:nvPr>
            <p:ph type="ftr" sz="quarter" idx="11"/>
          </p:nvPr>
        </p:nvSpPr>
        <p:spPr/>
        <p:txBody>
          <a:bodyPr/>
          <a:lstStyle/>
          <a:p>
            <a:r>
              <a:rPr lang="it-IT"/>
              <a:t>Vivek Kumar Sharma              CD Unit -3</a:t>
            </a:r>
            <a:endParaRPr lang="en-US" dirty="0"/>
          </a:p>
        </p:txBody>
      </p:sp>
      <p:sp>
        <p:nvSpPr>
          <p:cNvPr id="6" name="Slide Number Placeholder 5">
            <a:extLst>
              <a:ext uri="{FF2B5EF4-FFF2-40B4-BE49-F238E27FC236}">
                <a16:creationId xmlns:a16="http://schemas.microsoft.com/office/drawing/2014/main" id="{3E6B5055-1FDA-4932-ABF7-8CF07DF44BBA}"/>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a:extLst>
              <a:ext uri="{FF2B5EF4-FFF2-40B4-BE49-F238E27FC236}">
                <a16:creationId xmlns:a16="http://schemas.microsoft.com/office/drawing/2014/main" id="{990B5219-CE1D-42B2-A66D-BB65F77D14F1}"/>
              </a:ext>
            </a:extLst>
          </p:cNvPr>
          <p:cNvSpPr txBox="1">
            <a:spLocks noGrp="1"/>
          </p:cNvSpPr>
          <p:nvPr>
            <p:ph type="title"/>
          </p:nvPr>
        </p:nvSpPr>
        <p:spPr>
          <a:xfrm>
            <a:off x="1752600" y="274638"/>
            <a:ext cx="6934200" cy="89138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Branch wise Applications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4427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1"/>
          </p:nvPr>
        </p:nvSpPr>
        <p:spPr>
          <a:xfrm>
            <a:off x="533400" y="1143000"/>
            <a:ext cx="8229600" cy="4876800"/>
          </a:xfrm>
        </p:spPr>
        <p:txBody>
          <a:bodyPr>
            <a:normAutofit fontScale="85000" lnSpcReduction="20000"/>
          </a:bodyPr>
          <a:lstStyle/>
          <a:p>
            <a:pPr marL="0" algn="just">
              <a:lnSpc>
                <a:spcPct val="150000"/>
              </a:lnSpc>
              <a:spcBef>
                <a:spcPts val="0"/>
              </a:spcBef>
              <a:spcAft>
                <a:spcPts val="1200"/>
              </a:spcAft>
              <a:buNone/>
              <a:defRPr/>
            </a:pPr>
            <a:r>
              <a:rPr lang="en-US" sz="2400" dirty="0"/>
              <a:t>A course in Compiler Design aims to impart comprehensive knowledge and skills essential for designing, implementing, and optimizing compilers. Students learn the theoretical foundations including formal languages, automata theory, and parsing techniques, which are applied practically in understanding compiler structure and components such as lexical analysis, syntax analysis, semantic analysis, intermediate code generation, optimization, and code generation. They gain proficiency in using tools like </a:t>
            </a:r>
            <a:r>
              <a:rPr lang="en-US" sz="2400" dirty="0" err="1"/>
              <a:t>lex</a:t>
            </a:r>
            <a:r>
              <a:rPr lang="en-US" sz="2400" dirty="0"/>
              <a:t>/</a:t>
            </a:r>
            <a:r>
              <a:rPr lang="en-US" sz="2400" dirty="0" err="1"/>
              <a:t>yacc</a:t>
            </a:r>
            <a:r>
              <a:rPr lang="en-US" sz="2400" dirty="0"/>
              <a:t> and others to implement these concepts in real-world scenarios. Emphasis is placed on error handling, debugging techniques, and the application of optimizations to improve the efficiency of generated code. By the end of the course, students are prepared to tackle challenges in compiler development, contributing to language design.</a:t>
            </a:r>
            <a:endParaRPr lang="en-US" sz="2200" dirty="0"/>
          </a:p>
        </p:txBody>
      </p:sp>
      <p:sp>
        <p:nvSpPr>
          <p:cNvPr id="4" name="Date Placeholder 3"/>
          <p:cNvSpPr>
            <a:spLocks noGrp="1"/>
          </p:cNvSpPr>
          <p:nvPr>
            <p:ph type="dt" sz="quarter" idx="10"/>
          </p:nvPr>
        </p:nvSpPr>
        <p:spPr/>
        <p:txBody>
          <a:bodyPr/>
          <a:lstStyle/>
          <a:p>
            <a:pPr>
              <a:defRPr/>
            </a:pPr>
            <a:fld id="{BFAB922A-B08C-4218-8861-D9B17D2D7071}"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694FB52C-7D5D-45C9-BB4C-DE24A64737F9}" type="slidenum">
              <a:rPr lang="en-US"/>
              <a:pPr>
                <a:defRPr/>
              </a:pPr>
              <a:t>6</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latin typeface="Times New Roman" panose="02020603050405020304" pitchFamily="18" charset="0"/>
                <a:cs typeface="Times New Roman" panose="02020603050405020304" pitchFamily="18" charset="0"/>
              </a:rPr>
              <a:t>Course Objectives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533400" y="1265237"/>
            <a:ext cx="8229600" cy="4906963"/>
          </a:xfrm>
        </p:spPr>
        <p:txBody>
          <a:bodyPr/>
          <a:lstStyle/>
          <a:p>
            <a:pPr algn="just"/>
            <a:r>
              <a:rPr lang="en-US" sz="2200" b="1" dirty="0"/>
              <a:t>CO1: </a:t>
            </a:r>
            <a:r>
              <a:rPr lang="en-US" sz="2200" dirty="0"/>
              <a:t>To have the knowledge of patterns, tokens, regular expressions and finite automata to develop a scanner or lexical analyzer.</a:t>
            </a:r>
          </a:p>
          <a:p>
            <a:pPr algn="just"/>
            <a:r>
              <a:rPr lang="en-US" sz="2200" b="1" dirty="0"/>
              <a:t>CO2: </a:t>
            </a:r>
            <a:r>
              <a:rPr lang="en-US" sz="2200" dirty="0"/>
              <a:t>To design and develop various parser by parsing LL parser and LR parser</a:t>
            </a:r>
          </a:p>
          <a:p>
            <a:pPr algn="just"/>
            <a:r>
              <a:rPr lang="en-US" sz="2200" b="1" dirty="0">
                <a:solidFill>
                  <a:srgbClr val="FF0000"/>
                </a:solidFill>
              </a:rPr>
              <a:t>CO3: </a:t>
            </a:r>
            <a:r>
              <a:rPr lang="en-US" sz="2200" dirty="0">
                <a:solidFill>
                  <a:srgbClr val="FF0000"/>
                </a:solidFill>
              </a:rPr>
              <a:t>To apply various design &amp; conduct experiments for Intermediate Code Generation in compiler.</a:t>
            </a:r>
          </a:p>
          <a:p>
            <a:pPr algn="just"/>
            <a:r>
              <a:rPr lang="en-US" sz="2200" b="1" dirty="0"/>
              <a:t>CO4: </a:t>
            </a:r>
            <a:r>
              <a:rPr lang="en-US" sz="2200" dirty="0"/>
              <a:t>To design and develop various Data structure for symbols tables and Error Detection &amp; Recovery at every phases</a:t>
            </a:r>
          </a:p>
          <a:p>
            <a:pPr algn="just"/>
            <a:r>
              <a:rPr lang="en-US" sz="2200" b="1" dirty="0"/>
              <a:t>CO5: </a:t>
            </a:r>
            <a:r>
              <a:rPr lang="en-US" sz="2200" dirty="0"/>
              <a:t>To apply various new code optimization techniques to improve the performance of a program in terms of speed &amp; space.</a:t>
            </a:r>
          </a:p>
          <a:p>
            <a:pPr algn="just" eaLnBrk="1" hangingPunct="1"/>
            <a:endParaRPr lang="en-US" dirty="0"/>
          </a:p>
        </p:txBody>
      </p:sp>
      <p:sp>
        <p:nvSpPr>
          <p:cNvPr id="4" name="Date Placeholder 3"/>
          <p:cNvSpPr>
            <a:spLocks noGrp="1"/>
          </p:cNvSpPr>
          <p:nvPr>
            <p:ph type="dt" sz="quarter" idx="10"/>
          </p:nvPr>
        </p:nvSpPr>
        <p:spPr/>
        <p:txBody>
          <a:bodyPr/>
          <a:lstStyle/>
          <a:p>
            <a:pPr>
              <a:defRPr/>
            </a:pPr>
            <a:fld id="{9EA39820-EB06-47E2-BFED-2324428C90E8}"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1D556D34-6B30-4C79-8893-6DB58EC2895D}" type="slidenum">
              <a:rPr lang="en-US"/>
              <a:pPr>
                <a:defRPr/>
              </a:pPr>
              <a:t>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Course Outcomes</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228600" y="914400"/>
            <a:ext cx="8686800" cy="5410199"/>
          </a:xfrm>
        </p:spPr>
        <p:txBody>
          <a:bodyPr>
            <a:normAutofit/>
          </a:bodyPr>
          <a:lstStyle/>
          <a:p>
            <a:pPr algn="just"/>
            <a:r>
              <a:rPr lang="en-US" sz="2200" b="1" dirty="0"/>
              <a:t>PO1</a:t>
            </a:r>
            <a:r>
              <a:rPr lang="en-US" sz="2200" dirty="0"/>
              <a:t>: Engineering Knowledge </a:t>
            </a:r>
          </a:p>
          <a:p>
            <a:pPr algn="just"/>
            <a:r>
              <a:rPr lang="en-US" sz="2200" b="1" dirty="0"/>
              <a:t>PO2</a:t>
            </a:r>
            <a:r>
              <a:rPr lang="en-US" sz="2200" dirty="0"/>
              <a:t>: Problem Analysis </a:t>
            </a:r>
          </a:p>
          <a:p>
            <a:pPr algn="just"/>
            <a:r>
              <a:rPr lang="en-US" sz="2200" b="1" dirty="0"/>
              <a:t>PO3</a:t>
            </a:r>
            <a:r>
              <a:rPr lang="en-US" sz="2200" dirty="0"/>
              <a:t>: Design/Development of solutions </a:t>
            </a:r>
          </a:p>
          <a:p>
            <a:pPr algn="just"/>
            <a:r>
              <a:rPr lang="en-US" sz="2200" b="1" dirty="0"/>
              <a:t>PO4</a:t>
            </a:r>
            <a:r>
              <a:rPr lang="en-US" sz="2200" dirty="0"/>
              <a:t>: Conduct Investigations of complex problems </a:t>
            </a:r>
          </a:p>
          <a:p>
            <a:pPr algn="just"/>
            <a:r>
              <a:rPr lang="en-US" sz="2200" b="1" dirty="0"/>
              <a:t>PO5</a:t>
            </a:r>
            <a:r>
              <a:rPr lang="en-US" sz="2200" dirty="0"/>
              <a:t>: Modern tool usage </a:t>
            </a:r>
          </a:p>
          <a:p>
            <a:pPr algn="just"/>
            <a:r>
              <a:rPr lang="en-US" sz="2200" b="1" dirty="0"/>
              <a:t>PO6</a:t>
            </a:r>
            <a:r>
              <a:rPr lang="en-US" sz="2200" dirty="0"/>
              <a:t>: The engineer and society </a:t>
            </a:r>
          </a:p>
          <a:p>
            <a:pPr algn="just"/>
            <a:r>
              <a:rPr lang="en-US" sz="2200" b="1" dirty="0"/>
              <a:t>PO7</a:t>
            </a:r>
            <a:r>
              <a:rPr lang="en-US" sz="2200" dirty="0"/>
              <a:t>: Environment and sustainability </a:t>
            </a:r>
          </a:p>
          <a:p>
            <a:pPr algn="just"/>
            <a:r>
              <a:rPr lang="en-US" sz="2200" b="1" dirty="0"/>
              <a:t>PO8</a:t>
            </a:r>
            <a:r>
              <a:rPr lang="en-US" sz="2200" dirty="0"/>
              <a:t>: Ethics </a:t>
            </a:r>
          </a:p>
          <a:p>
            <a:pPr algn="just"/>
            <a:r>
              <a:rPr lang="en-US" sz="2200" b="1" dirty="0"/>
              <a:t>PO9</a:t>
            </a:r>
            <a:r>
              <a:rPr lang="en-US" sz="2200" dirty="0"/>
              <a:t>: Individual and team work</a:t>
            </a:r>
          </a:p>
          <a:p>
            <a:pPr algn="just"/>
            <a:r>
              <a:rPr lang="en-US" sz="2200" b="1" dirty="0"/>
              <a:t>PO10</a:t>
            </a:r>
            <a:r>
              <a:rPr lang="en-US" sz="2200" dirty="0"/>
              <a:t>: Communication </a:t>
            </a:r>
          </a:p>
          <a:p>
            <a:pPr algn="just"/>
            <a:r>
              <a:rPr lang="en-US" sz="2200" b="1" dirty="0"/>
              <a:t>PO11</a:t>
            </a:r>
            <a:r>
              <a:rPr lang="en-US" sz="2200" dirty="0"/>
              <a:t>: Project management and finance </a:t>
            </a:r>
          </a:p>
          <a:p>
            <a:pPr algn="just"/>
            <a:r>
              <a:rPr lang="en-US" sz="2200" b="1" dirty="0"/>
              <a:t>PO12</a:t>
            </a:r>
            <a:r>
              <a:rPr lang="en-US" sz="2200" dirty="0"/>
              <a:t>: Life-long learning</a:t>
            </a:r>
          </a:p>
          <a:p>
            <a:pPr algn="just" eaLnBrk="1" hangingPunct="1"/>
            <a:endParaRPr lang="en-US" dirty="0"/>
          </a:p>
        </p:txBody>
      </p:sp>
      <p:sp>
        <p:nvSpPr>
          <p:cNvPr id="4" name="Date Placeholder 3"/>
          <p:cNvSpPr>
            <a:spLocks noGrp="1"/>
          </p:cNvSpPr>
          <p:nvPr>
            <p:ph type="dt" sz="quarter" idx="10"/>
          </p:nvPr>
        </p:nvSpPr>
        <p:spPr/>
        <p:txBody>
          <a:bodyPr/>
          <a:lstStyle/>
          <a:p>
            <a:pPr>
              <a:defRPr/>
            </a:pPr>
            <a:fld id="{73DE8D65-B115-4029-9375-9C26C2F68A14}"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1D556D34-6B30-4C79-8893-6DB58EC2895D}" type="slidenum">
              <a:rPr lang="en-US"/>
              <a:pPr>
                <a:defRPr/>
              </a:pPr>
              <a:t>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Program Outcomes (PO)</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40B4FF1-DFF9-45C3-A1CB-E651CB12AE16}"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16DD197B-EEE9-49DA-9F1A-939B05E14F1D}" type="slidenum">
              <a:rPr lang="en-US"/>
              <a:pPr>
                <a:defRPr/>
              </a:pPr>
              <a:t>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CO-PO Mapping</a:t>
            </a:r>
          </a:p>
        </p:txBody>
      </p:sp>
      <p:sp>
        <p:nvSpPr>
          <p:cNvPr id="11"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3032300533"/>
              </p:ext>
            </p:extLst>
          </p:nvPr>
        </p:nvGraphicFramePr>
        <p:xfrm>
          <a:off x="457198" y="1447802"/>
          <a:ext cx="8229603" cy="3491197"/>
        </p:xfrm>
        <a:graphic>
          <a:graphicData uri="http://schemas.openxmlformats.org/drawingml/2006/table">
            <a:tbl>
              <a:tblPr firstRow="1" firstCol="1" bandRow="1">
                <a:tableStyleId>{21E4AEA4-8DFA-4A89-87EB-49C32662AFE0}</a:tableStyleId>
              </a:tblPr>
              <a:tblGrid>
                <a:gridCol w="391692">
                  <a:extLst>
                    <a:ext uri="{9D8B030D-6E8A-4147-A177-3AD203B41FA5}">
                      <a16:colId xmlns:a16="http://schemas.microsoft.com/office/drawing/2014/main" val="1007727696"/>
                    </a:ext>
                  </a:extLst>
                </a:gridCol>
                <a:gridCol w="1381916">
                  <a:extLst>
                    <a:ext uri="{9D8B030D-6E8A-4147-A177-3AD203B41FA5}">
                      <a16:colId xmlns:a16="http://schemas.microsoft.com/office/drawing/2014/main" val="3923244167"/>
                    </a:ext>
                  </a:extLst>
                </a:gridCol>
                <a:gridCol w="515470">
                  <a:extLst>
                    <a:ext uri="{9D8B030D-6E8A-4147-A177-3AD203B41FA5}">
                      <a16:colId xmlns:a16="http://schemas.microsoft.com/office/drawing/2014/main" val="897677703"/>
                    </a:ext>
                  </a:extLst>
                </a:gridCol>
                <a:gridCol w="526056">
                  <a:extLst>
                    <a:ext uri="{9D8B030D-6E8A-4147-A177-3AD203B41FA5}">
                      <a16:colId xmlns:a16="http://schemas.microsoft.com/office/drawing/2014/main" val="1631894674"/>
                    </a:ext>
                  </a:extLst>
                </a:gridCol>
                <a:gridCol w="526056">
                  <a:extLst>
                    <a:ext uri="{9D8B030D-6E8A-4147-A177-3AD203B41FA5}">
                      <a16:colId xmlns:a16="http://schemas.microsoft.com/office/drawing/2014/main" val="1653339392"/>
                    </a:ext>
                  </a:extLst>
                </a:gridCol>
                <a:gridCol w="526056">
                  <a:extLst>
                    <a:ext uri="{9D8B030D-6E8A-4147-A177-3AD203B41FA5}">
                      <a16:colId xmlns:a16="http://schemas.microsoft.com/office/drawing/2014/main" val="582604335"/>
                    </a:ext>
                  </a:extLst>
                </a:gridCol>
                <a:gridCol w="526056">
                  <a:extLst>
                    <a:ext uri="{9D8B030D-6E8A-4147-A177-3AD203B41FA5}">
                      <a16:colId xmlns:a16="http://schemas.microsoft.com/office/drawing/2014/main" val="3820409282"/>
                    </a:ext>
                  </a:extLst>
                </a:gridCol>
                <a:gridCol w="526056">
                  <a:extLst>
                    <a:ext uri="{9D8B030D-6E8A-4147-A177-3AD203B41FA5}">
                      <a16:colId xmlns:a16="http://schemas.microsoft.com/office/drawing/2014/main" val="3483988434"/>
                    </a:ext>
                  </a:extLst>
                </a:gridCol>
                <a:gridCol w="526056">
                  <a:extLst>
                    <a:ext uri="{9D8B030D-6E8A-4147-A177-3AD203B41FA5}">
                      <a16:colId xmlns:a16="http://schemas.microsoft.com/office/drawing/2014/main" val="1095071462"/>
                    </a:ext>
                  </a:extLst>
                </a:gridCol>
                <a:gridCol w="526056">
                  <a:extLst>
                    <a:ext uri="{9D8B030D-6E8A-4147-A177-3AD203B41FA5}">
                      <a16:colId xmlns:a16="http://schemas.microsoft.com/office/drawing/2014/main" val="625770369"/>
                    </a:ext>
                  </a:extLst>
                </a:gridCol>
                <a:gridCol w="526056">
                  <a:extLst>
                    <a:ext uri="{9D8B030D-6E8A-4147-A177-3AD203B41FA5}">
                      <a16:colId xmlns:a16="http://schemas.microsoft.com/office/drawing/2014/main" val="779927508"/>
                    </a:ext>
                  </a:extLst>
                </a:gridCol>
                <a:gridCol w="577359">
                  <a:extLst>
                    <a:ext uri="{9D8B030D-6E8A-4147-A177-3AD203B41FA5}">
                      <a16:colId xmlns:a16="http://schemas.microsoft.com/office/drawing/2014/main" val="855761513"/>
                    </a:ext>
                  </a:extLst>
                </a:gridCol>
                <a:gridCol w="577359">
                  <a:extLst>
                    <a:ext uri="{9D8B030D-6E8A-4147-A177-3AD203B41FA5}">
                      <a16:colId xmlns:a16="http://schemas.microsoft.com/office/drawing/2014/main" val="1134668578"/>
                    </a:ext>
                  </a:extLst>
                </a:gridCol>
                <a:gridCol w="577359">
                  <a:extLst>
                    <a:ext uri="{9D8B030D-6E8A-4147-A177-3AD203B41FA5}">
                      <a16:colId xmlns:a16="http://schemas.microsoft.com/office/drawing/2014/main" val="2962132672"/>
                    </a:ext>
                  </a:extLst>
                </a:gridCol>
              </a:tblGrid>
              <a:tr h="853024">
                <a:tc>
                  <a:txBody>
                    <a:bodyPr/>
                    <a:lstStyle/>
                    <a:p>
                      <a:pPr marL="0" marR="0">
                        <a:lnSpc>
                          <a:spcPct val="115000"/>
                        </a:lnSpc>
                        <a:spcBef>
                          <a:spcPts val="0"/>
                        </a:spcBef>
                        <a:spcAft>
                          <a:spcPts val="0"/>
                        </a:spcAft>
                      </a:pPr>
                      <a:r>
                        <a:rPr lang="en-US" sz="1100">
                          <a:effectLst/>
                        </a:rPr>
                        <a:t>Sr. No</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Course  Outcome</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PO2</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PO3</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PO4</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PO5</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PO6</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PO7</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PO8</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PO9</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PO10</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nSpc>
                          <a:spcPct val="115000"/>
                        </a:lnSpc>
                        <a:spcBef>
                          <a:spcPts val="0"/>
                        </a:spcBef>
                        <a:spcAft>
                          <a:spcPts val="0"/>
                        </a:spcAft>
                      </a:pPr>
                      <a:r>
                        <a:rPr lang="en-US" sz="1100">
                          <a:effectLst/>
                        </a:rPr>
                        <a:t>PO12</a:t>
                      </a:r>
                      <a:endParaRPr lang="en-US" sz="11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084030504"/>
                  </a:ext>
                </a:extLst>
              </a:tr>
              <a:tr h="317012">
                <a:tc>
                  <a:txBody>
                    <a:bodyPr/>
                    <a:lstStyle/>
                    <a:p>
                      <a:pPr marL="0" marR="0" algn="ctr">
                        <a:lnSpc>
                          <a:spcPct val="11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spcBef>
                          <a:spcPts val="0"/>
                        </a:spcBef>
                        <a:spcAft>
                          <a:spcPts val="0"/>
                        </a:spcAft>
                      </a:pPr>
                      <a:r>
                        <a:rPr lang="en-US" sz="1600">
                          <a:effectLst/>
                        </a:rPr>
                        <a:t>ACSE0504.1</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888926922"/>
                  </a:ext>
                </a:extLst>
              </a:tr>
              <a:tr h="442271">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ACSE0504.2</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372530342"/>
                  </a:ext>
                </a:extLst>
              </a:tr>
              <a:tr h="426004">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indent="11430" algn="ctr">
                        <a:lnSpc>
                          <a:spcPct val="150000"/>
                        </a:lnSpc>
                        <a:spcBef>
                          <a:spcPts val="0"/>
                        </a:spcBef>
                        <a:spcAft>
                          <a:spcPts val="0"/>
                        </a:spcAft>
                      </a:pPr>
                      <a:r>
                        <a:rPr lang="en-US" sz="1600">
                          <a:effectLst/>
                        </a:rPr>
                        <a:t>ACSE0504.3</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65908449"/>
                  </a:ext>
                </a:extLst>
              </a:tr>
              <a:tr h="426004">
                <a:tc>
                  <a:txBody>
                    <a:bodyPr/>
                    <a:lstStyle/>
                    <a:p>
                      <a:pPr marL="0" marR="0" algn="ctr">
                        <a:lnSpc>
                          <a:spcPct val="115000"/>
                        </a:lnSpc>
                        <a:spcBef>
                          <a:spcPts val="0"/>
                        </a:spcBef>
                        <a:spcAft>
                          <a:spcPts val="0"/>
                        </a:spcAft>
                      </a:pPr>
                      <a:r>
                        <a:rPr lang="en-US" sz="14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a:t>
                      </a:r>
                      <a:r>
                        <a:rPr lang="en-US" sz="1400">
                          <a:effectLst/>
                        </a:rPr>
                        <a:t>504</a:t>
                      </a:r>
                      <a:r>
                        <a:rPr lang="en-US" sz="16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808205729"/>
                  </a:ext>
                </a:extLst>
              </a:tr>
              <a:tr h="442271">
                <a:tc>
                  <a:txBody>
                    <a:bodyPr/>
                    <a:lstStyle/>
                    <a:p>
                      <a:pPr marL="0" marR="0" algn="ctr">
                        <a:lnSpc>
                          <a:spcPct val="11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a:t>
                      </a:r>
                      <a:r>
                        <a:rPr lang="en-US" sz="1400">
                          <a:effectLst/>
                        </a:rPr>
                        <a:t>504</a:t>
                      </a:r>
                      <a:r>
                        <a:rPr lang="en-US" sz="16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82942045"/>
                  </a:ext>
                </a:extLst>
              </a:tr>
              <a:tr h="584611">
                <a:tc>
                  <a:txBody>
                    <a:bodyPr/>
                    <a:lstStyle/>
                    <a:p>
                      <a:pPr marL="0" marR="0" algn="ctr">
                        <a:lnSpc>
                          <a:spcPct val="115000"/>
                        </a:lnSpc>
                        <a:spcBef>
                          <a:spcPts val="0"/>
                        </a:spcBef>
                        <a:spcAft>
                          <a:spcPts val="0"/>
                        </a:spcAft>
                      </a:pPr>
                      <a:r>
                        <a:rPr lang="en-US" sz="1400">
                          <a:effectLst/>
                        </a:rPr>
                        <a:t>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Average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.8</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dirty="0">
                          <a:effectLst/>
                        </a:rPr>
                        <a:t>2</a:t>
                      </a:r>
                      <a:endParaRPr lang="en-US" sz="1400" dirty="0">
                        <a:effectLst/>
                        <a:latin typeface="Calibri" panose="020F0502020204030204" pitchFamily="34" charset="0"/>
                        <a:ea typeface="Calibri" panose="020F0502020204030204" pitchFamily="34" charset="0"/>
                        <a:cs typeface="Mangal"/>
                      </a:endParaRPr>
                    </a:p>
                  </a:txBody>
                  <a:tcPr marL="68580" marR="68580" marT="0" marB="0" anchor="b"/>
                </a:tc>
                <a:extLst>
                  <a:ext uri="{0D108BD9-81ED-4DB2-BD59-A6C34878D82A}">
                    <a16:rowId xmlns:a16="http://schemas.microsoft.com/office/drawing/2014/main" val="204185059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228600" y="914400"/>
            <a:ext cx="8686800" cy="5410199"/>
          </a:xfrm>
        </p:spPr>
        <p:txBody>
          <a:bodyPr>
            <a:normAutofit lnSpcReduction="10000"/>
          </a:bodyPr>
          <a:lstStyle/>
          <a:p>
            <a:pPr algn="just" fontAlgn="base"/>
            <a:r>
              <a:rPr lang="en-US" sz="2400" b="1" dirty="0"/>
              <a:t>PSO1: </a:t>
            </a:r>
            <a:r>
              <a:rPr lang="en-US" sz="2200" dirty="0"/>
              <a:t>The ability to identify, analyze real world problems and design their ethical solutions using artificial intelligence, robotics, virtual/augmented reality, data analytics, block chain technology, and cloud computing.</a:t>
            </a:r>
          </a:p>
          <a:p>
            <a:pPr algn="just"/>
            <a:r>
              <a:rPr lang="en-US" sz="2400" b="1" dirty="0"/>
              <a:t> </a:t>
            </a:r>
            <a:endParaRPr lang="en-US" sz="2400" dirty="0"/>
          </a:p>
          <a:p>
            <a:pPr algn="just" fontAlgn="base"/>
            <a:r>
              <a:rPr lang="en-US" sz="2400" b="1" dirty="0"/>
              <a:t>PSO2: </a:t>
            </a:r>
            <a:r>
              <a:rPr lang="en-US" sz="2200" dirty="0"/>
              <a:t>The ability to design and develop the hardware sensor devices and related interfacing software systems for solving complex engineering problems.</a:t>
            </a:r>
          </a:p>
          <a:p>
            <a:pPr algn="just"/>
            <a:endParaRPr lang="en-US" sz="2400" dirty="0"/>
          </a:p>
          <a:p>
            <a:pPr algn="just" fontAlgn="base"/>
            <a:r>
              <a:rPr lang="en-US" sz="2400" b="1" dirty="0"/>
              <a:t>PSO </a:t>
            </a:r>
            <a:r>
              <a:rPr lang="en-US" sz="2000" b="1" dirty="0"/>
              <a:t>3</a:t>
            </a:r>
            <a:r>
              <a:rPr lang="en-US" sz="1700" b="1" dirty="0"/>
              <a:t>:</a:t>
            </a:r>
            <a:r>
              <a:rPr lang="en-US" sz="2200" dirty="0"/>
              <a:t>The ability to understand inter-disciplinary computing techniques and to apply them in the design of advanced computing.</a:t>
            </a:r>
          </a:p>
          <a:p>
            <a:pPr algn="just"/>
            <a:endParaRPr lang="en-US" sz="2400" b="1" dirty="0"/>
          </a:p>
          <a:p>
            <a:pPr algn="just" fontAlgn="base"/>
            <a:r>
              <a:rPr lang="en-US" sz="2400" b="1" dirty="0"/>
              <a:t>PSO 4:</a:t>
            </a:r>
            <a:r>
              <a:rPr lang="en-US" sz="2200" dirty="0"/>
              <a:t>The ability to conduct investigation of complex problems with the help of technical, managerial, leadership qualities, and modern engineering tools provided by industry-sponsored laboratories.</a:t>
            </a:r>
          </a:p>
          <a:p>
            <a:endParaRPr lang="en-US" dirty="0"/>
          </a:p>
        </p:txBody>
      </p:sp>
      <p:sp>
        <p:nvSpPr>
          <p:cNvPr id="4" name="Date Placeholder 3"/>
          <p:cNvSpPr>
            <a:spLocks noGrp="1"/>
          </p:cNvSpPr>
          <p:nvPr>
            <p:ph type="dt" sz="quarter" idx="10"/>
          </p:nvPr>
        </p:nvSpPr>
        <p:spPr/>
        <p:txBody>
          <a:bodyPr/>
          <a:lstStyle/>
          <a:p>
            <a:pPr>
              <a:defRPr/>
            </a:pPr>
            <a:fld id="{B0478C76-0C4D-42A8-97F0-A5065A6C23C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1D556D34-6B30-4C79-8893-6DB58EC2895D}" type="slidenum">
              <a:rPr lang="en-US"/>
              <a:pPr>
                <a:defRPr/>
              </a:pPr>
              <a:t>10</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Program Specific Outcomes (PSO)</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6F451A1-D2F6-47F6-B917-9C9808EF959E}"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B3DBC18E-805D-4B5F-8B5A-56FD1E791A67}" type="slidenum">
              <a:rPr lang="en-US"/>
              <a:pPr>
                <a:defRPr/>
              </a:pPr>
              <a:t>11</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CO-PSO Mapping</a:t>
            </a:r>
          </a:p>
        </p:txBody>
      </p:sp>
      <p:sp>
        <p:nvSpPr>
          <p:cNvPr id="11"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1937345234"/>
              </p:ext>
            </p:extLst>
          </p:nvPr>
        </p:nvGraphicFramePr>
        <p:xfrm>
          <a:off x="1295400" y="1981200"/>
          <a:ext cx="6705601" cy="2524093"/>
        </p:xfrm>
        <a:graphic>
          <a:graphicData uri="http://schemas.openxmlformats.org/drawingml/2006/table">
            <a:tbl>
              <a:tblPr firstRow="1" firstCol="1" bandRow="1">
                <a:tableStyleId>{21E4AEA4-8DFA-4A89-87EB-49C32662AFE0}</a:tableStyleId>
              </a:tblPr>
              <a:tblGrid>
                <a:gridCol w="2084081">
                  <a:extLst>
                    <a:ext uri="{9D8B030D-6E8A-4147-A177-3AD203B41FA5}">
                      <a16:colId xmlns:a16="http://schemas.microsoft.com/office/drawing/2014/main" val="2915474242"/>
                    </a:ext>
                  </a:extLst>
                </a:gridCol>
                <a:gridCol w="1155380">
                  <a:extLst>
                    <a:ext uri="{9D8B030D-6E8A-4147-A177-3AD203B41FA5}">
                      <a16:colId xmlns:a16="http://schemas.microsoft.com/office/drawing/2014/main" val="120441183"/>
                    </a:ext>
                  </a:extLst>
                </a:gridCol>
                <a:gridCol w="1155380">
                  <a:extLst>
                    <a:ext uri="{9D8B030D-6E8A-4147-A177-3AD203B41FA5}">
                      <a16:colId xmlns:a16="http://schemas.microsoft.com/office/drawing/2014/main" val="3337413049"/>
                    </a:ext>
                  </a:extLst>
                </a:gridCol>
                <a:gridCol w="1155380">
                  <a:extLst>
                    <a:ext uri="{9D8B030D-6E8A-4147-A177-3AD203B41FA5}">
                      <a16:colId xmlns:a16="http://schemas.microsoft.com/office/drawing/2014/main" val="2639443687"/>
                    </a:ext>
                  </a:extLst>
                </a:gridCol>
                <a:gridCol w="1155380">
                  <a:extLst>
                    <a:ext uri="{9D8B030D-6E8A-4147-A177-3AD203B41FA5}">
                      <a16:colId xmlns:a16="http://schemas.microsoft.com/office/drawing/2014/main" val="3677209472"/>
                    </a:ext>
                  </a:extLst>
                </a:gridCol>
              </a:tblGrid>
              <a:tr h="364932">
                <a:tc>
                  <a:txBody>
                    <a:bodyPr/>
                    <a:lstStyle/>
                    <a:p>
                      <a:pPr marL="0" marR="0" algn="just">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PSO2</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PSO3</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15000"/>
                        </a:lnSpc>
                        <a:spcBef>
                          <a:spcPts val="0"/>
                        </a:spcBef>
                        <a:spcAft>
                          <a:spcPts val="0"/>
                        </a:spcAft>
                      </a:pPr>
                      <a:r>
                        <a:rPr lang="en-US" sz="1200">
                          <a:effectLst/>
                        </a:rPr>
                        <a:t>PSO4</a:t>
                      </a:r>
                      <a:endParaRPr lang="en-US" sz="11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302935866"/>
                  </a:ext>
                </a:extLst>
              </a:tr>
              <a:tr h="364932">
                <a:tc>
                  <a:txBody>
                    <a:bodyPr/>
                    <a:lstStyle/>
                    <a:p>
                      <a:pPr marL="0" marR="0">
                        <a:lnSpc>
                          <a:spcPct val="115000"/>
                        </a:lnSpc>
                        <a:spcBef>
                          <a:spcPts val="0"/>
                        </a:spcBef>
                        <a:spcAft>
                          <a:spcPts val="0"/>
                        </a:spcAft>
                      </a:pPr>
                      <a:r>
                        <a:rPr lang="en-US" sz="1200">
                          <a:effectLst/>
                        </a:rPr>
                        <a:t>ACSE0504.1</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004335546"/>
                  </a:ext>
                </a:extLst>
              </a:tr>
              <a:tr h="364932">
                <a:tc>
                  <a:txBody>
                    <a:bodyPr/>
                    <a:lstStyle/>
                    <a:p>
                      <a:pPr marL="0" marR="0">
                        <a:lnSpc>
                          <a:spcPct val="115000"/>
                        </a:lnSpc>
                        <a:spcBef>
                          <a:spcPts val="0"/>
                        </a:spcBef>
                        <a:spcAft>
                          <a:spcPts val="0"/>
                        </a:spcAft>
                      </a:pPr>
                      <a:r>
                        <a:rPr lang="en-US" sz="1200">
                          <a:effectLst/>
                        </a:rPr>
                        <a:t>ACSE0504.2</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050182645"/>
                  </a:ext>
                </a:extLst>
              </a:tr>
              <a:tr h="364932">
                <a:tc>
                  <a:txBody>
                    <a:bodyPr/>
                    <a:lstStyle/>
                    <a:p>
                      <a:pPr marL="0" marR="0">
                        <a:lnSpc>
                          <a:spcPct val="115000"/>
                        </a:lnSpc>
                        <a:spcBef>
                          <a:spcPts val="0"/>
                        </a:spcBef>
                        <a:spcAft>
                          <a:spcPts val="0"/>
                        </a:spcAft>
                      </a:pPr>
                      <a:r>
                        <a:rPr lang="en-US" sz="1200">
                          <a:effectLst/>
                        </a:rPr>
                        <a:t>ACSE0504.3</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085614365"/>
                  </a:ext>
                </a:extLst>
              </a:tr>
              <a:tr h="364932">
                <a:tc>
                  <a:txBody>
                    <a:bodyPr/>
                    <a:lstStyle/>
                    <a:p>
                      <a:pPr marL="0" marR="0">
                        <a:lnSpc>
                          <a:spcPct val="115000"/>
                        </a:lnSpc>
                        <a:spcBef>
                          <a:spcPts val="0"/>
                        </a:spcBef>
                        <a:spcAft>
                          <a:spcPts val="0"/>
                        </a:spcAft>
                      </a:pPr>
                      <a:r>
                        <a:rPr lang="en-US" sz="1200">
                          <a:effectLst/>
                        </a:rPr>
                        <a:t>ACSE0504.4</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024562650"/>
                  </a:ext>
                </a:extLst>
              </a:tr>
              <a:tr h="364932">
                <a:tc>
                  <a:txBody>
                    <a:bodyPr/>
                    <a:lstStyle/>
                    <a:p>
                      <a:pPr marL="0" marR="0">
                        <a:lnSpc>
                          <a:spcPct val="115000"/>
                        </a:lnSpc>
                        <a:spcBef>
                          <a:spcPts val="0"/>
                        </a:spcBef>
                        <a:spcAft>
                          <a:spcPts val="0"/>
                        </a:spcAft>
                      </a:pPr>
                      <a:r>
                        <a:rPr lang="en-US" sz="1200">
                          <a:effectLst/>
                        </a:rPr>
                        <a:t>ACSE0504.5</a:t>
                      </a:r>
                      <a:endParaRPr lang="en-US"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996370235"/>
                  </a:ext>
                </a:extLst>
              </a:tr>
              <a:tr h="334501">
                <a:tc>
                  <a:txBody>
                    <a:bodyPr/>
                    <a:lstStyle/>
                    <a:p>
                      <a:pPr marL="0" marR="0">
                        <a:lnSpc>
                          <a:spcPct val="115000"/>
                        </a:lnSpc>
                        <a:spcBef>
                          <a:spcPts val="0"/>
                        </a:spcBef>
                        <a:spcAft>
                          <a:spcPts val="0"/>
                        </a:spcAft>
                      </a:pPr>
                      <a:r>
                        <a:rPr lang="en-US" sz="1100" dirty="0">
                          <a:effectLst/>
                        </a:rPr>
                        <a:t>Average</a:t>
                      </a:r>
                      <a:endParaRPr lang="en-US"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2.2</a:t>
                      </a:r>
                      <a:endParaRPr lang="en-US" sz="16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2.8</a:t>
                      </a:r>
                      <a:endParaRPr lang="en-US" sz="16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Mangal"/>
                      </a:endParaRPr>
                    </a:p>
                  </a:txBody>
                  <a:tcPr marL="68580" marR="68580" marT="0" marB="0" anchor="b"/>
                </a:tc>
                <a:extLst>
                  <a:ext uri="{0D108BD9-81ED-4DB2-BD59-A6C34878D82A}">
                    <a16:rowId xmlns:a16="http://schemas.microsoft.com/office/drawing/2014/main" val="157596747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304800" y="1214438"/>
            <a:ext cx="8534400" cy="4271962"/>
          </a:xfrm>
        </p:spPr>
        <p:txBody>
          <a:bodyPr>
            <a:normAutofit lnSpcReduction="10000"/>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 to support entrepreneurial endeavors and to face global challenges.</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 successful professional career as engineer, scientist, entrepreneur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1719417F-C8A4-408C-ABE8-01153A6027D5}"/>
              </a:ext>
            </a:extLst>
          </p:cNvPr>
          <p:cNvSpPr txBox="1">
            <a:spLocks noGrp="1"/>
          </p:cNvSpPr>
          <p:nvPr>
            <p:ph type="title"/>
          </p:nvPr>
        </p:nvSpPr>
        <p:spPr>
          <a:xfrm>
            <a:off x="1447800" y="0"/>
            <a:ext cx="7696200" cy="714375"/>
          </a:xfrm>
        </p:spPr>
        <p:style>
          <a:lnRef idx="1">
            <a:schemeClr val="accent2"/>
          </a:lnRef>
          <a:fillRef idx="2">
            <a:schemeClr val="accent2"/>
          </a:fillRef>
          <a:effectRef idx="1">
            <a:schemeClr val="accent2"/>
          </a:effectRef>
          <a:fontRef idx="minor">
            <a:schemeClr val="dk1"/>
          </a:fontRef>
        </p:style>
        <p:txBody>
          <a:bodyPr lIns="91440" tIns="45720" rIns="91440" bIns="45720" rtlCol="0"/>
          <a:lstStyle/>
          <a:p>
            <a:pPr eaLnBrk="1" fontAlgn="auto" hangingPunct="1">
              <a:spcBef>
                <a:spcPct val="0"/>
              </a:spcBef>
              <a:buClrTx/>
              <a:buSzTx/>
              <a:buFontTx/>
              <a:buNone/>
              <a:defRPr/>
            </a:pPr>
            <a:r>
              <a:rPr lang="en-US" sz="2800" b="1" dirty="0">
                <a:latin typeface="Times New Roman" pitchFamily="18" charset="0"/>
                <a:cs typeface="Times New Roman" pitchFamily="18" charset="0"/>
                <a:sym typeface="Arial" charset="0"/>
              </a:rPr>
              <a:t>Program Educational Objectives</a:t>
            </a:r>
            <a:endParaRPr lang="en-US" sz="2800" b="1" kern="1200" dirty="0">
              <a:latin typeface="Times New Roman" pitchFamily="18" charset="0"/>
              <a:cs typeface="Times New Roman" pitchFamily="18" charset="0"/>
              <a:sym typeface="Arial" charset="0"/>
            </a:endParaRPr>
          </a:p>
        </p:txBody>
      </p:sp>
      <p:sp>
        <p:nvSpPr>
          <p:cNvPr id="51205" name="Footer Placeholder 4">
            <a:extLst>
              <a:ext uri="{FF2B5EF4-FFF2-40B4-BE49-F238E27FC236}">
                <a16:creationId xmlns:a16="http://schemas.microsoft.com/office/drawing/2014/main" id="{E06A0733-3464-4B1A-8891-1F50800773C0}"/>
              </a:ext>
            </a:extLst>
          </p:cNvPr>
          <p:cNvSpPr>
            <a:spLocks noGrp="1"/>
          </p:cNvSpPr>
          <p:nvPr>
            <p:ph type="ftr" sz="quarter" idx="12"/>
          </p:nvPr>
        </p:nvSpPr>
        <p:spPr>
          <a:xfrm>
            <a:off x="2514600" y="6356350"/>
            <a:ext cx="41910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1206" name="Slide Number Placeholder 8">
            <a:extLst>
              <a:ext uri="{FF2B5EF4-FFF2-40B4-BE49-F238E27FC236}">
                <a16:creationId xmlns:a16="http://schemas.microsoft.com/office/drawing/2014/main" id="{4F201249-2C63-4BA2-81F9-CAB8A91173A3}"/>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1207" name="Date Placeholder 7">
            <a:extLst>
              <a:ext uri="{FF2B5EF4-FFF2-40B4-BE49-F238E27FC236}">
                <a16:creationId xmlns:a16="http://schemas.microsoft.com/office/drawing/2014/main" id="{A41018FE-3E90-4314-9132-DA54949E7A2B}"/>
              </a:ext>
            </a:extLst>
          </p:cNvPr>
          <p:cNvSpPr>
            <a:spLocks noGrp="1"/>
          </p:cNvSpPr>
          <p:nvPr>
            <p:ph type="dt" sz="quarter" idx="11"/>
          </p:nvPr>
        </p:nvSpPr>
        <p:spPr>
          <a:xfrm>
            <a:off x="-228600" y="6356350"/>
            <a:ext cx="3276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C3AAE3AD-094B-4260-89A9-1A050A7130CC}" type="datetime1">
              <a:rPr lang="en-US" altLang="en-US" sz="1200" smtClean="0">
                <a:solidFill>
                  <a:srgbClr val="888888"/>
                </a:solidFill>
                <a:latin typeface="Calibri" panose="020F0502020204030204" pitchFamily="34" charset="0"/>
                <a:sym typeface="Calibri" panose="020F0502020204030204" pitchFamily="34" charset="0"/>
              </a:rPr>
              <a:t>11/11/2024</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A8E83D7-607A-4080-925F-87D94BD4206E}"/>
              </a:ext>
            </a:extLst>
          </p:cNvPr>
          <p:cNvSpPr txBox="1">
            <a:spLocks noGrp="1"/>
          </p:cNvSpPr>
          <p:nvPr>
            <p:ph idx="1"/>
          </p:nvPr>
        </p:nvSpPr>
        <p:spPr>
          <a:xfrm>
            <a:off x="533400" y="1214438"/>
            <a:ext cx="8001000" cy="4729162"/>
          </a:xfrm>
        </p:spPr>
        <p:txBody>
          <a:bodyPr>
            <a:normAutofit/>
          </a:bodyPr>
          <a:lstStyle/>
          <a:p>
            <a:pPr algn="just">
              <a:spcBef>
                <a:spcPct val="0"/>
              </a:spcBef>
              <a:spcAft>
                <a:spcPct val="0"/>
              </a:spcAft>
              <a:buClr>
                <a:srgbClr val="000000"/>
              </a:buClr>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rPr>
              <a:t>Compiler Design :</a:t>
            </a:r>
          </a:p>
          <a:p>
            <a:pPr algn="just">
              <a:spcBef>
                <a:spcPct val="0"/>
              </a:spcBef>
              <a:spcAft>
                <a:spcPct val="0"/>
              </a:spcAft>
              <a:buClr>
                <a:srgbClr val="000000"/>
              </a:buClr>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rPr>
              <a:t>2022-2023 :   Section D :100%</a:t>
            </a:r>
          </a:p>
          <a:p>
            <a:pPr algn="just">
              <a:spcBef>
                <a:spcPct val="0"/>
              </a:spcBef>
              <a:spcAft>
                <a:spcPct val="0"/>
              </a:spcAft>
              <a:buClr>
                <a:srgbClr val="000000"/>
              </a:buClr>
              <a:buFont typeface="Arial" panose="020B0604020202020204" pitchFamily="34" charset="0"/>
              <a:buNone/>
            </a:pPr>
            <a:endParaRPr lang="en-IN" altLang="en-US" sz="24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rPr>
              <a:t>2023-2024 : Section A : 100%</a:t>
            </a:r>
          </a:p>
          <a:p>
            <a:pPr algn="just">
              <a:spcBef>
                <a:spcPct val="0"/>
              </a:spcBef>
              <a:spcAft>
                <a:spcPct val="0"/>
              </a:spcAft>
              <a:buClr>
                <a:srgbClr val="000000"/>
              </a:buClr>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rPr>
              <a:t>                     Section D : 100%</a:t>
            </a:r>
          </a:p>
        </p:txBody>
      </p:sp>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785938" y="0"/>
            <a:ext cx="7358062" cy="714375"/>
          </a:xfrm>
        </p:spPr>
        <p:style>
          <a:lnRef idx="1">
            <a:schemeClr val="accent2"/>
          </a:lnRef>
          <a:fillRef idx="2">
            <a:schemeClr val="accent2"/>
          </a:fillRef>
          <a:effectRef idx="1">
            <a:schemeClr val="accent2"/>
          </a:effectRef>
          <a:fontRef idx="minor">
            <a:schemeClr val="dk1"/>
          </a:fontRef>
        </p:style>
        <p:txBody>
          <a:bodyPr lIns="91440" tIns="45720" rIns="91440" bIns="45720" rtlCol="0"/>
          <a:lstStyle/>
          <a:p>
            <a:pPr eaLnBrk="1" fontAlgn="auto" hangingPunct="1">
              <a:spcBef>
                <a:spcPct val="0"/>
              </a:spcBef>
              <a:buClrTx/>
              <a:buSzTx/>
              <a:buFontTx/>
              <a:buNone/>
              <a:defRPr/>
            </a:pPr>
            <a:r>
              <a:rPr lang="en-US" sz="3200" kern="1200" dirty="0">
                <a:latin typeface="Times New Roman" pitchFamily="18" charset="0"/>
                <a:cs typeface="Times New Roman" pitchFamily="18" charset="0"/>
                <a:sym typeface="Arial" charset="0"/>
              </a:rPr>
              <a:t>Result Analysis</a:t>
            </a:r>
          </a:p>
        </p:txBody>
      </p:sp>
      <p:sp>
        <p:nvSpPr>
          <p:cNvPr id="52229" name="Footer Placeholder 4">
            <a:extLst>
              <a:ext uri="{FF2B5EF4-FFF2-40B4-BE49-F238E27FC236}">
                <a16:creationId xmlns:a16="http://schemas.microsoft.com/office/drawing/2014/main" id="{D13FEE09-441B-4F95-96A6-91181D72A552}"/>
              </a:ext>
            </a:extLst>
          </p:cNvPr>
          <p:cNvSpPr>
            <a:spLocks noGrp="1"/>
          </p:cNvSpPr>
          <p:nvPr>
            <p:ph type="ftr" sz="quarter" idx="12"/>
          </p:nvPr>
        </p:nvSpPr>
        <p:spPr>
          <a:xfrm>
            <a:off x="2514600" y="6356350"/>
            <a:ext cx="41910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52230" name="Slide Number Placeholder 8">
            <a:extLst>
              <a:ext uri="{FF2B5EF4-FFF2-40B4-BE49-F238E27FC236}">
                <a16:creationId xmlns:a16="http://schemas.microsoft.com/office/drawing/2014/main" id="{D79C5C8A-AFC2-4C7D-99A7-FECD9C2BCD46}"/>
              </a:ext>
            </a:extLst>
          </p:cNvPr>
          <p:cNvSpPr>
            <a:spLocks noGrp="1"/>
          </p:cNvSpPr>
          <p:nvPr>
            <p:ph type="sldNum" sz="quarter" idx="13"/>
          </p:nvPr>
        </p:nvSpPr>
        <p:spPr bwMode="auto">
          <a:xfrm>
            <a:off x="7239000" y="6320008"/>
            <a:ext cx="1651782"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13</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2231" name="Date Placeholder 7">
            <a:extLst>
              <a:ext uri="{FF2B5EF4-FFF2-40B4-BE49-F238E27FC236}">
                <a16:creationId xmlns:a16="http://schemas.microsoft.com/office/drawing/2014/main" id="{C9161480-6915-48B2-AA7C-B24B1C3239FE}"/>
              </a:ext>
            </a:extLst>
          </p:cNvPr>
          <p:cNvSpPr>
            <a:spLocks noGrp="1"/>
          </p:cNvSpPr>
          <p:nvPr>
            <p:ph type="dt" sz="quarter" idx="11"/>
          </p:nvPr>
        </p:nvSpPr>
        <p:spPr>
          <a:xfrm>
            <a:off x="838200" y="6356350"/>
            <a:ext cx="518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40155501-4607-48A4-9000-EDFA48D05D98}" type="datetime1">
              <a:rPr lang="en-US" altLang="en-US" sz="1200" smtClean="0">
                <a:solidFill>
                  <a:srgbClr val="888888"/>
                </a:solidFill>
                <a:latin typeface="Calibri" panose="020F0502020204030204" pitchFamily="34" charset="0"/>
                <a:sym typeface="Calibri" panose="020F0502020204030204" pitchFamily="34" charset="0"/>
              </a:rPr>
              <a:t>11/11/2024</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78FC4AF6-39D1-461D-927E-E33FEC9ED6F0}" type="datetime1">
              <a:rPr lang="en-US" altLang="en-US" sz="1200" smtClean="0">
                <a:solidFill>
                  <a:srgbClr val="888888"/>
                </a:solidFill>
                <a:latin typeface="Calibri" panose="020F0502020204030204" pitchFamily="34" charset="0"/>
                <a:sym typeface="Calibri" panose="020F0502020204030204" pitchFamily="34" charset="0"/>
              </a:rPr>
              <a:t>11/11/2024</a:t>
            </a:fld>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COMPILER DESIGN</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14</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21CBE45C-2C1F-48EE-B0DB-CB1CDD643226}" type="datetime1">
              <a:rPr lang="en-US" altLang="en-US" sz="1200" smtClean="0">
                <a:solidFill>
                  <a:srgbClr val="888888"/>
                </a:solidFill>
                <a:latin typeface="Calibri" panose="020F0502020204030204" pitchFamily="34" charset="0"/>
                <a:sym typeface="Calibri" panose="020F0502020204030204" pitchFamily="34" charset="0"/>
              </a:rPr>
              <a:t>11/11/2024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182880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15</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B83BFB42-B3A8-4B03-8E1A-59121C27B5A4}" type="datetime1">
              <a:rPr lang="en-US" altLang="en-US" sz="1200" smtClean="0">
                <a:solidFill>
                  <a:srgbClr val="888888"/>
                </a:solidFill>
                <a:latin typeface="Calibri" panose="020F0502020204030204" pitchFamily="34" charset="0"/>
                <a:sym typeface="Calibri" panose="020F0502020204030204" pitchFamily="34" charset="0"/>
              </a:rPr>
              <a:t>11/11/2024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-3</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Date Placeholder 3">
            <a:extLst>
              <a:ext uri="{FF2B5EF4-FFF2-40B4-BE49-F238E27FC236}">
                <a16:creationId xmlns:a16="http://schemas.microsoft.com/office/drawing/2014/main" id="{D9CF9955-9DE6-4E3A-999C-16EE3FBDC17E}"/>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3EAF69D8-238B-45AD-9456-1F97931D2829}" type="datetime1">
              <a:rPr lang="en-US" altLang="en-US" sz="1200" smtClean="0">
                <a:solidFill>
                  <a:srgbClr val="888888"/>
                </a:solidFill>
                <a:latin typeface="Calibri" panose="020F0502020204030204" pitchFamily="34" charset="0"/>
                <a:sym typeface="Calibri" panose="020F0502020204030204" pitchFamily="34" charset="0"/>
              </a:rPr>
              <a:t>11/11/2024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83838BA3-2FEE-41D2-9860-B0EA794D6130}"/>
              </a:ext>
            </a:extLst>
          </p:cNvPr>
          <p:cNvSpPr txBox="1">
            <a:spLocks/>
          </p:cNvSpPr>
          <p:nvPr/>
        </p:nvSpPr>
        <p:spPr>
          <a:xfrm>
            <a:off x="1371600" y="0"/>
            <a:ext cx="7543800" cy="946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6325" name="Rectangle 2">
            <a:extLst>
              <a:ext uri="{FF2B5EF4-FFF2-40B4-BE49-F238E27FC236}">
                <a16:creationId xmlns:a16="http://schemas.microsoft.com/office/drawing/2014/main" id="{11DD943F-E100-4221-AE1C-65C73F72658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6326" name="Content Placeholder 1">
            <a:extLst>
              <a:ext uri="{FF2B5EF4-FFF2-40B4-BE49-F238E27FC236}">
                <a16:creationId xmlns:a16="http://schemas.microsoft.com/office/drawing/2014/main" id="{850CB3C4-0DF1-4372-9344-D7C63EF877C2}"/>
              </a:ext>
            </a:extLst>
          </p:cNvPr>
          <p:cNvSpPr txBox="1">
            <a:spLocks noGrp="1"/>
          </p:cNvSpPr>
          <p:nvPr>
            <p:ph idx="1"/>
          </p:nvPr>
        </p:nvSpPr>
        <p:spPr>
          <a:xfrm>
            <a:off x="457200" y="1225550"/>
            <a:ext cx="8229600" cy="4754563"/>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7.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35F2DE29-FA94-4512-9656-1413A399A757}"/>
              </a:ext>
            </a:extLst>
          </p:cNvPr>
          <p:cNvGraphicFramePr>
            <a:graphicFrameLocks noGrp="1"/>
          </p:cNvGraphicFramePr>
          <p:nvPr/>
        </p:nvGraphicFramePr>
        <p:xfrm>
          <a:off x="850900" y="1985963"/>
          <a:ext cx="7829550" cy="1371600"/>
        </p:xfrm>
        <a:graphic>
          <a:graphicData uri="http://schemas.openxmlformats.org/drawingml/2006/table">
            <a:tbl>
              <a:tblPr firstRow="1" bandRow="1">
                <a:tableStyleId>{5C22544A-7EE6-4342-B048-85BDC9FD1C3A}</a:tableStyleId>
              </a:tblPr>
              <a:tblGrid>
                <a:gridCol w="903410">
                  <a:extLst>
                    <a:ext uri="{9D8B030D-6E8A-4147-A177-3AD203B41FA5}">
                      <a16:colId xmlns:a16="http://schemas.microsoft.com/office/drawing/2014/main" val="20000"/>
                    </a:ext>
                  </a:extLst>
                </a:gridCol>
                <a:gridCol w="5269890">
                  <a:extLst>
                    <a:ext uri="{9D8B030D-6E8A-4147-A177-3AD203B41FA5}">
                      <a16:colId xmlns:a16="http://schemas.microsoft.com/office/drawing/2014/main" val="20001"/>
                    </a:ext>
                  </a:extLst>
                </a:gridCol>
                <a:gridCol w="828125">
                  <a:extLst>
                    <a:ext uri="{9D8B030D-6E8A-4147-A177-3AD203B41FA5}">
                      <a16:colId xmlns:a16="http://schemas.microsoft.com/office/drawing/2014/main" val="20002"/>
                    </a:ext>
                  </a:extLst>
                </a:gridCol>
                <a:gridCol w="828125">
                  <a:extLst>
                    <a:ext uri="{9D8B030D-6E8A-4147-A177-3AD203B41FA5}">
                      <a16:colId xmlns:a16="http://schemas.microsoft.com/office/drawing/2014/main" val="20003"/>
                    </a:ext>
                  </a:extLst>
                </a:gridCol>
              </a:tblGrid>
              <a:tr h="640112">
                <a:tc>
                  <a:txBody>
                    <a:bodyPr/>
                    <a:lstStyle/>
                    <a:p>
                      <a:r>
                        <a:rPr lang="en-IN" sz="1800" dirty="0" err="1">
                          <a:solidFill>
                            <a:schemeClr val="tx1"/>
                          </a:solidFill>
                        </a:rPr>
                        <a:t>Q.No</a:t>
                      </a:r>
                      <a:r>
                        <a:rPr lang="en-IN" sz="1800" dirty="0">
                          <a:solidFill>
                            <a:schemeClr val="tx1"/>
                          </a:solidFill>
                        </a:rPr>
                        <a:t>.</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44">
                <a:tc>
                  <a:txBody>
                    <a:bodyPr/>
                    <a:lstStyle/>
                    <a:p>
                      <a:r>
                        <a:rPr lang="en-IN" sz="1800" dirty="0"/>
                        <a:t>1</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44">
                <a:tc>
                  <a:txBody>
                    <a:bodyPr/>
                    <a:lstStyle/>
                    <a:p>
                      <a:r>
                        <a:rPr lang="en-IN" sz="1800" dirty="0"/>
                        <a:t>2</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6349" name="Slide Number Placeholder 10">
            <a:extLst>
              <a:ext uri="{FF2B5EF4-FFF2-40B4-BE49-F238E27FC236}">
                <a16:creationId xmlns:a16="http://schemas.microsoft.com/office/drawing/2014/main" id="{207B9BE5-933E-4ECF-8203-AD8A5290F118}"/>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17</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6350" name="Footer Placeholder 11">
            <a:extLst>
              <a:ext uri="{FF2B5EF4-FFF2-40B4-BE49-F238E27FC236}">
                <a16:creationId xmlns:a16="http://schemas.microsoft.com/office/drawing/2014/main" id="{919BA056-3C5B-4CE4-B7BC-AAD9715F9553}"/>
              </a:ext>
            </a:extLst>
          </p:cNvPr>
          <p:cNvSpPr>
            <a:spLocks noGrp="1"/>
          </p:cNvSpPr>
          <p:nvPr>
            <p:ph type="ftr" sz="quarter" idx="12"/>
          </p:nvPr>
        </p:nvSpPr>
        <p:spPr>
          <a:xfrm>
            <a:off x="3124200" y="6337300"/>
            <a:ext cx="4302125" cy="384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-3</a:t>
            </a:r>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lstStyle/>
          <a:p>
            <a:pPr eaLnBrk="1" hangingPunct="1"/>
            <a:r>
              <a:rPr lang="en-US" sz="2200" dirty="0"/>
              <a:t>Algorithms</a:t>
            </a:r>
          </a:p>
          <a:p>
            <a:pPr eaLnBrk="1" hangingPunct="1"/>
            <a:r>
              <a:rPr lang="en-US" sz="2200" dirty="0"/>
              <a:t>Languages and machines</a:t>
            </a:r>
          </a:p>
          <a:p>
            <a:pPr eaLnBrk="1" hangingPunct="1"/>
            <a:r>
              <a:rPr lang="en-US" sz="2200" dirty="0"/>
              <a:t>Operating systems</a:t>
            </a:r>
          </a:p>
          <a:p>
            <a:pPr eaLnBrk="1" hangingPunct="1"/>
            <a:r>
              <a:rPr lang="en-US" sz="2200" dirty="0"/>
              <a:t>Computer architectures</a:t>
            </a:r>
          </a:p>
          <a:p>
            <a:pPr eaLnBrk="1" hangingPunct="1"/>
            <a:r>
              <a:rPr lang="en-US" sz="2200" dirty="0"/>
              <a:t>Theory of Automata</a:t>
            </a:r>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E63D178B-44A6-4590-B493-A3E9118BD81E}"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Prerequisite</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304800" y="1143000"/>
            <a:ext cx="8458200" cy="4525963"/>
          </a:xfrm>
        </p:spPr>
        <p:txBody>
          <a:bodyPr>
            <a:normAutofit/>
          </a:bodyPr>
          <a:lstStyle/>
          <a:p>
            <a:pPr algn="just"/>
            <a:r>
              <a:rPr lang="en-US" sz="2400" dirty="0">
                <a:cs typeface="Tahoma" pitchFamily="34" charset="0"/>
              </a:rPr>
              <a:t>Grammar symbols are associated with </a:t>
            </a:r>
            <a:r>
              <a:rPr lang="en-US" sz="2400" b="1" dirty="0">
                <a:cs typeface="Tahoma" pitchFamily="34" charset="0"/>
              </a:rPr>
              <a:t>attributes</a:t>
            </a:r>
          </a:p>
          <a:p>
            <a:pPr marL="355600">
              <a:spcBef>
                <a:spcPts val="1250"/>
              </a:spcBef>
              <a:tabLst>
                <a:tab pos="355600" algn="l"/>
              </a:tabLst>
              <a:defRPr/>
            </a:pPr>
            <a:r>
              <a:rPr lang="en-US" sz="2200" b="1" dirty="0">
                <a:cs typeface="Tahoma" pitchFamily="34" charset="0"/>
              </a:rPr>
              <a:t>Translation Schemes </a:t>
            </a:r>
            <a:r>
              <a:rPr lang="en-US" sz="2200" dirty="0">
                <a:cs typeface="Tahoma" pitchFamily="34" charset="0"/>
              </a:rPr>
              <a:t>gives a little bit information about implementation details.</a:t>
            </a:r>
          </a:p>
          <a:p>
            <a:pPr algn="just"/>
            <a:endParaRPr lang="en-US" sz="2400" b="1" dirty="0">
              <a:cs typeface="Tahoma" pitchFamily="34" charset="0"/>
            </a:endParaRP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B68E347D-B0AA-4C4A-8066-40AC8AE9A7C9}"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381000" y="914401"/>
            <a:ext cx="7543800" cy="5638800"/>
          </a:xfrm>
        </p:spPr>
        <p:txBody>
          <a:bodyPr>
            <a:normAutofit fontScale="85000" lnSpcReduction="20000"/>
          </a:bodyPr>
          <a:lstStyle/>
          <a:p>
            <a:pPr eaLnBrk="1" hangingPunct="1"/>
            <a:r>
              <a:rPr lang="en-US" sz="2400" dirty="0"/>
              <a:t>Syntax Directed Translation</a:t>
            </a:r>
          </a:p>
          <a:p>
            <a:pPr eaLnBrk="1" hangingPunct="1"/>
            <a:r>
              <a:rPr lang="en-US" sz="2400" dirty="0"/>
              <a:t>Attributes</a:t>
            </a:r>
          </a:p>
          <a:p>
            <a:pPr eaLnBrk="1" hangingPunct="1"/>
            <a:r>
              <a:rPr lang="en-US" sz="2400" dirty="0"/>
              <a:t>Synthesize attributes</a:t>
            </a:r>
          </a:p>
          <a:p>
            <a:pPr eaLnBrk="1" hangingPunct="1"/>
            <a:r>
              <a:rPr lang="en-US" sz="2400" dirty="0"/>
              <a:t>Inherit attributes</a:t>
            </a:r>
          </a:p>
          <a:p>
            <a:r>
              <a:rPr lang="en-US" sz="2400" dirty="0"/>
              <a:t>Implementation of Syntax-directed Translators</a:t>
            </a:r>
          </a:p>
          <a:p>
            <a:pPr eaLnBrk="1" hangingPunct="1"/>
            <a:r>
              <a:rPr lang="en-US" sz="2400" dirty="0"/>
              <a:t>Intermediate Code Representation</a:t>
            </a:r>
          </a:p>
          <a:p>
            <a:r>
              <a:rPr lang="en-US" sz="2400" dirty="0"/>
              <a:t>Postfix notation</a:t>
            </a:r>
          </a:p>
          <a:p>
            <a:r>
              <a:rPr lang="en-US" sz="2400" dirty="0"/>
              <a:t>Parse Tree &amp; Syntax Tree </a:t>
            </a:r>
          </a:p>
          <a:p>
            <a:r>
              <a:rPr lang="en-US" sz="2400" dirty="0"/>
              <a:t>Three Address Code: Quadruple &amp; triples</a:t>
            </a:r>
          </a:p>
          <a:p>
            <a:r>
              <a:rPr lang="en-US" sz="2400" dirty="0"/>
              <a:t>Translation of assignment statements</a:t>
            </a:r>
          </a:p>
          <a:p>
            <a:pPr eaLnBrk="1" hangingPunct="1"/>
            <a:r>
              <a:rPr lang="en-US" sz="2400" dirty="0"/>
              <a:t>Generating three-address code for Boolean Expression</a:t>
            </a:r>
          </a:p>
          <a:p>
            <a:pPr eaLnBrk="1" hangingPunct="1"/>
            <a:r>
              <a:rPr lang="en-US" sz="2400" dirty="0"/>
              <a:t>Translation of Control Flow Statements</a:t>
            </a:r>
          </a:p>
          <a:p>
            <a:pPr eaLnBrk="1" hangingPunct="1"/>
            <a:r>
              <a:rPr lang="en-US" sz="2400" dirty="0"/>
              <a:t>Translation of simple switch case</a:t>
            </a:r>
          </a:p>
          <a:p>
            <a:r>
              <a:rPr lang="en-US" sz="2400" dirty="0"/>
              <a:t>Translation with a top down parser</a:t>
            </a:r>
          </a:p>
          <a:p>
            <a:r>
              <a:rPr lang="en-US" sz="2400" dirty="0"/>
              <a:t>Array references in arithmetic expressions</a:t>
            </a:r>
          </a:p>
          <a:p>
            <a:r>
              <a:rPr lang="en-US" sz="2400" dirty="0"/>
              <a:t>Procedures call</a:t>
            </a:r>
          </a:p>
          <a:p>
            <a:r>
              <a:rPr lang="en-US" sz="2400" dirty="0"/>
              <a:t>Declarations and Case statements</a:t>
            </a:r>
          </a:p>
          <a:p>
            <a:pPr eaLnBrk="1" hangingPunct="1"/>
            <a:r>
              <a:rPr lang="en-US" sz="2400" dirty="0"/>
              <a:t>Back Patching</a:t>
            </a:r>
          </a:p>
          <a:p>
            <a:pPr eaLnBrk="1" hangingPunct="1"/>
            <a:endParaRPr lang="en-US" sz="2400" dirty="0"/>
          </a:p>
        </p:txBody>
      </p:sp>
      <p:sp>
        <p:nvSpPr>
          <p:cNvPr id="6" name="Date Placeholder 5"/>
          <p:cNvSpPr>
            <a:spLocks noGrp="1"/>
          </p:cNvSpPr>
          <p:nvPr>
            <p:ph type="dt" sz="quarter" idx="10"/>
          </p:nvPr>
        </p:nvSpPr>
        <p:spPr/>
        <p:txBody>
          <a:bodyPr/>
          <a:lstStyle/>
          <a:p>
            <a:pPr>
              <a:defRPr/>
            </a:pPr>
            <a:fld id="{0B033A4C-A7BF-4148-92C5-0B89FBCA7BD8}" type="datetime1">
              <a:rPr lang="en-US" smtClean="0"/>
              <a:t>11/11/2024</a:t>
            </a:fld>
            <a:endParaRPr lang="en-US" dirty="0"/>
          </a:p>
        </p:txBody>
      </p:sp>
      <p:sp>
        <p:nvSpPr>
          <p:cNvPr id="7" name="Slide Number Placeholder 6"/>
          <p:cNvSpPr>
            <a:spLocks noGrp="1"/>
          </p:cNvSpPr>
          <p:nvPr>
            <p:ph type="sldNum" sz="quarter" idx="12"/>
          </p:nvPr>
        </p:nvSpPr>
        <p:spPr/>
        <p:txBody>
          <a:bodyPr/>
          <a:lstStyle/>
          <a:p>
            <a:pPr>
              <a:defRPr/>
            </a:pPr>
            <a:fld id="{B380A2CB-8E70-45A8-B680-8A4529B25AB5}" type="slidenum">
              <a:rPr lang="en-US"/>
              <a:pPr>
                <a:defRPr/>
              </a:pPr>
              <a:t>20</a:t>
            </a:fld>
            <a:endParaRPr lang="en-US"/>
          </a:p>
        </p:txBody>
      </p:sp>
      <p:sp>
        <p:nvSpPr>
          <p:cNvPr id="8"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latin typeface="Times New Roman" panose="02020603050405020304" pitchFamily="18" charset="0"/>
                <a:cs typeface="Times New Roman" panose="02020603050405020304" pitchFamily="18" charset="0"/>
              </a:rPr>
              <a:t>Unit Content</a:t>
            </a:r>
          </a:p>
        </p:txBody>
      </p:sp>
      <p:sp>
        <p:nvSpPr>
          <p:cNvPr id="9"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381000" y="914401"/>
            <a:ext cx="8534400" cy="5638800"/>
          </a:xfrm>
        </p:spPr>
        <p:txBody>
          <a:bodyPr>
            <a:normAutofit/>
          </a:bodyPr>
          <a:lstStyle/>
          <a:p>
            <a:r>
              <a:rPr lang="en-US" sz="1800" dirty="0"/>
              <a:t>Here are concise applications and use cases of Syntax Directed Translation (SDT):</a:t>
            </a:r>
          </a:p>
          <a:p>
            <a:pPr marL="0" indent="0">
              <a:buNone/>
            </a:pPr>
            <a:endParaRPr lang="en-US" sz="1800" dirty="0"/>
          </a:p>
          <a:p>
            <a:r>
              <a:rPr lang="en-US" sz="1800" b="1" dirty="0"/>
              <a:t>Intermediate Code Generation</a:t>
            </a:r>
            <a:r>
              <a:rPr lang="en-US" sz="1800" dirty="0"/>
              <a:t>: SDT facilitates the direct generation of intermediate code (like ASTs or TAC) during parsing, bridging high-level source code to target machine code.</a:t>
            </a:r>
          </a:p>
          <a:p>
            <a:r>
              <a:rPr lang="en-US" sz="1800" b="1" dirty="0"/>
              <a:t>Semantic Analysis</a:t>
            </a:r>
            <a:r>
              <a:rPr lang="en-US" sz="1800" dirty="0"/>
              <a:t>: It performs checks (like type checking, scope rules) during parsing, annotating syntax trees or symbols with semantic information.</a:t>
            </a:r>
          </a:p>
          <a:p>
            <a:r>
              <a:rPr lang="en-US" sz="1800" b="1" dirty="0"/>
              <a:t>Optimization</a:t>
            </a:r>
            <a:r>
              <a:rPr lang="en-US" sz="1800" dirty="0"/>
              <a:t>: SDT integrates simple optimizations (like constant folding) into code generation or intermediate code construction.</a:t>
            </a:r>
          </a:p>
          <a:p>
            <a:r>
              <a:rPr lang="en-US" sz="1800" b="1" dirty="0"/>
              <a:t>Error Handling</a:t>
            </a:r>
            <a:r>
              <a:rPr lang="en-US" sz="1800" dirty="0"/>
              <a:t>: It includes error detection and reporting mechanisms during parsing, providing developers with meaningful error messages.</a:t>
            </a:r>
          </a:p>
          <a:p>
            <a:r>
              <a:rPr lang="en-US" sz="1800" b="1" dirty="0"/>
              <a:t>Target-specific Code Generation</a:t>
            </a:r>
            <a:r>
              <a:rPr lang="en-US" sz="1800" dirty="0"/>
              <a:t>: SDT tailors code generation for different architectures, emitting assembly code or optimized intermediate representations.</a:t>
            </a:r>
          </a:p>
          <a:p>
            <a:r>
              <a:rPr lang="en-US" sz="1800" b="1" dirty="0"/>
              <a:t>Tool Integration</a:t>
            </a:r>
            <a:r>
              <a:rPr lang="en-US" sz="1800" dirty="0"/>
              <a:t>: SDT is used with parser generators (e.g., </a:t>
            </a:r>
            <a:r>
              <a:rPr lang="en-US" sz="1800" dirty="0" err="1"/>
              <a:t>yacc</a:t>
            </a:r>
            <a:r>
              <a:rPr lang="en-US" sz="1800" dirty="0"/>
              <a:t>/Bison) to automate compiler development, simplifying language implementation or modifications.</a:t>
            </a:r>
          </a:p>
        </p:txBody>
      </p:sp>
      <p:sp>
        <p:nvSpPr>
          <p:cNvPr id="6" name="Date Placeholder 5"/>
          <p:cNvSpPr>
            <a:spLocks noGrp="1"/>
          </p:cNvSpPr>
          <p:nvPr>
            <p:ph type="dt" sz="quarter" idx="10"/>
          </p:nvPr>
        </p:nvSpPr>
        <p:spPr/>
        <p:txBody>
          <a:bodyPr/>
          <a:lstStyle/>
          <a:p>
            <a:pPr>
              <a:defRPr/>
            </a:pPr>
            <a:fld id="{0B033A4C-A7BF-4148-92C5-0B89FBCA7BD8}" type="datetime1">
              <a:rPr lang="en-US" smtClean="0"/>
              <a:t>11/11/2024</a:t>
            </a:fld>
            <a:endParaRPr lang="en-US" dirty="0"/>
          </a:p>
        </p:txBody>
      </p:sp>
      <p:sp>
        <p:nvSpPr>
          <p:cNvPr id="7" name="Slide Number Placeholder 6"/>
          <p:cNvSpPr>
            <a:spLocks noGrp="1"/>
          </p:cNvSpPr>
          <p:nvPr>
            <p:ph type="sldNum" sz="quarter" idx="12"/>
          </p:nvPr>
        </p:nvSpPr>
        <p:spPr/>
        <p:txBody>
          <a:bodyPr/>
          <a:lstStyle/>
          <a:p>
            <a:pPr>
              <a:defRPr/>
            </a:pPr>
            <a:fld id="{B380A2CB-8E70-45A8-B680-8A4529B25AB5}" type="slidenum">
              <a:rPr lang="en-US"/>
              <a:pPr>
                <a:defRPr/>
              </a:pPr>
              <a:t>21</a:t>
            </a:fld>
            <a:endParaRPr lang="en-US"/>
          </a:p>
        </p:txBody>
      </p:sp>
      <p:sp>
        <p:nvSpPr>
          <p:cNvPr id="8"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latin typeface="Times New Roman" panose="02020603050405020304" pitchFamily="18" charset="0"/>
                <a:cs typeface="Times New Roman" panose="02020603050405020304" pitchFamily="18" charset="0"/>
              </a:rPr>
              <a:t>Applications and Use Cases </a:t>
            </a:r>
          </a:p>
        </p:txBody>
      </p:sp>
      <p:sp>
        <p:nvSpPr>
          <p:cNvPr id="9" name="Footer Placeholder 12"/>
          <p:cNvSpPr>
            <a:spLocks noGrp="1"/>
          </p:cNvSpPr>
          <p:nvPr>
            <p:ph type="ftr" sz="quarter" idx="11"/>
          </p:nvPr>
        </p:nvSpPr>
        <p:spPr>
          <a:xfrm>
            <a:off x="2286000" y="6264275"/>
            <a:ext cx="5029200" cy="365125"/>
          </a:xfrm>
        </p:spPr>
        <p:txBody>
          <a:bodyPr/>
          <a:lstStyle/>
          <a:p>
            <a:pPr>
              <a:defRPr/>
            </a:pPr>
            <a:r>
              <a:rPr lang="it-IT" dirty="0"/>
              <a:t>Vivek Kumar Sharma              CD Unit -3</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63412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underlying the design of intermediate code generation in the process of designing the compiler .</a:t>
            </a:r>
            <a:endParaRPr lang="en-US" sz="2400" dirty="0"/>
          </a:p>
        </p:txBody>
      </p:sp>
      <p:sp>
        <p:nvSpPr>
          <p:cNvPr id="4" name="Date Placeholder 3"/>
          <p:cNvSpPr>
            <a:spLocks noGrp="1"/>
          </p:cNvSpPr>
          <p:nvPr>
            <p:ph type="dt" sz="quarter" idx="10"/>
          </p:nvPr>
        </p:nvSpPr>
        <p:spPr/>
        <p:txBody>
          <a:bodyPr/>
          <a:lstStyle/>
          <a:p>
            <a:pPr>
              <a:defRPr/>
            </a:pPr>
            <a:fld id="{1E1B0FD9-BB58-498C-AD51-54E684BB915B}"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22</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Unit 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syntax directed translation </a:t>
            </a:r>
          </a:p>
          <a:p>
            <a:pPr marL="457200" indent="-457200">
              <a:buFont typeface="+mj-lt"/>
              <a:buAutoNum type="arabicPeriod"/>
            </a:pPr>
            <a:r>
              <a:rPr lang="en-US" sz="2400" dirty="0"/>
              <a:t>The attributes are </a:t>
            </a:r>
            <a:r>
              <a:rPr lang="en-US" sz="2400" dirty="0">
                <a:cs typeface="Tahoma" pitchFamily="34" charset="0"/>
              </a:rPr>
              <a:t>evaluated by the </a:t>
            </a:r>
            <a:r>
              <a:rPr lang="en-US" sz="2400" b="1" dirty="0">
                <a:cs typeface="Tahoma" pitchFamily="34" charset="0"/>
              </a:rPr>
              <a:t>semantic rules </a:t>
            </a:r>
            <a:r>
              <a:rPr lang="en-US" sz="2400" dirty="0">
                <a:cs typeface="Tahoma" pitchFamily="34" charset="0"/>
              </a:rPr>
              <a:t>used in SDT</a:t>
            </a:r>
            <a:endParaRPr lang="en-US" sz="2400" dirty="0"/>
          </a:p>
        </p:txBody>
      </p:sp>
      <p:sp>
        <p:nvSpPr>
          <p:cNvPr id="4" name="Date Placeholder 3"/>
          <p:cNvSpPr>
            <a:spLocks noGrp="1"/>
          </p:cNvSpPr>
          <p:nvPr>
            <p:ph type="dt" sz="quarter" idx="10"/>
          </p:nvPr>
        </p:nvSpPr>
        <p:spPr/>
        <p:txBody>
          <a:bodyPr/>
          <a:lstStyle/>
          <a:p>
            <a:pPr>
              <a:defRPr/>
            </a:pPr>
            <a:fld id="{5AD00A6A-31F1-418B-A69F-1294C73A458F}"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23</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a:t>Topic </a:t>
            </a:r>
            <a:r>
              <a:rPr lang="en-US" sz="3200" b="1" dirty="0"/>
              <a:t>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6A7BB36-0C2D-47AF-B90D-0526EF2527DD}"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D74037B8-BC3B-45FD-A440-2D65841A7788}" type="slidenum">
              <a:rPr lang="en-US"/>
              <a:pPr>
                <a:defRPr/>
              </a:pPr>
              <a:t>24</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Syntax-Directed</a:t>
            </a:r>
            <a:r>
              <a:rPr lang="en-US" sz="3200" b="1" spc="25" dirty="0"/>
              <a:t> </a:t>
            </a:r>
            <a:r>
              <a:rPr lang="en-US" sz="3200" b="1" spc="-5" dirty="0"/>
              <a:t>Translation(CO3)</a:t>
            </a:r>
            <a:endParaRPr lang="en-US" sz="3200" b="1"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p:txBody>
          <a:bodyPr/>
          <a:lstStyle/>
          <a:p>
            <a:pPr marL="355600" algn="just" eaLnBrk="1" hangingPunct="1">
              <a:lnSpc>
                <a:spcPct val="130000"/>
              </a:lnSpc>
              <a:spcBef>
                <a:spcPts val="100"/>
              </a:spcBef>
              <a:buFont typeface="Arial" pitchFamily="34" charset="0"/>
              <a:buChar char="•"/>
              <a:tabLst>
                <a:tab pos="355600" algn="l"/>
              </a:tabLst>
              <a:defRPr/>
            </a:pPr>
            <a:r>
              <a:rPr lang="en-US" sz="2200" dirty="0">
                <a:latin typeface="+mj-lt"/>
                <a:cs typeface="Tahoma" pitchFamily="34" charset="0"/>
              </a:rPr>
              <a:t>Grammar symbols are associated with </a:t>
            </a:r>
            <a:r>
              <a:rPr lang="en-US" sz="2200" b="1" dirty="0">
                <a:latin typeface="+mj-lt"/>
                <a:cs typeface="Tahoma" pitchFamily="34" charset="0"/>
              </a:rPr>
              <a:t>attributes </a:t>
            </a:r>
            <a:r>
              <a:rPr lang="en-US" sz="2200" dirty="0">
                <a:latin typeface="+mj-lt"/>
                <a:cs typeface="Tahoma" pitchFamily="34" charset="0"/>
              </a:rPr>
              <a:t>to associate information  with the programming language constructs that they represent.</a:t>
            </a:r>
          </a:p>
          <a:p>
            <a:pPr marL="355600" algn="just" eaLnBrk="1" hangingPunct="1">
              <a:lnSpc>
                <a:spcPct val="130000"/>
              </a:lnSpc>
              <a:spcBef>
                <a:spcPts val="600"/>
              </a:spcBef>
              <a:buFont typeface="Arial" pitchFamily="34" charset="0"/>
              <a:buChar char="•"/>
              <a:tabLst>
                <a:tab pos="355600" algn="l"/>
              </a:tabLst>
              <a:defRPr/>
            </a:pPr>
            <a:r>
              <a:rPr lang="en-US" sz="2200" dirty="0">
                <a:latin typeface="+mj-lt"/>
                <a:cs typeface="Tahoma" pitchFamily="34" charset="0"/>
              </a:rPr>
              <a:t>Values of these attributes are evaluated by the </a:t>
            </a:r>
            <a:r>
              <a:rPr lang="en-US" sz="2200" b="1" dirty="0">
                <a:latin typeface="+mj-lt"/>
                <a:cs typeface="Tahoma" pitchFamily="34" charset="0"/>
              </a:rPr>
              <a:t>semantic rules </a:t>
            </a:r>
            <a:r>
              <a:rPr lang="en-US" sz="2200" dirty="0">
                <a:latin typeface="+mj-lt"/>
                <a:cs typeface="Tahoma" pitchFamily="34" charset="0"/>
              </a:rPr>
              <a:t>associated  with the production rules.</a:t>
            </a:r>
          </a:p>
          <a:p>
            <a:pPr marL="355600" eaLnBrk="1" hangingPunct="1">
              <a:spcBef>
                <a:spcPts val="1325"/>
              </a:spcBef>
              <a:buFont typeface="Arial" pitchFamily="34" charset="0"/>
              <a:buChar char="•"/>
              <a:tabLst>
                <a:tab pos="355600" algn="l"/>
              </a:tabLst>
              <a:defRPr/>
            </a:pPr>
            <a:r>
              <a:rPr lang="en-US" sz="2200" dirty="0">
                <a:latin typeface="+mj-lt"/>
                <a:cs typeface="Tahoma" pitchFamily="34" charset="0"/>
              </a:rPr>
              <a:t>Evaluation of these semantic rules:</a:t>
            </a:r>
          </a:p>
          <a:p>
            <a:pPr marL="755650" lvl="1" eaLnBrk="1" hangingPunct="1">
              <a:spcBef>
                <a:spcPts val="1250"/>
              </a:spcBef>
              <a:buFont typeface="Arial" pitchFamily="34" charset="0"/>
              <a:buChar char="•"/>
              <a:tabLst>
                <a:tab pos="355600" algn="l"/>
              </a:tabLst>
              <a:defRPr/>
            </a:pPr>
            <a:r>
              <a:rPr lang="en-US" sz="2200" dirty="0">
                <a:latin typeface="+mj-lt"/>
                <a:cs typeface="Tahoma" pitchFamily="34" charset="0"/>
              </a:rPr>
              <a:t>may generate intermediate codes</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may put information into the symbol table</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may perform type checking</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A48EA87-10AA-47C5-A537-EA70EC8D63E6}"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893BF4A-29F0-4862-9E62-DFC89F1B343C}" type="slidenum">
              <a:rPr lang="en-US"/>
              <a:pPr>
                <a:defRPr/>
              </a:pPr>
              <a:t>25</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Syntax-Directed Translation</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p:txBody>
          <a:bodyPr>
            <a:normAutofit lnSpcReduction="10000"/>
          </a:bodyPr>
          <a:lstStyle/>
          <a:p>
            <a:pPr marL="355600" eaLnBrk="1" hangingPunct="1">
              <a:spcBef>
                <a:spcPts val="1425"/>
              </a:spcBef>
              <a:buFont typeface="Arial" pitchFamily="34" charset="0"/>
              <a:buChar char="•"/>
              <a:tabLst>
                <a:tab pos="355600" algn="l"/>
              </a:tabLst>
              <a:defRPr/>
            </a:pPr>
            <a:r>
              <a:rPr lang="en-US" sz="2200" dirty="0">
                <a:latin typeface="+mj-lt"/>
                <a:cs typeface="Tahoma" pitchFamily="34" charset="0"/>
              </a:rPr>
              <a:t>When we associate semantic rules with productions, we use two notations:</a:t>
            </a:r>
          </a:p>
          <a:p>
            <a:pPr marL="755650" lvl="1" eaLnBrk="1" hangingPunct="1">
              <a:spcBef>
                <a:spcPts val="1325"/>
              </a:spcBef>
              <a:buFont typeface="Arial" pitchFamily="34" charset="0"/>
              <a:buChar char="•"/>
              <a:tabLst>
                <a:tab pos="355600" algn="l"/>
              </a:tabLst>
              <a:defRPr/>
            </a:pPr>
            <a:r>
              <a:rPr lang="en-US" sz="2200" b="1" dirty="0">
                <a:latin typeface="+mj-lt"/>
                <a:cs typeface="Tahoma" pitchFamily="34" charset="0"/>
              </a:rPr>
              <a:t>Syntax-Directed Definitions</a:t>
            </a:r>
            <a:endParaRPr lang="en-US" sz="2200" dirty="0">
              <a:latin typeface="+mj-lt"/>
              <a:cs typeface="Tahoma" pitchFamily="34" charset="0"/>
            </a:endParaRPr>
          </a:p>
          <a:p>
            <a:pPr marL="755650" lvl="1" eaLnBrk="1" hangingPunct="1">
              <a:spcBef>
                <a:spcPts val="1325"/>
              </a:spcBef>
              <a:buFont typeface="Arial" pitchFamily="34" charset="0"/>
              <a:buChar char="•"/>
              <a:tabLst>
                <a:tab pos="355600" algn="l"/>
              </a:tabLst>
              <a:defRPr/>
            </a:pPr>
            <a:r>
              <a:rPr lang="en-US" sz="2200" b="1" dirty="0">
                <a:latin typeface="+mj-lt"/>
                <a:cs typeface="Tahoma" pitchFamily="34" charset="0"/>
              </a:rPr>
              <a:t>Translation Schemes</a:t>
            </a:r>
            <a:endParaRPr lang="en-US" sz="2200" dirty="0">
              <a:latin typeface="+mj-lt"/>
              <a:cs typeface="Tahoma" pitchFamily="34" charset="0"/>
            </a:endParaRPr>
          </a:p>
          <a:p>
            <a:pPr marL="355600" eaLnBrk="1" hangingPunct="1">
              <a:spcBef>
                <a:spcPts val="1325"/>
              </a:spcBef>
              <a:buFont typeface="Arial" pitchFamily="34" charset="0"/>
              <a:buChar char="•"/>
              <a:tabLst>
                <a:tab pos="355600" algn="l"/>
              </a:tabLst>
              <a:defRPr/>
            </a:pPr>
            <a:r>
              <a:rPr lang="en-US" sz="2200" b="1" dirty="0">
                <a:latin typeface="+mj-lt"/>
                <a:cs typeface="Tahoma" pitchFamily="34" charset="0"/>
              </a:rPr>
              <a:t>Syntax-Directed Definitions:</a:t>
            </a:r>
            <a:endParaRPr lang="en-US" sz="2200" dirty="0">
              <a:latin typeface="+mj-lt"/>
              <a:cs typeface="Tahoma" pitchFamily="34" charset="0"/>
            </a:endParaRPr>
          </a:p>
          <a:p>
            <a:pPr marL="755650" lvl="1" eaLnBrk="1" hangingPunct="1">
              <a:spcBef>
                <a:spcPts val="1250"/>
              </a:spcBef>
              <a:buFont typeface="Arial" pitchFamily="34" charset="0"/>
              <a:buChar char="•"/>
              <a:tabLst>
                <a:tab pos="355600" algn="l"/>
              </a:tabLst>
              <a:defRPr/>
            </a:pPr>
            <a:r>
              <a:rPr lang="en-US" sz="2200" dirty="0">
                <a:latin typeface="+mj-lt"/>
                <a:cs typeface="Tahoma" pitchFamily="34" charset="0"/>
              </a:rPr>
              <a:t>give high-level specifications for translations</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hide many implementation details such as order of evaluation of semantic actions.</a:t>
            </a:r>
          </a:p>
          <a:p>
            <a:pPr marL="755650" lvl="1" eaLnBrk="1" hangingPunct="1">
              <a:lnSpc>
                <a:spcPct val="130000"/>
              </a:lnSpc>
              <a:spcBef>
                <a:spcPts val="600"/>
              </a:spcBef>
              <a:buFont typeface="Arial" pitchFamily="34" charset="0"/>
              <a:buChar char="•"/>
              <a:tabLst>
                <a:tab pos="355600" algn="l"/>
              </a:tabLst>
              <a:defRPr/>
            </a:pPr>
            <a:r>
              <a:rPr lang="en-US" sz="2200" dirty="0">
                <a:latin typeface="+mj-lt"/>
                <a:cs typeface="Tahoma" pitchFamily="34" charset="0"/>
              </a:rPr>
              <a:t>We associate a production rule with a set of semantic actions, and we do not say when they  will be evaluated.</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2C4DCAA-B517-49E4-AEA2-ACDAE60594A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EB1B1825-C1D6-4925-8526-7F5908503EDE}" type="slidenum">
              <a:rPr lang="en-US"/>
              <a:pPr>
                <a:defRPr/>
              </a:pPr>
              <a:t>26</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Syntax-Directed Translation</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p:txBody>
          <a:bodyPr/>
          <a:lstStyle/>
          <a:p>
            <a:pPr marL="355600" eaLnBrk="1" hangingPunct="1">
              <a:spcBef>
                <a:spcPts val="1250"/>
              </a:spcBef>
              <a:buFont typeface="Arial" pitchFamily="34" charset="0"/>
              <a:buChar char="•"/>
              <a:tabLst>
                <a:tab pos="355600" algn="l"/>
              </a:tabLst>
              <a:defRPr/>
            </a:pPr>
            <a:r>
              <a:rPr lang="en-US" sz="2200" b="1" dirty="0">
                <a:latin typeface="+mj-lt"/>
                <a:cs typeface="Tahoma" pitchFamily="34" charset="0"/>
              </a:rPr>
              <a:t>Translation Schemes:</a:t>
            </a:r>
            <a:endParaRPr lang="en-US" sz="2200" dirty="0">
              <a:latin typeface="+mj-lt"/>
              <a:cs typeface="Tahoma" pitchFamily="34" charset="0"/>
            </a:endParaRPr>
          </a:p>
          <a:p>
            <a:pPr marL="755650" lvl="1" eaLnBrk="1" hangingPunct="1">
              <a:spcBef>
                <a:spcPts val="1250"/>
              </a:spcBef>
              <a:buFont typeface="Arial" pitchFamily="34" charset="0"/>
              <a:buChar char="•"/>
              <a:tabLst>
                <a:tab pos="355600" algn="l"/>
              </a:tabLst>
              <a:defRPr/>
            </a:pPr>
            <a:r>
              <a:rPr lang="en-US" sz="2200" dirty="0">
                <a:latin typeface="+mj-lt"/>
                <a:cs typeface="Tahoma" pitchFamily="34" charset="0"/>
              </a:rPr>
              <a:t>indicate the order of evaluation of semantic actions associated with a production rule.</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In other words, translation schemes give a little bit information about implementation details.</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39C6E36-4033-4D40-9E99-B416F99F3572}"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050D3C75-96E1-493A-BBF2-31D11B3E97E5}" type="slidenum">
              <a:rPr lang="en-US"/>
              <a:pPr>
                <a:defRPr/>
              </a:pPr>
              <a:t>27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Attributes</a:t>
            </a:r>
            <a:r>
              <a:rPr lang="en-US" sz="3200" b="1" spc="-5" dirty="0"/>
              <a:t>(CO3)</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normAutofit lnSpcReduction="10000"/>
          </a:bodyPr>
          <a:lstStyle/>
          <a:p>
            <a:pPr algn="just" eaLnBrk="1" hangingPunct="1">
              <a:buFont typeface="Arial" pitchFamily="34" charset="0"/>
              <a:buChar char="•"/>
              <a:defRPr/>
            </a:pPr>
            <a:r>
              <a:rPr lang="en-US" sz="2200" dirty="0">
                <a:latin typeface="+mj-lt"/>
                <a:cs typeface="Times New Roman" pitchFamily="18" charset="0"/>
              </a:rPr>
              <a:t>Attribute grammar is a special form of context-free grammar where some additional information (attributes) are appended to one or more of its non-terminals in order to provide context-sensitive information. </a:t>
            </a:r>
          </a:p>
          <a:p>
            <a:pPr algn="just" eaLnBrk="1" hangingPunct="1">
              <a:buFont typeface="Arial" pitchFamily="34" charset="0"/>
              <a:buChar char="•"/>
              <a:defRPr/>
            </a:pPr>
            <a:r>
              <a:rPr lang="en-US" sz="2200" dirty="0">
                <a:latin typeface="+mj-lt"/>
                <a:cs typeface="Times New Roman" pitchFamily="18" charset="0"/>
              </a:rPr>
              <a:t>Each attribute has well-defined domain of values, such as integer, float, character, string, and expressions.</a:t>
            </a:r>
          </a:p>
          <a:p>
            <a:pPr algn="just" eaLnBrk="1" hangingPunct="1">
              <a:buFont typeface="Arial" pitchFamily="34" charset="0"/>
              <a:buChar char="•"/>
              <a:defRPr/>
            </a:pPr>
            <a:r>
              <a:rPr lang="en-US" sz="2200" dirty="0">
                <a:latin typeface="+mj-lt"/>
                <a:cs typeface="Times New Roman" pitchFamily="18" charset="0"/>
              </a:rPr>
              <a:t>E → E + T { </a:t>
            </a:r>
            <a:r>
              <a:rPr lang="en-US" sz="2200" dirty="0" err="1">
                <a:latin typeface="+mj-lt"/>
                <a:cs typeface="Times New Roman" pitchFamily="18" charset="0"/>
              </a:rPr>
              <a:t>E.value</a:t>
            </a:r>
            <a:r>
              <a:rPr lang="en-US" sz="2200" dirty="0">
                <a:latin typeface="+mj-lt"/>
                <a:cs typeface="Times New Roman" pitchFamily="18" charset="0"/>
              </a:rPr>
              <a:t> = </a:t>
            </a:r>
            <a:r>
              <a:rPr lang="en-US" sz="2200" dirty="0" err="1">
                <a:latin typeface="+mj-lt"/>
                <a:cs typeface="Times New Roman" pitchFamily="18" charset="0"/>
              </a:rPr>
              <a:t>E.value</a:t>
            </a:r>
            <a:r>
              <a:rPr lang="en-US" sz="2200" dirty="0">
                <a:latin typeface="+mj-lt"/>
                <a:cs typeface="Times New Roman" pitchFamily="18" charset="0"/>
              </a:rPr>
              <a:t> + </a:t>
            </a:r>
            <a:r>
              <a:rPr lang="en-US" sz="2200" dirty="0" err="1">
                <a:latin typeface="+mj-lt"/>
                <a:cs typeface="Times New Roman" pitchFamily="18" charset="0"/>
              </a:rPr>
              <a:t>T.value</a:t>
            </a:r>
            <a:r>
              <a:rPr lang="en-US" sz="2200" dirty="0">
                <a:latin typeface="+mj-lt"/>
                <a:cs typeface="Times New Roman" pitchFamily="18" charset="0"/>
              </a:rPr>
              <a:t> }</a:t>
            </a:r>
          </a:p>
          <a:p>
            <a:pPr algn="just" eaLnBrk="1" hangingPunct="1">
              <a:buFont typeface="Arial" pitchFamily="34" charset="0"/>
              <a:buChar char="•"/>
              <a:defRPr/>
            </a:pPr>
            <a:r>
              <a:rPr lang="en-US" sz="2200" dirty="0">
                <a:latin typeface="+mj-lt"/>
                <a:cs typeface="Times New Roman" pitchFamily="18" charset="0"/>
              </a:rPr>
              <a:t>Semantic attributes may be assigned to their values from their domain at the time of parsing and evaluated at the time of assignment or conditions. </a:t>
            </a:r>
          </a:p>
          <a:p>
            <a:pPr algn="just" eaLnBrk="1" hangingPunct="1">
              <a:buFont typeface="Arial" pitchFamily="34" charset="0"/>
              <a:buChar char="•"/>
              <a:defRPr/>
            </a:pPr>
            <a:r>
              <a:rPr lang="en-US" sz="2200" dirty="0">
                <a:latin typeface="+mj-lt"/>
                <a:cs typeface="Times New Roman" pitchFamily="18" charset="0"/>
              </a:rPr>
              <a:t>Based on the way the attributes get their values, they can be broadly divided into two categories : synthesized attributes and inherited attributes.</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408B85E-1C6B-45A0-89B5-9DC44EF699E0}"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98529B2D-DC5E-4439-AB1F-FB9B2611A6A8}" type="slidenum">
              <a:rPr lang="en-US"/>
              <a:pPr>
                <a:defRPr/>
              </a:pPr>
              <a:t>28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Synthesized attributes</a:t>
            </a:r>
            <a:r>
              <a:rPr lang="en-US" sz="3200" b="1" spc="-5" dirty="0"/>
              <a:t>(CO3)</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algn="just" eaLnBrk="1" fontAlgn="auto" hangingPunct="1">
              <a:spcAft>
                <a:spcPts val="0"/>
              </a:spcAft>
              <a:buFont typeface="Arial" pitchFamily="34" charset="0"/>
              <a:buChar char="•"/>
              <a:defRPr/>
            </a:pPr>
            <a:r>
              <a:rPr lang="en-US" sz="2200" dirty="0">
                <a:latin typeface="+mj-lt"/>
              </a:rPr>
              <a:t>These attributes get values from the attribute values of their child nodes.</a:t>
            </a:r>
          </a:p>
          <a:p>
            <a:pPr algn="just" eaLnBrk="1" fontAlgn="auto" hangingPunct="1">
              <a:spcAft>
                <a:spcPts val="0"/>
              </a:spcAft>
              <a:buFont typeface="Arial" pitchFamily="34" charset="0"/>
              <a:buChar char="•"/>
              <a:defRPr/>
            </a:pPr>
            <a:r>
              <a:rPr lang="en-US" sz="2200" dirty="0">
                <a:latin typeface="+mj-lt"/>
                <a:cs typeface="Times New Roman"/>
              </a:rPr>
              <a:t>Each of the </a:t>
            </a:r>
            <a:r>
              <a:rPr lang="en-US" sz="2200" spc="-5" dirty="0">
                <a:latin typeface="+mj-lt"/>
                <a:cs typeface="Times New Roman"/>
              </a:rPr>
              <a:t>non-terminals </a:t>
            </a:r>
            <a:r>
              <a:rPr lang="en-US" sz="2200" dirty="0">
                <a:latin typeface="+mj-lt"/>
                <a:cs typeface="Times New Roman"/>
              </a:rPr>
              <a:t>has a single synthesized attribute, called</a:t>
            </a:r>
            <a:r>
              <a:rPr lang="en-US" sz="2200" spc="-204" dirty="0">
                <a:latin typeface="+mj-lt"/>
                <a:cs typeface="Times New Roman"/>
              </a:rPr>
              <a:t> </a:t>
            </a:r>
            <a:r>
              <a:rPr lang="en-US" sz="2200" dirty="0">
                <a:latin typeface="+mj-lt"/>
                <a:cs typeface="Times New Roman"/>
              </a:rPr>
              <a:t>val.</a:t>
            </a:r>
          </a:p>
          <a:p>
            <a:pPr algn="just" eaLnBrk="1" fontAlgn="auto" hangingPunct="1">
              <a:spcAft>
                <a:spcPts val="0"/>
              </a:spcAft>
              <a:buFont typeface="Arial" pitchFamily="34" charset="0"/>
              <a:buChar char="•"/>
              <a:defRPr/>
            </a:pPr>
            <a:r>
              <a:rPr lang="en-US" sz="2200" spc="-5" dirty="0">
                <a:latin typeface="+mj-lt"/>
                <a:cs typeface="Times New Roman"/>
              </a:rPr>
              <a:t>An SDD </a:t>
            </a:r>
            <a:r>
              <a:rPr lang="en-US" sz="2200" dirty="0">
                <a:latin typeface="+mj-lt"/>
                <a:cs typeface="Times New Roman"/>
              </a:rPr>
              <a:t>that involves only synthesized attributes </a:t>
            </a:r>
            <a:r>
              <a:rPr lang="en-US" sz="2200" spc="-5" dirty="0">
                <a:latin typeface="+mj-lt"/>
                <a:cs typeface="Times New Roman"/>
              </a:rPr>
              <a:t>is </a:t>
            </a:r>
            <a:r>
              <a:rPr lang="en-US" sz="2200" dirty="0">
                <a:latin typeface="+mj-lt"/>
                <a:cs typeface="Times New Roman"/>
              </a:rPr>
              <a:t>called</a:t>
            </a:r>
            <a:r>
              <a:rPr lang="en-US" sz="2200" spc="-145" dirty="0">
                <a:latin typeface="+mj-lt"/>
                <a:cs typeface="Times New Roman"/>
              </a:rPr>
              <a:t> </a:t>
            </a:r>
            <a:r>
              <a:rPr lang="en-US" sz="2200" b="1" dirty="0">
                <a:latin typeface="+mj-lt"/>
                <a:cs typeface="Times New Roman"/>
              </a:rPr>
              <a:t>S-attributed</a:t>
            </a:r>
          </a:p>
          <a:p>
            <a:pPr algn="just" eaLnBrk="1" fontAlgn="auto" hangingPunct="1">
              <a:spcAft>
                <a:spcPts val="0"/>
              </a:spcAft>
              <a:buFont typeface="Arial" pitchFamily="34" charset="0"/>
              <a:buChar char="•"/>
              <a:defRPr/>
            </a:pPr>
            <a:r>
              <a:rPr lang="en-US" sz="2200" dirty="0">
                <a:latin typeface="+mj-lt"/>
                <a:cs typeface="Times New Roman"/>
              </a:rPr>
              <a:t>Each rule </a:t>
            </a:r>
            <a:r>
              <a:rPr lang="en-US" sz="2200" spc="-5" dirty="0">
                <a:latin typeface="+mj-lt"/>
                <a:cs typeface="Times New Roman"/>
              </a:rPr>
              <a:t>computes </a:t>
            </a:r>
            <a:r>
              <a:rPr lang="en-US" sz="2200" dirty="0">
                <a:latin typeface="+mj-lt"/>
                <a:cs typeface="Times New Roman"/>
              </a:rPr>
              <a:t>an attribute for the non-terminal at the head of</a:t>
            </a:r>
            <a:r>
              <a:rPr lang="en-US" sz="2200" spc="-200" dirty="0">
                <a:latin typeface="+mj-lt"/>
                <a:cs typeface="Times New Roman"/>
              </a:rPr>
              <a:t> </a:t>
            </a:r>
            <a:r>
              <a:rPr lang="en-US" sz="2200" dirty="0">
                <a:latin typeface="+mj-lt"/>
                <a:cs typeface="Times New Roman"/>
              </a:rPr>
              <a:t>a production from attributes taken from the body of the</a:t>
            </a:r>
            <a:r>
              <a:rPr lang="en-US" sz="2200" spc="-175" dirty="0">
                <a:latin typeface="+mj-lt"/>
                <a:cs typeface="Times New Roman"/>
              </a:rPr>
              <a:t> </a:t>
            </a:r>
            <a:r>
              <a:rPr lang="en-US" sz="2200" dirty="0">
                <a:latin typeface="+mj-lt"/>
                <a:cs typeface="Times New Roman"/>
              </a:rPr>
              <a:t>production.</a:t>
            </a:r>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51C2293-6AEE-4D9A-B1B5-1D317F0EF703}"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E73049F3-ECA9-41E0-995D-E321A5E16E4B}" type="slidenum">
              <a:rPr lang="en-US"/>
              <a:pPr>
                <a:defRPr/>
              </a:pPr>
              <a:t>29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Synthesized attributes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219200"/>
            <a:ext cx="8229600" cy="4906963"/>
          </a:xfrm>
        </p:spPr>
        <p:txBody>
          <a:bodyPr/>
          <a:lstStyle/>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algn="just" eaLnBrk="1" hangingPunct="1">
              <a:spcBef>
                <a:spcPts val="88"/>
              </a:spcBef>
              <a:buSzPct val="57000"/>
              <a:buFont typeface="Arial" pitchFamily="34" charset="0"/>
              <a:buChar char="•"/>
              <a:tabLst>
                <a:tab pos="220663" algn="l"/>
              </a:tabLst>
              <a:defRPr/>
            </a:pPr>
            <a:r>
              <a:rPr lang="en-US" sz="2200" dirty="0">
                <a:latin typeface="+mj-lt"/>
              </a:rPr>
              <a:t>A parse tree, showing the value(s) of its attribute(s)  is called an </a:t>
            </a:r>
            <a:r>
              <a:rPr lang="en-US" sz="2200" b="1" dirty="0">
                <a:latin typeface="+mj-lt"/>
                <a:cs typeface="Times New Roman" pitchFamily="18" charset="0"/>
              </a:rPr>
              <a:t>annotated parse tree.</a:t>
            </a:r>
          </a:p>
          <a:p>
            <a:pPr marL="22225" algn="just" eaLnBrk="1" hangingPunct="1">
              <a:lnSpc>
                <a:spcPts val="3488"/>
              </a:lnSpc>
              <a:spcBef>
                <a:spcPts val="100"/>
              </a:spcBef>
              <a:buSzPct val="57000"/>
              <a:buFont typeface="Arial" pitchFamily="34" charset="0"/>
              <a:buChar char="•"/>
              <a:tabLst>
                <a:tab pos="220663" algn="l"/>
              </a:tabLst>
              <a:defRPr/>
            </a:pPr>
            <a:r>
              <a:rPr lang="en-US" sz="2200" dirty="0">
                <a:latin typeface="+mj-lt"/>
              </a:rPr>
              <a:t>With synthesized attributes, evaluate attributes in  bottom-up order.</a:t>
            </a:r>
          </a:p>
        </p:txBody>
      </p:sp>
      <p:sp>
        <p:nvSpPr>
          <p:cNvPr id="14344" name="object 4"/>
          <p:cNvSpPr>
            <a:spLocks noChangeArrowheads="1"/>
          </p:cNvSpPr>
          <p:nvPr/>
        </p:nvSpPr>
        <p:spPr bwMode="auto">
          <a:xfrm>
            <a:off x="2057400" y="1295400"/>
            <a:ext cx="6019800" cy="273685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54EB923-B1D2-4FAA-93CE-A893F51F47FB}"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E7B6A191-9BFB-445B-875F-F34445241246}" type="slidenum">
              <a:rPr lang="en-US"/>
              <a:pPr>
                <a:defRPr/>
              </a:pPr>
              <a:t>30</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Synthesized attributes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5367" name="object 3"/>
          <p:cNvSpPr>
            <a:spLocks noChangeArrowheads="1"/>
          </p:cNvSpPr>
          <p:nvPr/>
        </p:nvSpPr>
        <p:spPr bwMode="auto">
          <a:xfrm>
            <a:off x="457200" y="1600200"/>
            <a:ext cx="8229600" cy="4525963"/>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Rectangle 9"/>
          <p:cNvSpPr/>
          <p:nvPr/>
        </p:nvSpPr>
        <p:spPr>
          <a:xfrm>
            <a:off x="1066800" y="1066800"/>
            <a:ext cx="5029200" cy="430213"/>
          </a:xfrm>
          <a:prstGeom prst="rect">
            <a:avLst/>
          </a:prstGeom>
        </p:spPr>
        <p:txBody>
          <a:bodyPr>
            <a:spAutoFit/>
          </a:bodyPr>
          <a:lstStyle/>
          <a:p>
            <a:pPr fontAlgn="auto">
              <a:spcAft>
                <a:spcPts val="0"/>
              </a:spcAft>
              <a:defRPr/>
            </a:pPr>
            <a:r>
              <a:rPr lang="en-US" sz="2200" spc="-210" dirty="0">
                <a:latin typeface="+mn-lt"/>
                <a:cs typeface="Arial"/>
              </a:rPr>
              <a:t>Annotated Parse Tree of  3*5+4n</a:t>
            </a:r>
            <a:endParaRPr lang="en-US" sz="2200" dirty="0">
              <a:latin typeface="+mn-lt"/>
              <a:cs typeface="Arial" pitchFamily="34"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FCC8C36-608E-4B98-B946-F344A82EEA83}"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74AD40E8-6208-48A7-A4DE-8D578F0C7400}" type="slidenum">
              <a:rPr lang="en-US"/>
              <a:pPr>
                <a:defRPr/>
              </a:pPr>
              <a:t>31</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Inherited attributes</a:t>
            </a:r>
            <a:r>
              <a:rPr lang="en-US" sz="3200" b="1" spc="-5" dirty="0"/>
              <a:t>(CO3)</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eaLnBrk="1" hangingPunct="1">
              <a:buFont typeface="Arial" pitchFamily="34" charset="0"/>
              <a:buChar char="•"/>
              <a:defRPr/>
            </a:pPr>
            <a:endParaRPr lang="en-US" sz="2400" dirty="0"/>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sp>
        <p:nvSpPr>
          <p:cNvPr id="16392" name="object 4"/>
          <p:cNvSpPr>
            <a:spLocks noChangeArrowheads="1"/>
          </p:cNvSpPr>
          <p:nvPr/>
        </p:nvSpPr>
        <p:spPr bwMode="auto">
          <a:xfrm>
            <a:off x="990600" y="1447800"/>
            <a:ext cx="7119938" cy="307022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A2BDAAB-7780-443B-97E9-4D7770DAFC8B}"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8CF49333-29AE-4210-B424-F1DDCC8E8737}" type="slidenum">
              <a:rPr lang="en-US"/>
              <a:pPr>
                <a:defRPr/>
              </a:pPr>
              <a:t>32</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Inherited attributes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eaLnBrk="1" hangingPunct="1">
              <a:buFont typeface="Arial" pitchFamily="34" charset="0"/>
              <a:buChar char="•"/>
              <a:defRPr/>
            </a:pPr>
            <a:endParaRPr lang="en-US" sz="2400" dirty="0"/>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sp>
        <p:nvSpPr>
          <p:cNvPr id="17416" name="object 4"/>
          <p:cNvSpPr>
            <a:spLocks noChangeArrowheads="1"/>
          </p:cNvSpPr>
          <p:nvPr/>
        </p:nvSpPr>
        <p:spPr bwMode="auto">
          <a:xfrm>
            <a:off x="990600" y="1752600"/>
            <a:ext cx="6772275" cy="3262313"/>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Rectangle 9"/>
          <p:cNvSpPr/>
          <p:nvPr/>
        </p:nvSpPr>
        <p:spPr>
          <a:xfrm>
            <a:off x="1295400" y="1066800"/>
            <a:ext cx="5257800" cy="430213"/>
          </a:xfrm>
          <a:prstGeom prst="rect">
            <a:avLst/>
          </a:prstGeom>
        </p:spPr>
        <p:txBody>
          <a:bodyPr>
            <a:spAutoFit/>
          </a:bodyPr>
          <a:lstStyle/>
          <a:p>
            <a:pPr fontAlgn="auto">
              <a:spcAft>
                <a:spcPts val="0"/>
              </a:spcAft>
              <a:defRPr/>
            </a:pPr>
            <a:r>
              <a:rPr lang="en-US" sz="2200" dirty="0">
                <a:latin typeface="+mn-lt"/>
                <a:cs typeface="Arial" pitchFamily="34" charset="0"/>
              </a:rPr>
              <a:t>Annotated parse tree of real id, id, id</a:t>
            </a: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A2BDAAB-7780-443B-97E9-4D7770DAFC8B}"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8CF49333-29AE-4210-B424-F1DDCC8E8737}" type="slidenum">
              <a:rPr lang="en-US"/>
              <a:pPr>
                <a:defRPr/>
              </a:pPr>
              <a:t>33</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Daily Quiz</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marL="0" indent="0">
              <a:buNone/>
              <a:defRPr/>
            </a:pPr>
            <a:r>
              <a:rPr lang="en-US" sz="2000" dirty="0"/>
              <a:t>1</a:t>
            </a:r>
            <a:r>
              <a:rPr lang="en-US" sz="1800" dirty="0"/>
              <a:t>. </a:t>
            </a:r>
            <a:r>
              <a:rPr lang="en-US" sz="2000" dirty="0"/>
              <a:t>The combination of grammar and semantic rules are called as:</a:t>
            </a:r>
            <a:endParaRPr lang="en-US" sz="2400" dirty="0"/>
          </a:p>
          <a:p>
            <a:pPr>
              <a:buFont typeface="Wingdings" panose="05000000000000000000" pitchFamily="2" charset="2"/>
              <a:buChar char="ü"/>
              <a:defRPr/>
            </a:pPr>
            <a:r>
              <a:rPr lang="en-US" sz="1800" b="1" dirty="0"/>
              <a:t>Syntax directed translation</a:t>
            </a:r>
          </a:p>
          <a:p>
            <a:pPr>
              <a:buFont typeface="Wingdings" panose="05000000000000000000" pitchFamily="2" charset="2"/>
              <a:buChar char="ü"/>
              <a:defRPr/>
            </a:pPr>
            <a:r>
              <a:rPr lang="en-US" sz="1800" dirty="0"/>
              <a:t>semantic directed translation</a:t>
            </a:r>
          </a:p>
          <a:p>
            <a:pPr>
              <a:buFont typeface="Wingdings" panose="05000000000000000000" pitchFamily="2" charset="2"/>
              <a:buChar char="ü"/>
              <a:defRPr/>
            </a:pPr>
            <a:r>
              <a:rPr lang="en-US" sz="1800" dirty="0"/>
              <a:t>Syntax translator</a:t>
            </a:r>
          </a:p>
          <a:p>
            <a:pPr>
              <a:buFont typeface="Wingdings" panose="05000000000000000000" pitchFamily="2" charset="2"/>
              <a:buChar char="ü"/>
              <a:defRPr/>
            </a:pPr>
            <a:r>
              <a:rPr lang="en-US" sz="1800" dirty="0"/>
              <a:t>None of these</a:t>
            </a:r>
          </a:p>
          <a:p>
            <a:pPr marL="0" indent="0">
              <a:buNone/>
              <a:defRPr/>
            </a:pPr>
            <a:endParaRPr lang="en-US" sz="1800" dirty="0"/>
          </a:p>
          <a:p>
            <a:pPr marL="0" indent="0">
              <a:buNone/>
              <a:defRPr/>
            </a:pPr>
            <a:r>
              <a:rPr lang="en-US" sz="1800" dirty="0"/>
              <a:t>2. In syntax directed translation, along with the grammar we associate some informal notation are called as:</a:t>
            </a:r>
          </a:p>
          <a:p>
            <a:pPr>
              <a:buFont typeface="Wingdings" panose="05000000000000000000" pitchFamily="2" charset="2"/>
              <a:buChar char="ü"/>
              <a:defRPr/>
            </a:pPr>
            <a:r>
              <a:rPr lang="en-US" sz="1800" b="1" dirty="0"/>
              <a:t>Semantic Rules</a:t>
            </a:r>
          </a:p>
          <a:p>
            <a:pPr>
              <a:buFont typeface="Wingdings" panose="05000000000000000000" pitchFamily="2" charset="2"/>
              <a:buChar char="ü"/>
              <a:defRPr/>
            </a:pPr>
            <a:r>
              <a:rPr lang="en-US" sz="1800" dirty="0"/>
              <a:t>Syntax Rules</a:t>
            </a:r>
          </a:p>
          <a:p>
            <a:pPr>
              <a:buFont typeface="Wingdings" panose="05000000000000000000" pitchFamily="2" charset="2"/>
              <a:buChar char="ü"/>
              <a:defRPr/>
            </a:pPr>
            <a:r>
              <a:rPr lang="en-US" sz="1800" dirty="0"/>
              <a:t>parsing  Rules</a:t>
            </a:r>
          </a:p>
          <a:p>
            <a:pPr>
              <a:buFont typeface="Wingdings" panose="05000000000000000000" pitchFamily="2" charset="2"/>
              <a:buChar char="ü"/>
              <a:defRPr/>
            </a:pPr>
            <a:r>
              <a:rPr lang="en-US" sz="1800" dirty="0"/>
              <a:t>None of these</a:t>
            </a:r>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41411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A2BDAAB-7780-443B-97E9-4D7770DAFC8B}"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8CF49333-29AE-4210-B424-F1DDCC8E8737}" type="slidenum">
              <a:rPr lang="en-US"/>
              <a:pPr>
                <a:defRPr/>
              </a:pPr>
              <a:t>34</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Daily Quiz</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a:buFont typeface="Wingdings" panose="05000000000000000000" pitchFamily="2" charset="2"/>
              <a:buChar char="§"/>
              <a:defRPr/>
            </a:pPr>
            <a:r>
              <a:rPr lang="en-US" sz="2200" dirty="0">
                <a:latin typeface="+mj-lt"/>
                <a:cs typeface="Times New Roman" pitchFamily="18" charset="0"/>
              </a:rPr>
              <a:t>Which mapping is described by the implementation of the syntax-directed translator?</a:t>
            </a:r>
          </a:p>
          <a:p>
            <a:pPr>
              <a:buFont typeface="Wingdings" panose="05000000000000000000" pitchFamily="2" charset="2"/>
              <a:buChar char="ü"/>
              <a:defRPr/>
            </a:pPr>
            <a:r>
              <a:rPr lang="en-US" sz="1800" dirty="0">
                <a:latin typeface="+mj-lt"/>
                <a:cs typeface="Times New Roman" pitchFamily="18" charset="0"/>
              </a:rPr>
              <a:t>Parse table</a:t>
            </a:r>
          </a:p>
          <a:p>
            <a:pPr>
              <a:buFont typeface="Wingdings" panose="05000000000000000000" pitchFamily="2" charset="2"/>
              <a:buChar char="ü"/>
              <a:defRPr/>
            </a:pPr>
            <a:r>
              <a:rPr lang="en-US" sz="1800" dirty="0">
                <a:latin typeface="+mj-lt"/>
                <a:cs typeface="Times New Roman" pitchFamily="18" charset="0"/>
              </a:rPr>
              <a:t>Input</a:t>
            </a:r>
          </a:p>
          <a:p>
            <a:pPr>
              <a:buFont typeface="Wingdings" panose="05000000000000000000" pitchFamily="2" charset="2"/>
              <a:buChar char="ü"/>
              <a:defRPr/>
            </a:pPr>
            <a:r>
              <a:rPr lang="en-US" sz="1800" dirty="0">
                <a:latin typeface="+mj-lt"/>
                <a:cs typeface="Times New Roman" pitchFamily="18" charset="0"/>
              </a:rPr>
              <a:t>Output</a:t>
            </a:r>
          </a:p>
          <a:p>
            <a:pPr>
              <a:buFont typeface="Wingdings" panose="05000000000000000000" pitchFamily="2" charset="2"/>
              <a:buChar char="ü"/>
              <a:defRPr/>
            </a:pPr>
            <a:r>
              <a:rPr lang="en-US" sz="1800" b="1" dirty="0">
                <a:latin typeface="+mj-lt"/>
                <a:cs typeface="Times New Roman" pitchFamily="18" charset="0"/>
              </a:rPr>
              <a:t>Input-Output</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61547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defRPr/>
            </a:pPr>
            <a:r>
              <a:rPr lang="en-US" sz="2400" spc="-5" dirty="0">
                <a:cs typeface="Times New Roman"/>
              </a:rPr>
              <a:t>An SDD </a:t>
            </a:r>
            <a:r>
              <a:rPr lang="en-US" sz="2400" dirty="0">
                <a:cs typeface="Times New Roman"/>
              </a:rPr>
              <a:t>that involves only synthesized attributes </a:t>
            </a:r>
            <a:r>
              <a:rPr lang="en-US" sz="2400" spc="-5" dirty="0">
                <a:cs typeface="Times New Roman"/>
              </a:rPr>
              <a:t>is </a:t>
            </a:r>
            <a:r>
              <a:rPr lang="en-US" sz="2400" dirty="0">
                <a:cs typeface="Times New Roman"/>
              </a:rPr>
              <a:t>called</a:t>
            </a:r>
            <a:r>
              <a:rPr lang="en-US" sz="2400" spc="-145" dirty="0">
                <a:cs typeface="Times New Roman"/>
              </a:rPr>
              <a:t> </a:t>
            </a:r>
            <a:r>
              <a:rPr lang="en-US" sz="2400" b="1" dirty="0">
                <a:cs typeface="Times New Roman"/>
              </a:rPr>
              <a:t>S-attributed</a:t>
            </a:r>
          </a:p>
          <a:p>
            <a:pPr algn="just">
              <a:defRPr/>
            </a:pPr>
            <a:r>
              <a:rPr lang="en-US" sz="2400" spc="-5" dirty="0">
                <a:cs typeface="Times New Roman"/>
              </a:rPr>
              <a:t>An SDD </a:t>
            </a:r>
            <a:r>
              <a:rPr lang="en-US" sz="2400" dirty="0">
                <a:cs typeface="Times New Roman"/>
              </a:rPr>
              <a:t>that involves only inherit attributes </a:t>
            </a:r>
            <a:r>
              <a:rPr lang="en-US" sz="2400" spc="-5" dirty="0">
                <a:cs typeface="Times New Roman"/>
              </a:rPr>
              <a:t>is </a:t>
            </a:r>
            <a:r>
              <a:rPr lang="en-US" sz="2400" dirty="0">
                <a:cs typeface="Times New Roman"/>
              </a:rPr>
              <a:t>called</a:t>
            </a:r>
            <a:r>
              <a:rPr lang="en-US" sz="2400" spc="-145" dirty="0">
                <a:cs typeface="Times New Roman"/>
              </a:rPr>
              <a:t> L</a:t>
            </a:r>
            <a:r>
              <a:rPr lang="en-US" sz="2400" b="1" dirty="0">
                <a:cs typeface="Times New Roman"/>
              </a:rPr>
              <a:t>-attributed</a:t>
            </a:r>
          </a:p>
          <a:p>
            <a:pPr algn="just">
              <a:defRPr/>
            </a:pPr>
            <a:r>
              <a:rPr lang="en-US" sz="2400" dirty="0"/>
              <a:t>A parse tree, showing the value(s) of its attribute(s)  is called an </a:t>
            </a:r>
            <a:r>
              <a:rPr lang="en-US" sz="2400" b="1" dirty="0">
                <a:cs typeface="Times New Roman" pitchFamily="18" charset="0"/>
              </a:rPr>
              <a:t>annotated parse tree</a:t>
            </a:r>
            <a:endParaRPr lang="en-US" sz="2400" b="1" dirty="0">
              <a:cs typeface="Times New Roman"/>
            </a:endParaRPr>
          </a:p>
          <a:p>
            <a:pPr algn="just"/>
            <a:endParaRPr lang="en-US" sz="2400" b="1" dirty="0">
              <a:cs typeface="Tahoma" pitchFamily="34" charset="0"/>
            </a:endParaRP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4655FD8E-6C46-48ED-B009-67FD5C585354}"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35</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syntax directed translation </a:t>
            </a:r>
          </a:p>
          <a:p>
            <a:pPr marL="457200" indent="-457200">
              <a:buFont typeface="+mj-lt"/>
              <a:buAutoNum type="arabicPeriod"/>
            </a:pPr>
            <a:r>
              <a:rPr lang="en-US" sz="2400" dirty="0"/>
              <a:t>Example of evaluating the SDT with the help of attributes </a:t>
            </a:r>
          </a:p>
        </p:txBody>
      </p:sp>
      <p:sp>
        <p:nvSpPr>
          <p:cNvPr id="4" name="Date Placeholder 3"/>
          <p:cNvSpPr>
            <a:spLocks noGrp="1"/>
          </p:cNvSpPr>
          <p:nvPr>
            <p:ph type="dt" sz="quarter" idx="10"/>
          </p:nvPr>
        </p:nvSpPr>
        <p:spPr/>
        <p:txBody>
          <a:bodyPr/>
          <a:lstStyle/>
          <a:p>
            <a:pPr>
              <a:defRPr/>
            </a:pPr>
            <a:fld id="{00A592D5-ECE3-46EE-B549-CEF64931FE7A}"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36</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a:t>Topic </a:t>
            </a:r>
            <a:r>
              <a:rPr lang="en-US" sz="3200" b="1" dirty="0"/>
              <a:t>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457200" y="1066800"/>
            <a:ext cx="8229600" cy="5059363"/>
          </a:xfrm>
        </p:spPr>
        <p:txBody>
          <a:bodyPr/>
          <a:lstStyle/>
          <a:p>
            <a:pPr>
              <a:buFont typeface="Arial" charset="0"/>
              <a:buNone/>
            </a:pPr>
            <a:r>
              <a:rPr lang="en-US" sz="2200" b="1"/>
              <a:t>    Production			Semantic Actions</a:t>
            </a:r>
          </a:p>
          <a:p>
            <a:r>
              <a:rPr lang="en-US" sz="2200"/>
              <a:t>S</a:t>
            </a:r>
            <a:r>
              <a:rPr lang="en-US" sz="2200">
                <a:sym typeface="Symbol" pitchFamily="18" charset="2"/>
              </a:rPr>
              <a:t> E$		{print val[Top]}</a:t>
            </a:r>
            <a:endParaRPr lang="en-US" sz="2200"/>
          </a:p>
          <a:p>
            <a:r>
              <a:rPr lang="en-US" sz="2200"/>
              <a:t>E</a:t>
            </a:r>
            <a:r>
              <a:rPr lang="en-US" sz="2200">
                <a:sym typeface="Symbol" pitchFamily="18" charset="2"/>
              </a:rPr>
              <a:t>E+E		{val[Top]}= val[Top-1]+ val[Top]}</a:t>
            </a:r>
          </a:p>
          <a:p>
            <a:r>
              <a:rPr lang="en-US" sz="2200"/>
              <a:t>E</a:t>
            </a:r>
            <a:r>
              <a:rPr lang="en-US" sz="2200">
                <a:sym typeface="Symbol" pitchFamily="18" charset="2"/>
              </a:rPr>
              <a:t>E*E 		{val[Top]}= val[Top-1]* val[Top]}</a:t>
            </a:r>
          </a:p>
          <a:p>
            <a:r>
              <a:rPr lang="en-US" sz="2200"/>
              <a:t>E</a:t>
            </a:r>
            <a:r>
              <a:rPr lang="en-US" sz="2200">
                <a:sym typeface="Symbol" pitchFamily="18" charset="2"/>
              </a:rPr>
              <a:t>I			{ }</a:t>
            </a:r>
          </a:p>
          <a:p>
            <a:r>
              <a:rPr lang="en-US" sz="2200">
                <a:sym typeface="Symbol" pitchFamily="18" charset="2"/>
              </a:rPr>
              <a:t>II.digit		{val[Top]}= val[Top-1]*10+lex.val}</a:t>
            </a:r>
            <a:endParaRPr lang="en-US" sz="2200"/>
          </a:p>
          <a:p>
            <a:r>
              <a:rPr lang="en-US" sz="2200">
                <a:sym typeface="Symbol" pitchFamily="18" charset="2"/>
              </a:rPr>
              <a:t>Idigit		 {val[Top]}= val[Top]=lex.val}</a:t>
            </a:r>
            <a:endParaRPr lang="en-US" sz="2200"/>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Implementation of desk calculator</a:t>
            </a:r>
            <a:r>
              <a:rPr lang="en-US" sz="3200" b="1" spc="-5" dirty="0"/>
              <a:t>(CO3)</a:t>
            </a:r>
            <a:endParaRPr lang="en-US" sz="3200" b="1" spc="-10" dirty="0"/>
          </a:p>
        </p:txBody>
      </p:sp>
      <p:sp>
        <p:nvSpPr>
          <p:cNvPr id="5" name="Date Placeholder 4"/>
          <p:cNvSpPr>
            <a:spLocks noGrp="1"/>
          </p:cNvSpPr>
          <p:nvPr>
            <p:ph type="dt" sz="half" idx="10"/>
          </p:nvPr>
        </p:nvSpPr>
        <p:spPr/>
        <p:txBody>
          <a:bodyPr/>
          <a:lstStyle/>
          <a:p>
            <a:fld id="{735A10C4-7CAD-45F4-914F-EB545A6BB9A1}"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Footer Placeholder 6"/>
          <p:cNvSpPr>
            <a:spLocks noGrp="1"/>
          </p:cNvSpPr>
          <p:nvPr>
            <p:ph type="ftr" sz="quarter" idx="11"/>
          </p:nvPr>
        </p:nvSpPr>
        <p:spPr>
          <a:xfrm>
            <a:off x="3124200" y="6356350"/>
            <a:ext cx="3733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457200" y="1066800"/>
            <a:ext cx="8229600" cy="5059363"/>
          </a:xfrm>
        </p:spPr>
        <p:txBody>
          <a:bodyPr>
            <a:normAutofit fontScale="55000" lnSpcReduction="20000"/>
          </a:bodyPr>
          <a:lstStyle/>
          <a:p>
            <a:pPr algn="just"/>
            <a:r>
              <a:rPr lang="en-US" sz="2200" b="1" dirty="0"/>
              <a:t> </a:t>
            </a:r>
            <a:r>
              <a:rPr lang="en-US" dirty="0">
                <a:solidFill>
                  <a:srgbClr val="FF0000"/>
                </a:solidFill>
              </a:rPr>
              <a:t>Design and implement a desk calculator that can perform basic arithmetic operations (+, -, *, /) and handle parentheses for precedence.</a:t>
            </a:r>
          </a:p>
          <a:p>
            <a:r>
              <a:rPr lang="en-US" b="1" dirty="0"/>
              <a:t>Solution Approach:</a:t>
            </a:r>
          </a:p>
          <a:p>
            <a:r>
              <a:rPr lang="en-US" b="1" dirty="0"/>
              <a:t>Understanding Requirements</a:t>
            </a:r>
            <a:r>
              <a:rPr lang="en-US" dirty="0"/>
              <a:t>:</a:t>
            </a:r>
          </a:p>
          <a:p>
            <a:pPr lvl="1"/>
            <a:r>
              <a:rPr lang="en-US" dirty="0"/>
              <a:t>The calculator should handle basic arithmetic operations: addition (+), subtraction (-), multiplication (*), and division (/).</a:t>
            </a:r>
          </a:p>
          <a:p>
            <a:pPr lvl="1"/>
            <a:r>
              <a:rPr lang="en-US" dirty="0"/>
              <a:t>It should respect operator precedence, where multiplication and division take precedence over addition and subtraction.</a:t>
            </a:r>
          </a:p>
          <a:p>
            <a:pPr lvl="1"/>
            <a:r>
              <a:rPr lang="en-US" dirty="0"/>
              <a:t>Parentheses should be used to enforce precedence.</a:t>
            </a:r>
          </a:p>
          <a:p>
            <a:r>
              <a:rPr lang="en-US" b="1" dirty="0"/>
              <a:t>Example Calculation</a:t>
            </a:r>
            <a:r>
              <a:rPr lang="en-US" dirty="0"/>
              <a:t>: Consider the expression: 2+3∗(4−1)2 + 3 * (4 - 1)2+3∗(4−1).</a:t>
            </a:r>
          </a:p>
          <a:p>
            <a:r>
              <a:rPr lang="en-US" b="1" dirty="0"/>
              <a:t>Step-by-Step Evaluation</a:t>
            </a:r>
            <a:r>
              <a:rPr lang="en-US" dirty="0"/>
              <a:t>:</a:t>
            </a:r>
          </a:p>
          <a:p>
            <a:pPr lvl="1"/>
            <a:r>
              <a:rPr lang="en-US" dirty="0"/>
              <a:t>Evaluate inside the parentheses first: 4−1=34 - 1 = 34−1=3.</a:t>
            </a:r>
          </a:p>
          <a:p>
            <a:pPr lvl="1"/>
            <a:r>
              <a:rPr lang="en-US" dirty="0"/>
              <a:t>Substitute back into the expression: 2+3∗32 + 3 * 32+3∗3.</a:t>
            </a:r>
          </a:p>
          <a:p>
            <a:pPr lvl="1"/>
            <a:r>
              <a:rPr lang="en-US" dirty="0"/>
              <a:t>Perform multiplication first: 3∗3=93 * 3 = 93∗3=9.</a:t>
            </a:r>
          </a:p>
          <a:p>
            <a:pPr lvl="1"/>
            <a:r>
              <a:rPr lang="en-US" dirty="0"/>
              <a:t>Add the result to 2: 2+9=112 + 9 = 112+9=11.</a:t>
            </a:r>
          </a:p>
          <a:p>
            <a:r>
              <a:rPr lang="en-US" b="1" dirty="0"/>
              <a:t>Execution Strategy</a:t>
            </a:r>
            <a:r>
              <a:rPr lang="en-US" dirty="0"/>
              <a:t>:</a:t>
            </a:r>
          </a:p>
          <a:p>
            <a:pPr lvl="1"/>
            <a:r>
              <a:rPr lang="en-US" dirty="0"/>
              <a:t>Start from left to right, respecting parentheses and operator precedence.</a:t>
            </a:r>
          </a:p>
          <a:p>
            <a:pPr lvl="1"/>
            <a:r>
              <a:rPr lang="en-US" dirty="0"/>
              <a:t>Use a separate line or space for each step of calculation to maintain clarity.</a:t>
            </a:r>
          </a:p>
          <a:p>
            <a:r>
              <a:rPr lang="en-US" b="1" dirty="0"/>
              <a:t>Handling Errors</a:t>
            </a:r>
            <a:r>
              <a:rPr lang="en-US" dirty="0"/>
              <a:t>:</a:t>
            </a:r>
          </a:p>
          <a:p>
            <a:pPr lvl="1"/>
            <a:r>
              <a:rPr lang="en-US" dirty="0"/>
              <a:t>Ensure division by zero is not attempted.</a:t>
            </a:r>
          </a:p>
          <a:p>
            <a:pPr lvl="1"/>
            <a:r>
              <a:rPr lang="en-US" dirty="0"/>
              <a:t>Recognize and correct input errors like missing operators or parentheses.</a:t>
            </a:r>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Implementation of desk calculator</a:t>
            </a:r>
            <a:r>
              <a:rPr lang="en-US" sz="3200" b="1" spc="-5" dirty="0"/>
              <a:t>(CO3)</a:t>
            </a:r>
            <a:endParaRPr lang="en-US" sz="3200" b="1" spc="-10" dirty="0"/>
          </a:p>
        </p:txBody>
      </p:sp>
      <p:sp>
        <p:nvSpPr>
          <p:cNvPr id="5" name="Date Placeholder 4"/>
          <p:cNvSpPr>
            <a:spLocks noGrp="1"/>
          </p:cNvSpPr>
          <p:nvPr>
            <p:ph type="dt" sz="half" idx="10"/>
          </p:nvPr>
        </p:nvSpPr>
        <p:spPr/>
        <p:txBody>
          <a:bodyPr/>
          <a:lstStyle/>
          <a:p>
            <a:fld id="{735A10C4-7CAD-45F4-914F-EB545A6BB9A1}"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Footer Placeholder 6"/>
          <p:cNvSpPr>
            <a:spLocks noGrp="1"/>
          </p:cNvSpPr>
          <p:nvPr>
            <p:ph type="ftr" sz="quarter" idx="11"/>
          </p:nvPr>
        </p:nvSpPr>
        <p:spPr>
          <a:xfrm>
            <a:off x="3124200" y="6356350"/>
            <a:ext cx="3733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420869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457200" y="1066800"/>
            <a:ext cx="8229600" cy="5059363"/>
          </a:xfrm>
        </p:spPr>
        <p:txBody>
          <a:bodyPr>
            <a:normAutofit/>
          </a:bodyPr>
          <a:lstStyle/>
          <a:p>
            <a:r>
              <a:rPr lang="en-US" sz="2000" b="1" dirty="0"/>
              <a:t>Example Calculation:</a:t>
            </a:r>
          </a:p>
          <a:p>
            <a:r>
              <a:rPr lang="en-US" sz="2000" dirty="0"/>
              <a:t>Given the expression 2+3∗(4−1), follow these steps:</a:t>
            </a:r>
          </a:p>
          <a:p>
            <a:r>
              <a:rPr lang="en-US" sz="2000" dirty="0"/>
              <a:t>Compute 4−1</a:t>
            </a:r>
          </a:p>
          <a:p>
            <a:r>
              <a:rPr lang="en-US" sz="2000" dirty="0"/>
              <a:t>               4−1=3</a:t>
            </a:r>
          </a:p>
          <a:p>
            <a:r>
              <a:rPr lang="en-US" sz="2000" dirty="0"/>
              <a:t>Substitute into the original expression:</a:t>
            </a:r>
          </a:p>
          <a:p>
            <a:r>
              <a:rPr lang="en-US" sz="2000" dirty="0"/>
              <a:t>               2+3∗3</a:t>
            </a:r>
          </a:p>
          <a:p>
            <a:r>
              <a:rPr lang="en-US" sz="2000" dirty="0"/>
              <a:t>Perform multiplication:</a:t>
            </a:r>
          </a:p>
          <a:p>
            <a:r>
              <a:rPr lang="en-US" sz="2000" dirty="0"/>
              <a:t>                 3∗3=9</a:t>
            </a:r>
          </a:p>
          <a:p>
            <a:r>
              <a:rPr lang="en-US" sz="2000" dirty="0"/>
              <a:t>Add to the initial number:</a:t>
            </a:r>
          </a:p>
          <a:p>
            <a:r>
              <a:rPr lang="en-US" sz="2000" dirty="0"/>
              <a:t>                2+9=11</a:t>
            </a:r>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Implementation of desk calculator</a:t>
            </a:r>
            <a:r>
              <a:rPr lang="en-US" sz="3200" b="1" spc="-5" dirty="0"/>
              <a:t>(CO3)</a:t>
            </a:r>
            <a:endParaRPr lang="en-US" sz="3200" b="1" spc="-10" dirty="0"/>
          </a:p>
        </p:txBody>
      </p:sp>
      <p:sp>
        <p:nvSpPr>
          <p:cNvPr id="5" name="Date Placeholder 4"/>
          <p:cNvSpPr>
            <a:spLocks noGrp="1"/>
          </p:cNvSpPr>
          <p:nvPr>
            <p:ph type="dt" sz="half" idx="10"/>
          </p:nvPr>
        </p:nvSpPr>
        <p:spPr/>
        <p:txBody>
          <a:bodyPr/>
          <a:lstStyle/>
          <a:p>
            <a:fld id="{735A10C4-7CAD-45F4-914F-EB545A6BB9A1}"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Footer Placeholder 6"/>
          <p:cNvSpPr>
            <a:spLocks noGrp="1"/>
          </p:cNvSpPr>
          <p:nvPr>
            <p:ph type="ftr" sz="quarter" idx="11"/>
          </p:nvPr>
        </p:nvSpPr>
        <p:spPr>
          <a:xfrm>
            <a:off x="3124200" y="6356350"/>
            <a:ext cx="3733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52193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defRPr/>
            </a:pPr>
            <a:r>
              <a:rPr lang="en-US" sz="2400" spc="-5" dirty="0">
                <a:cs typeface="Times New Roman"/>
              </a:rPr>
              <a:t>Implementation of desk Calculator</a:t>
            </a:r>
            <a:endParaRPr lang="en-US" sz="2400" b="1" dirty="0">
              <a:cs typeface="Times New Roman"/>
            </a:endParaRPr>
          </a:p>
          <a:p>
            <a:pPr algn="just"/>
            <a:endParaRPr lang="en-US" sz="2400" b="1" dirty="0">
              <a:cs typeface="Tahoma" pitchFamily="34" charset="0"/>
            </a:endParaRP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EBB1EC10-A1EB-404E-A274-80DB22ECF749}"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40</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intermediate code generation </a:t>
            </a:r>
          </a:p>
          <a:p>
            <a:pPr marL="457200" indent="-457200">
              <a:buFont typeface="+mj-lt"/>
              <a:buAutoNum type="arabicPeriod"/>
            </a:pPr>
            <a:r>
              <a:rPr lang="en-US" sz="2400" dirty="0">
                <a:cs typeface="Times New Roman"/>
              </a:rPr>
              <a:t>Very useful in the concept of how high level program is stored in address form</a:t>
            </a:r>
            <a:endParaRPr lang="en-US" sz="2400" dirty="0"/>
          </a:p>
        </p:txBody>
      </p:sp>
      <p:sp>
        <p:nvSpPr>
          <p:cNvPr id="4" name="Date Placeholder 3"/>
          <p:cNvSpPr>
            <a:spLocks noGrp="1"/>
          </p:cNvSpPr>
          <p:nvPr>
            <p:ph type="dt" sz="quarter" idx="10"/>
          </p:nvPr>
        </p:nvSpPr>
        <p:spPr/>
        <p:txBody>
          <a:bodyPr/>
          <a:lstStyle/>
          <a:p>
            <a:pPr>
              <a:defRPr/>
            </a:pPr>
            <a:fld id="{83ABA551-6941-4B96-B12C-8DB5F9FB7C6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41</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a:t>Topic </a:t>
            </a:r>
            <a:r>
              <a:rPr lang="en-US" sz="3200" b="1" dirty="0"/>
              <a:t>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Content Placeholder 2"/>
          <p:cNvSpPr>
            <a:spLocks noGrp="1"/>
          </p:cNvSpPr>
          <p:nvPr>
            <p:ph idx="1"/>
          </p:nvPr>
        </p:nvSpPr>
        <p:spPr/>
        <p:txBody>
          <a:bodyPr/>
          <a:lstStyle/>
          <a:p>
            <a:pPr marL="355600" algn="just" eaLnBrk="1" hangingPunct="1">
              <a:lnSpc>
                <a:spcPts val="2588"/>
              </a:lnSpc>
              <a:spcBef>
                <a:spcPts val="425"/>
              </a:spcBef>
              <a:buSzPct val="60000"/>
              <a:buFont typeface="Arial" pitchFamily="34" charset="0"/>
              <a:buChar char="•"/>
              <a:tabLst>
                <a:tab pos="354013" algn="l"/>
                <a:tab pos="355600" algn="l"/>
              </a:tabLst>
            </a:pPr>
            <a:r>
              <a:rPr lang="en-US" sz="2200" dirty="0">
                <a:cs typeface="Times New Roman" pitchFamily="18" charset="0"/>
              </a:rPr>
              <a:t>Front end of a compiler is efficient and can be automated</a:t>
            </a:r>
          </a:p>
          <a:p>
            <a:pPr marL="355600" algn="just" eaLnBrk="1" hangingPunct="1">
              <a:lnSpc>
                <a:spcPts val="2588"/>
              </a:lnSpc>
              <a:spcBef>
                <a:spcPts val="500"/>
              </a:spcBef>
              <a:buSzPct val="60000"/>
              <a:buFont typeface="Arial" pitchFamily="34" charset="0"/>
              <a:buChar char="•"/>
              <a:tabLst>
                <a:tab pos="354013" algn="l"/>
                <a:tab pos="355600" algn="l"/>
              </a:tabLst>
            </a:pPr>
            <a:r>
              <a:rPr lang="en-US" sz="2200" dirty="0">
                <a:cs typeface="Times New Roman" pitchFamily="18" charset="0"/>
              </a:rPr>
              <a:t>Back end is generally hard to automate and finding the  optimum solution requires exponential time</a:t>
            </a:r>
          </a:p>
          <a:p>
            <a:pPr marL="355600" algn="just" eaLnBrk="1" hangingPunct="1">
              <a:lnSpc>
                <a:spcPts val="2588"/>
              </a:lnSpc>
              <a:spcBef>
                <a:spcPts val="513"/>
              </a:spcBef>
              <a:buSzPct val="60000"/>
              <a:buFont typeface="Arial" pitchFamily="34" charset="0"/>
              <a:buChar char="•"/>
              <a:tabLst>
                <a:tab pos="354013" algn="l"/>
                <a:tab pos="355600" algn="l"/>
              </a:tabLst>
            </a:pPr>
            <a:r>
              <a:rPr lang="en-US" sz="2200" dirty="0">
                <a:cs typeface="Times New Roman" pitchFamily="18" charset="0"/>
              </a:rPr>
              <a:t>Intermediate code generation can affect the  performance of the back end</a:t>
            </a:r>
          </a:p>
          <a:p>
            <a:pPr marL="355600" algn="just" eaLnBrk="1" hangingPunct="1">
              <a:spcBef>
                <a:spcPts val="100"/>
              </a:spcBef>
              <a:buSzPct val="60000"/>
              <a:buFont typeface="Arial" pitchFamily="34" charset="0"/>
              <a:buChar char="•"/>
              <a:tabLst>
                <a:tab pos="354013" algn="l"/>
                <a:tab pos="355600" algn="l"/>
              </a:tabLst>
            </a:pPr>
            <a:r>
              <a:rPr lang="en-US" sz="2200" dirty="0">
                <a:cs typeface="Times New Roman" pitchFamily="18" charset="0"/>
              </a:rPr>
              <a:t>Goal: Generate a Machine Independent  Intermediate Form that is Suitable for Optimization  and Portability</a:t>
            </a:r>
          </a:p>
          <a:p>
            <a:pPr marL="355600" algn="just" eaLnBrk="1" hangingPunct="1">
              <a:spcBef>
                <a:spcPts val="700"/>
              </a:spcBef>
              <a:buSzPct val="60000"/>
              <a:buFont typeface="Arial" pitchFamily="34" charset="0"/>
              <a:buChar char="•"/>
              <a:tabLst>
                <a:tab pos="354013" algn="l"/>
                <a:tab pos="355600" algn="l"/>
              </a:tabLst>
            </a:pPr>
            <a:r>
              <a:rPr lang="en-US" sz="2200" dirty="0">
                <a:cs typeface="Times New Roman" pitchFamily="18" charset="0"/>
              </a:rPr>
              <a:t>Facilitates retargeting: enables attaching a back  end for the new machine to an existing front end</a:t>
            </a:r>
          </a:p>
          <a:p>
            <a:pPr marL="355600" algn="just" eaLnBrk="1" hangingPunct="1">
              <a:spcBef>
                <a:spcPts val="713"/>
              </a:spcBef>
              <a:buSzPct val="60000"/>
              <a:buFont typeface="Arial" pitchFamily="34" charset="0"/>
              <a:buChar char="•"/>
              <a:tabLst>
                <a:tab pos="354013" algn="l"/>
                <a:tab pos="355600" algn="l"/>
              </a:tabLst>
            </a:pPr>
            <a:r>
              <a:rPr lang="en-US" sz="2200" dirty="0">
                <a:cs typeface="Times New Roman" pitchFamily="18" charset="0"/>
              </a:rPr>
              <a:t>Enables machine-independent code optimization</a:t>
            </a:r>
          </a:p>
          <a:p>
            <a:pPr marL="355600" algn="just" eaLnBrk="1" hangingPunct="1">
              <a:lnSpc>
                <a:spcPts val="2588"/>
              </a:lnSpc>
              <a:spcBef>
                <a:spcPts val="513"/>
              </a:spcBef>
              <a:buClr>
                <a:srgbClr val="DD8046"/>
              </a:buClr>
              <a:buSzPct val="60000"/>
              <a:buFont typeface="Wingdings" pitchFamily="2" charset="2"/>
              <a:buChar char=""/>
              <a:tabLst>
                <a:tab pos="354013" algn="l"/>
                <a:tab pos="355600" algn="l"/>
              </a:tabLst>
            </a:pPr>
            <a:endParaRPr lang="en-US" sz="2000" dirty="0">
              <a:latin typeface="Times New Roman" pitchFamily="18" charset="0"/>
              <a:cs typeface="Times New Roman" pitchFamily="18" charset="0"/>
            </a:endParaRPr>
          </a:p>
          <a:p>
            <a:pPr marL="355600" algn="just" eaLnBrk="1" hangingPunct="1">
              <a:tabLst>
                <a:tab pos="354013" algn="l"/>
                <a:tab pos="355600" algn="l"/>
              </a:tabLst>
            </a:pPr>
            <a:endParaRPr lang="en-US" sz="2000" dirty="0">
              <a:latin typeface="Times New Roman" pitchFamily="18" charset="0"/>
              <a:cs typeface="Times New Roman" pitchFamily="18" charset="0"/>
            </a:endParaRPr>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Intermediate Code representation</a:t>
            </a:r>
            <a:r>
              <a:rPr lang="en-US" sz="3200" b="1" spc="-5" dirty="0"/>
              <a:t>(CO3)</a:t>
            </a:r>
            <a:endParaRPr lang="en-US" sz="3200" b="1" spc="-10" dirty="0"/>
          </a:p>
        </p:txBody>
      </p:sp>
      <p:sp>
        <p:nvSpPr>
          <p:cNvPr id="6" name="Date Placeholder 5"/>
          <p:cNvSpPr>
            <a:spLocks noGrp="1"/>
          </p:cNvSpPr>
          <p:nvPr>
            <p:ph type="dt" sz="half" idx="10"/>
          </p:nvPr>
        </p:nvSpPr>
        <p:spPr/>
        <p:txBody>
          <a:bodyPr/>
          <a:lstStyle/>
          <a:p>
            <a:fld id="{74857F24-E362-4585-9B4F-271B487E8220}" type="datetime1">
              <a:rPr lang="en-US" smtClean="0"/>
              <a:t>11/11/2024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p:txBody>
          <a:bodyPr/>
          <a:lstStyle/>
          <a:p>
            <a:pPr marL="355600" eaLnBrk="1" hangingPunct="1">
              <a:spcBef>
                <a:spcPts val="938"/>
              </a:spcBef>
              <a:buSzPct val="95000"/>
              <a:buFont typeface="Tahoma" pitchFamily="34" charset="0"/>
              <a:buChar char="•"/>
              <a:tabLst>
                <a:tab pos="354013" algn="l"/>
                <a:tab pos="355600" algn="l"/>
              </a:tabLst>
            </a:pPr>
            <a:r>
              <a:rPr lang="en-US" sz="2200" dirty="0">
                <a:cs typeface="Times New Roman" pitchFamily="18" charset="0"/>
              </a:rPr>
              <a:t>Graphical representations </a:t>
            </a:r>
          </a:p>
          <a:p>
            <a:pPr marL="355600" eaLnBrk="1" hangingPunct="1">
              <a:spcBef>
                <a:spcPts val="938"/>
              </a:spcBef>
              <a:buSzPct val="95000"/>
              <a:buFont typeface="Tahoma" pitchFamily="34" charset="0"/>
              <a:buChar char="•"/>
              <a:tabLst>
                <a:tab pos="354013" algn="l"/>
                <a:tab pos="355600" algn="l"/>
              </a:tabLst>
            </a:pPr>
            <a:r>
              <a:rPr lang="en-US" sz="2200" dirty="0">
                <a:cs typeface="Times New Roman" pitchFamily="18" charset="0"/>
              </a:rPr>
              <a:t>e.g. Abstract Syntax Tree</a:t>
            </a:r>
          </a:p>
          <a:p>
            <a:pPr marL="355600" eaLnBrk="1" hangingPunct="1">
              <a:lnSpc>
                <a:spcPts val="2163"/>
              </a:lnSpc>
              <a:spcBef>
                <a:spcPts val="1213"/>
              </a:spcBef>
              <a:buSzPct val="95000"/>
              <a:buFont typeface="Tahoma" pitchFamily="34" charset="0"/>
              <a:buChar char="•"/>
              <a:tabLst>
                <a:tab pos="354013" algn="l"/>
                <a:tab pos="355600" algn="l"/>
              </a:tabLst>
            </a:pPr>
            <a:r>
              <a:rPr lang="en-US" sz="2200" dirty="0">
                <a:cs typeface="Times New Roman" pitchFamily="18" charset="0"/>
              </a:rPr>
              <a:t>Postfix notation: operations on values stored on operand stack (similar to  JVM byte code)</a:t>
            </a:r>
          </a:p>
          <a:p>
            <a:pPr marL="355600" eaLnBrk="1" hangingPunct="1">
              <a:lnSpc>
                <a:spcPts val="2163"/>
              </a:lnSpc>
              <a:spcBef>
                <a:spcPts val="1200"/>
              </a:spcBef>
              <a:buSzPct val="95000"/>
              <a:buFont typeface="Tahoma" pitchFamily="34" charset="0"/>
              <a:buChar char="•"/>
              <a:tabLst>
                <a:tab pos="354013" algn="l"/>
                <a:tab pos="355600" algn="l"/>
              </a:tabLst>
            </a:pPr>
            <a:r>
              <a:rPr lang="en-US" sz="2200" dirty="0">
                <a:cs typeface="Times New Roman" pitchFamily="18" charset="0"/>
              </a:rPr>
              <a:t>Three-address code: (e.g. triples and quads) </a:t>
            </a:r>
          </a:p>
          <a:p>
            <a:pPr marL="355600" eaLnBrk="1" hangingPunct="1">
              <a:lnSpc>
                <a:spcPts val="2163"/>
              </a:lnSpc>
              <a:spcBef>
                <a:spcPts val="1200"/>
              </a:spcBef>
              <a:buSzPct val="95000"/>
              <a:buFont typeface="Arial" charset="0"/>
              <a:buNone/>
              <a:tabLst>
                <a:tab pos="354013" algn="l"/>
                <a:tab pos="355600" algn="l"/>
              </a:tabLst>
            </a:pPr>
            <a:r>
              <a:rPr lang="en-US" sz="2200" dirty="0">
                <a:cs typeface="Times New Roman" pitchFamily="18" charset="0"/>
              </a:rPr>
              <a:t>	 x := y op z</a:t>
            </a:r>
          </a:p>
          <a:p>
            <a:pPr marL="355600" eaLnBrk="1" hangingPunct="1">
              <a:lnSpc>
                <a:spcPts val="2338"/>
              </a:lnSpc>
              <a:spcBef>
                <a:spcPts val="825"/>
              </a:spcBef>
              <a:buSzPct val="95000"/>
              <a:buFont typeface="Tahoma" pitchFamily="34" charset="0"/>
              <a:buChar char="•"/>
              <a:tabLst>
                <a:tab pos="354013" algn="l"/>
                <a:tab pos="355600" algn="l"/>
              </a:tabLst>
            </a:pPr>
            <a:r>
              <a:rPr lang="en-US" sz="2200" dirty="0">
                <a:cs typeface="Times New Roman" pitchFamily="18" charset="0"/>
              </a:rPr>
              <a:t>Two-address code:</a:t>
            </a:r>
          </a:p>
          <a:p>
            <a:pPr marL="355600" eaLnBrk="1" hangingPunct="1">
              <a:lnSpc>
                <a:spcPts val="2163"/>
              </a:lnSpc>
              <a:buFont typeface="Arial" charset="0"/>
              <a:buNone/>
              <a:tabLst>
                <a:tab pos="354013" algn="l"/>
                <a:tab pos="355600" algn="l"/>
              </a:tabLst>
            </a:pPr>
            <a:r>
              <a:rPr lang="en-US" sz="2200" dirty="0">
                <a:cs typeface="Times New Roman" pitchFamily="18" charset="0"/>
              </a:rPr>
              <a:t>	 x := op y</a:t>
            </a:r>
          </a:p>
          <a:p>
            <a:pPr marL="355600" eaLnBrk="1" hangingPunct="1">
              <a:tabLst>
                <a:tab pos="354013" algn="l"/>
                <a:tab pos="355600" algn="l"/>
              </a:tabLst>
            </a:pPr>
            <a:endParaRPr lang="en-US" sz="2000"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58F0C823-1EE2-4D5E-8E78-FEE83765FA3E}" type="datetime1">
              <a:rPr lang="en-US" smtClean="0"/>
              <a:t>11/11/2024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sp>
        <p:nvSpPr>
          <p:cNvPr id="10"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Intermediate Code representation</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457200" y="990600"/>
            <a:ext cx="8229600" cy="5135563"/>
          </a:xfrm>
        </p:spPr>
        <p:txBody>
          <a:bodyPr>
            <a:normAutofit fontScale="92500" lnSpcReduction="10000"/>
          </a:bodyPr>
          <a:lstStyle/>
          <a:p>
            <a:pPr marL="355600" algn="just">
              <a:spcBef>
                <a:spcPts val="938"/>
              </a:spcBef>
              <a:buSzPct val="95000"/>
              <a:buFont typeface="Tahoma" pitchFamily="34" charset="0"/>
              <a:buChar char="•"/>
              <a:tabLst>
                <a:tab pos="354013" algn="l"/>
                <a:tab pos="355600" algn="l"/>
              </a:tabLst>
            </a:pPr>
            <a:r>
              <a:rPr lang="en-US" sz="1800" dirty="0"/>
              <a:t>A parse tree, also known as a concrete syntax tree, represents the syntactic structure of a string according to the rules of a formal grammar. It's constructed during the parsing process of a compiler or interpreter. Parse trees are hierarchical structures where nodes represent terminals (tokens) and non-terminals (grammar rules). Here's an example to illustrate:</a:t>
            </a:r>
          </a:p>
          <a:p>
            <a:r>
              <a:rPr lang="en-US" sz="1600" b="1" dirty="0"/>
              <a:t>Example of a Parse Tree</a:t>
            </a:r>
          </a:p>
          <a:p>
            <a:r>
              <a:rPr lang="en-US" sz="1600" dirty="0"/>
              <a:t>Consider the grammar and input expression:</a:t>
            </a:r>
          </a:p>
          <a:p>
            <a:r>
              <a:rPr lang="en-US" sz="1600" dirty="0"/>
              <a:t>Grammar:</a:t>
            </a:r>
          </a:p>
          <a:p>
            <a:r>
              <a:rPr lang="en-US" sz="1600" dirty="0"/>
              <a:t>E -&gt; E + E</a:t>
            </a:r>
          </a:p>
          <a:p>
            <a:r>
              <a:rPr lang="en-US" sz="1600" dirty="0"/>
              <a:t>E -&gt; E * E</a:t>
            </a:r>
          </a:p>
          <a:p>
            <a:r>
              <a:rPr lang="en-US" sz="1600" dirty="0"/>
              <a:t>E -&gt; (E)</a:t>
            </a:r>
          </a:p>
          <a:p>
            <a:r>
              <a:rPr lang="en-US" sz="1600" dirty="0"/>
              <a:t>E -&gt; </a:t>
            </a:r>
            <a:r>
              <a:rPr lang="en-US" sz="1600" dirty="0" err="1"/>
              <a:t>num</a:t>
            </a:r>
            <a:endParaRPr lang="en-US" sz="1600" dirty="0"/>
          </a:p>
          <a:p>
            <a:r>
              <a:rPr lang="en-US" sz="1600" dirty="0"/>
              <a:t>Input Expression: 2+3∗(4−1)</a:t>
            </a:r>
          </a:p>
          <a:p>
            <a:r>
              <a:rPr lang="en-US" sz="1600" dirty="0">
                <a:solidFill>
                  <a:srgbClr val="FF0000"/>
                </a:solidFill>
                <a:latin typeface="Times New Roman" pitchFamily="18" charset="0"/>
                <a:cs typeface="Times New Roman" pitchFamily="18" charset="0"/>
              </a:rPr>
              <a:t>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2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3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4   1</a:t>
            </a:r>
          </a:p>
        </p:txBody>
      </p:sp>
      <p:sp>
        <p:nvSpPr>
          <p:cNvPr id="6" name="Date Placeholder 5"/>
          <p:cNvSpPr>
            <a:spLocks noGrp="1"/>
          </p:cNvSpPr>
          <p:nvPr>
            <p:ph type="dt" sz="half" idx="10"/>
          </p:nvPr>
        </p:nvSpPr>
        <p:spPr/>
        <p:txBody>
          <a:bodyPr/>
          <a:lstStyle/>
          <a:p>
            <a:fld id="{58F0C823-1EE2-4D5E-8E78-FEE83765FA3E}" type="datetime1">
              <a:rPr lang="en-US" smtClean="0"/>
              <a:t>11/11/2024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44</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sp>
        <p:nvSpPr>
          <p:cNvPr id="10"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dirty="0"/>
              <a:t>Parse Tree</a:t>
            </a:r>
            <a:endParaRPr lang="en-US" sz="3200" b="1" spc="-10"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62967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457200" y="990600"/>
            <a:ext cx="8229600" cy="5135563"/>
          </a:xfrm>
        </p:spPr>
        <p:txBody>
          <a:bodyPr>
            <a:normAutofit fontScale="92500" lnSpcReduction="10000"/>
          </a:bodyPr>
          <a:lstStyle/>
          <a:p>
            <a:pPr marL="355600" algn="just">
              <a:spcBef>
                <a:spcPts val="938"/>
              </a:spcBef>
              <a:buSzPct val="95000"/>
              <a:buFont typeface="Tahoma" pitchFamily="34" charset="0"/>
              <a:buChar char="•"/>
              <a:tabLst>
                <a:tab pos="354013" algn="l"/>
                <a:tab pos="355600" algn="l"/>
              </a:tabLst>
            </a:pPr>
            <a:r>
              <a:rPr lang="en-US" sz="1800" dirty="0"/>
              <a:t>A syntax tree, or abstract syntax tree (AST), represents the syntactic structure of a program or expression after the parsing phase. Unlike parse trees, syntax trees abstract away from specific syntactic details and focus on the program's logical structure. They are used for semantic analysis, optimization, and code generation phases in compilers and interpreters. Here's how it differs from a parse tree:</a:t>
            </a:r>
          </a:p>
          <a:p>
            <a:pPr marL="355600" algn="just">
              <a:spcBef>
                <a:spcPts val="938"/>
              </a:spcBef>
              <a:buSzPct val="95000"/>
              <a:buFont typeface="Tahoma" pitchFamily="34" charset="0"/>
              <a:buChar char="•"/>
              <a:tabLst>
                <a:tab pos="354013" algn="l"/>
                <a:tab pos="355600" algn="l"/>
              </a:tabLst>
            </a:pPr>
            <a:r>
              <a:rPr lang="en-US" sz="1600" b="1" dirty="0"/>
              <a:t>Example of a Parse Tree</a:t>
            </a:r>
          </a:p>
          <a:p>
            <a:r>
              <a:rPr lang="en-US" sz="1600" dirty="0"/>
              <a:t>Consider the grammar and input expression:</a:t>
            </a:r>
          </a:p>
          <a:p>
            <a:r>
              <a:rPr lang="en-US" sz="1600" dirty="0"/>
              <a:t>Grammar:</a:t>
            </a:r>
          </a:p>
          <a:p>
            <a:r>
              <a:rPr lang="en-US" sz="1600" dirty="0"/>
              <a:t>E -&gt; E + E</a:t>
            </a:r>
          </a:p>
          <a:p>
            <a:r>
              <a:rPr lang="en-US" sz="1600" dirty="0"/>
              <a:t>E -&gt; E * E</a:t>
            </a:r>
          </a:p>
          <a:p>
            <a:r>
              <a:rPr lang="en-US" sz="1600" dirty="0"/>
              <a:t>E -&gt; (E)</a:t>
            </a:r>
          </a:p>
          <a:p>
            <a:r>
              <a:rPr lang="en-US" sz="1600" dirty="0"/>
              <a:t>E -&gt; </a:t>
            </a:r>
            <a:r>
              <a:rPr lang="en-US" sz="1600" dirty="0" err="1"/>
              <a:t>num</a:t>
            </a:r>
            <a:endParaRPr lang="en-US" sz="1600" dirty="0"/>
          </a:p>
          <a:p>
            <a:r>
              <a:rPr lang="en-US" sz="1600" dirty="0"/>
              <a:t>Input Expression: 2+3∗(4−1)</a:t>
            </a:r>
          </a:p>
          <a:p>
            <a:r>
              <a:rPr lang="en-US" sz="1600" dirty="0">
                <a:solidFill>
                  <a:srgbClr val="FF0000"/>
                </a:solidFill>
                <a:latin typeface="Times New Roman" pitchFamily="18" charset="0"/>
                <a:cs typeface="Times New Roman" pitchFamily="18" charset="0"/>
              </a:rPr>
              <a:t>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2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3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4   1</a:t>
            </a:r>
          </a:p>
        </p:txBody>
      </p:sp>
      <p:sp>
        <p:nvSpPr>
          <p:cNvPr id="6" name="Date Placeholder 5"/>
          <p:cNvSpPr>
            <a:spLocks noGrp="1"/>
          </p:cNvSpPr>
          <p:nvPr>
            <p:ph type="dt" sz="half" idx="10"/>
          </p:nvPr>
        </p:nvSpPr>
        <p:spPr/>
        <p:txBody>
          <a:bodyPr/>
          <a:lstStyle/>
          <a:p>
            <a:fld id="{58F0C823-1EE2-4D5E-8E78-FEE83765FA3E}" type="datetime1">
              <a:rPr lang="en-US" smtClean="0"/>
              <a:t>11/11/2024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sp>
        <p:nvSpPr>
          <p:cNvPr id="10"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dirty="0"/>
              <a:t>Syntax Tree (Abstract Syntax Tree, AST)</a:t>
            </a:r>
            <a:endParaRPr lang="en-US" sz="3200" b="1" spc="-10"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041412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355600">
              <a:spcBef>
                <a:spcPts val="938"/>
              </a:spcBef>
              <a:buSzPct val="95000"/>
              <a:buFont typeface="Tahoma" pitchFamily="34" charset="0"/>
              <a:buChar char="•"/>
              <a:tabLst>
                <a:tab pos="354013" algn="l"/>
                <a:tab pos="355600" algn="l"/>
              </a:tabLst>
            </a:pPr>
            <a:r>
              <a:rPr lang="en-US" sz="2400" dirty="0">
                <a:cs typeface="Times New Roman" pitchFamily="18" charset="0"/>
              </a:rPr>
              <a:t>Graphical representations e.g. Abstract Syntax Tree</a:t>
            </a:r>
          </a:p>
          <a:p>
            <a:pPr marL="355600">
              <a:lnSpc>
                <a:spcPts val="2163"/>
              </a:lnSpc>
              <a:spcBef>
                <a:spcPts val="1213"/>
              </a:spcBef>
              <a:buSzPct val="95000"/>
              <a:buFont typeface="Tahoma" pitchFamily="34" charset="0"/>
              <a:buChar char="•"/>
              <a:tabLst>
                <a:tab pos="354013" algn="l"/>
                <a:tab pos="355600" algn="l"/>
              </a:tabLst>
            </a:pPr>
            <a:r>
              <a:rPr lang="en-US" sz="2400" dirty="0">
                <a:cs typeface="Times New Roman" pitchFamily="18" charset="0"/>
              </a:rPr>
              <a:t>Postfix notation: operations on values stored on operand stack (similar to  JVM byte code)</a:t>
            </a:r>
          </a:p>
          <a:p>
            <a:pPr marL="355600">
              <a:lnSpc>
                <a:spcPts val="2163"/>
              </a:lnSpc>
              <a:spcBef>
                <a:spcPts val="1200"/>
              </a:spcBef>
              <a:buSzPct val="95000"/>
              <a:buFont typeface="Tahoma" pitchFamily="34" charset="0"/>
              <a:buChar char="•"/>
              <a:tabLst>
                <a:tab pos="354013" algn="l"/>
                <a:tab pos="355600" algn="l"/>
              </a:tabLst>
            </a:pPr>
            <a:r>
              <a:rPr lang="en-US" sz="2400" dirty="0">
                <a:cs typeface="Times New Roman" pitchFamily="18" charset="0"/>
              </a:rPr>
              <a:t>Three-address code: (e.g. triples and quads) </a:t>
            </a:r>
          </a:p>
          <a:p>
            <a:pPr marL="355600">
              <a:lnSpc>
                <a:spcPts val="2163"/>
              </a:lnSpc>
              <a:spcBef>
                <a:spcPts val="1200"/>
              </a:spcBef>
              <a:buSzPct val="95000"/>
              <a:buNone/>
              <a:tabLst>
                <a:tab pos="354013" algn="l"/>
                <a:tab pos="355600" algn="l"/>
              </a:tabLst>
            </a:pPr>
            <a:r>
              <a:rPr lang="en-US" sz="2400" dirty="0">
                <a:cs typeface="Times New Roman" pitchFamily="18" charset="0"/>
              </a:rPr>
              <a:t>	 x := y op z</a:t>
            </a:r>
          </a:p>
          <a:p>
            <a:pPr marL="355600">
              <a:lnSpc>
                <a:spcPts val="2338"/>
              </a:lnSpc>
              <a:spcBef>
                <a:spcPts val="825"/>
              </a:spcBef>
              <a:buSzPct val="95000"/>
              <a:buFont typeface="Tahoma" pitchFamily="34" charset="0"/>
              <a:buChar char="•"/>
              <a:tabLst>
                <a:tab pos="354013" algn="l"/>
                <a:tab pos="355600" algn="l"/>
              </a:tabLst>
            </a:pPr>
            <a:r>
              <a:rPr lang="en-US" sz="2400" dirty="0">
                <a:cs typeface="Times New Roman" pitchFamily="18" charset="0"/>
              </a:rPr>
              <a:t>Two-address code:</a:t>
            </a:r>
          </a:p>
          <a:p>
            <a:pPr marL="355600">
              <a:lnSpc>
                <a:spcPts val="2163"/>
              </a:lnSpc>
              <a:buNone/>
              <a:tabLst>
                <a:tab pos="354013" algn="l"/>
                <a:tab pos="355600" algn="l"/>
              </a:tabLst>
            </a:pPr>
            <a:r>
              <a:rPr lang="en-US" sz="2400" dirty="0">
                <a:cs typeface="Times New Roman" pitchFamily="18" charset="0"/>
              </a:rPr>
              <a:t>	 x := op y</a:t>
            </a:r>
          </a:p>
          <a:p>
            <a:pPr marL="355600">
              <a:lnSpc>
                <a:spcPts val="2163"/>
              </a:lnSpc>
              <a:tabLst>
                <a:tab pos="354013" algn="l"/>
                <a:tab pos="355600" algn="l"/>
              </a:tabLst>
            </a:pPr>
            <a:r>
              <a:rPr lang="en-US" sz="2400" b="1" dirty="0">
                <a:cs typeface="Times New Roman" pitchFamily="18" charset="0"/>
              </a:rPr>
              <a:t>Syntax Tree</a:t>
            </a:r>
          </a:p>
          <a:p>
            <a:pPr marL="755650" lvl="1">
              <a:lnSpc>
                <a:spcPct val="103000"/>
              </a:lnSpc>
              <a:spcBef>
                <a:spcPts val="275"/>
              </a:spcBef>
              <a:tabLst>
                <a:tab pos="355600" algn="l"/>
              </a:tabLst>
            </a:pPr>
            <a:r>
              <a:rPr lang="en-US" sz="2200" dirty="0" err="1">
                <a:cs typeface="Courier New" pitchFamily="49" charset="0"/>
              </a:rPr>
              <a:t>mknode</a:t>
            </a:r>
            <a:r>
              <a:rPr lang="en-US" sz="2200" dirty="0">
                <a:cs typeface="Courier New" pitchFamily="49" charset="0"/>
              </a:rPr>
              <a:t> (op, left, right) </a:t>
            </a:r>
            <a:r>
              <a:rPr lang="en-US" sz="2200" dirty="0">
                <a:cs typeface="Tahoma" pitchFamily="34" charset="0"/>
              </a:rPr>
              <a:t>– creates an operator node  with label </a:t>
            </a:r>
            <a:r>
              <a:rPr lang="en-US" sz="2200" dirty="0">
                <a:cs typeface="Courier New" pitchFamily="49" charset="0"/>
              </a:rPr>
              <a:t>op </a:t>
            </a:r>
            <a:r>
              <a:rPr lang="en-US" sz="2200" dirty="0">
                <a:cs typeface="Tahoma" pitchFamily="34" charset="0"/>
              </a:rPr>
              <a:t>and pointers </a:t>
            </a:r>
            <a:r>
              <a:rPr lang="en-US" sz="2200" dirty="0">
                <a:cs typeface="Courier New" pitchFamily="49" charset="0"/>
              </a:rPr>
              <a:t>left </a:t>
            </a:r>
            <a:r>
              <a:rPr lang="en-US" sz="2200" dirty="0">
                <a:cs typeface="Tahoma" pitchFamily="34" charset="0"/>
              </a:rPr>
              <a:t>and </a:t>
            </a:r>
            <a:r>
              <a:rPr lang="en-US" sz="2200" dirty="0">
                <a:cs typeface="Courier New" pitchFamily="49" charset="0"/>
              </a:rPr>
              <a:t>right </a:t>
            </a:r>
            <a:r>
              <a:rPr lang="en-US" sz="2200" dirty="0">
                <a:cs typeface="Tahoma" pitchFamily="34" charset="0"/>
              </a:rPr>
              <a:t>which point to  operand nodes</a:t>
            </a:r>
          </a:p>
          <a:p>
            <a:pPr marL="755650" lvl="1">
              <a:spcBef>
                <a:spcPts val="375"/>
              </a:spcBef>
              <a:tabLst>
                <a:tab pos="355600" algn="l"/>
              </a:tabLst>
            </a:pPr>
            <a:r>
              <a:rPr lang="en-US" sz="2200" dirty="0" err="1">
                <a:cs typeface="Courier New" pitchFamily="49" charset="0"/>
              </a:rPr>
              <a:t>mkleaf</a:t>
            </a:r>
            <a:r>
              <a:rPr lang="en-US" sz="2200" dirty="0">
                <a:cs typeface="Courier New" pitchFamily="49" charset="0"/>
              </a:rPr>
              <a:t>(id, entry) </a:t>
            </a:r>
            <a:r>
              <a:rPr lang="en-US" sz="2200" dirty="0">
                <a:cs typeface="Tahoma" pitchFamily="34" charset="0"/>
              </a:rPr>
              <a:t>– creates an identifier node with label</a:t>
            </a:r>
          </a:p>
          <a:p>
            <a:pPr algn="just">
              <a:buNone/>
              <a:defRPr/>
            </a:pPr>
            <a:endParaRPr lang="en-US" sz="2400" b="1" dirty="0">
              <a:cs typeface="Times New Roman"/>
            </a:endParaRPr>
          </a:p>
          <a:p>
            <a:pPr algn="just"/>
            <a:endParaRPr lang="en-US" sz="2400" b="1" dirty="0">
              <a:cs typeface="Tahoma" pitchFamily="34" charset="0"/>
            </a:endParaRP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5663CB3E-3CB8-42B0-AD76-1EE8DA4D1E4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46</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buFont typeface="Wingdings" panose="05000000000000000000" pitchFamily="2" charset="2"/>
              <a:buChar char="§"/>
            </a:pPr>
            <a:r>
              <a:rPr lang="en-US" sz="1800" b="1" dirty="0">
                <a:cs typeface="Tahoma" pitchFamily="34" charset="0"/>
              </a:rPr>
              <a:t>Postfix notation is a linear representation of a …..</a:t>
            </a:r>
          </a:p>
          <a:p>
            <a:pPr algn="just">
              <a:buFont typeface="Wingdings" panose="05000000000000000000" pitchFamily="2" charset="2"/>
              <a:buChar char="ü"/>
            </a:pPr>
            <a:r>
              <a:rPr lang="en-US" sz="1800" b="1" dirty="0">
                <a:cs typeface="Tahoma" pitchFamily="34" charset="0"/>
              </a:rPr>
              <a:t>Syntax tree     </a:t>
            </a:r>
          </a:p>
          <a:p>
            <a:pPr algn="just">
              <a:buFont typeface="Wingdings" panose="05000000000000000000" pitchFamily="2" charset="2"/>
              <a:buChar char="ü"/>
            </a:pPr>
            <a:r>
              <a:rPr lang="en-US" sz="1800" dirty="0">
                <a:cs typeface="Tahoma" pitchFamily="34" charset="0"/>
              </a:rPr>
              <a:t>binary tree</a:t>
            </a:r>
          </a:p>
          <a:p>
            <a:pPr algn="just">
              <a:buFont typeface="Wingdings" panose="05000000000000000000" pitchFamily="2" charset="2"/>
              <a:buChar char="ü"/>
            </a:pPr>
            <a:r>
              <a:rPr lang="en-US" sz="1800" dirty="0">
                <a:cs typeface="Tahoma" pitchFamily="34" charset="0"/>
              </a:rPr>
              <a:t>AVL tree</a:t>
            </a:r>
          </a:p>
          <a:p>
            <a:pPr algn="just">
              <a:buFont typeface="Wingdings" panose="05000000000000000000" pitchFamily="2" charset="2"/>
              <a:buChar char="ü"/>
            </a:pPr>
            <a:r>
              <a:rPr lang="en-US" sz="1800" dirty="0">
                <a:cs typeface="Tahoma" pitchFamily="34" charset="0"/>
              </a:rPr>
              <a:t>None of the above</a:t>
            </a:r>
          </a:p>
          <a:p>
            <a:pPr marL="0" indent="0" algn="just">
              <a:buNone/>
            </a:pPr>
            <a:endParaRPr lang="en-US" sz="1800" dirty="0">
              <a:cs typeface="Tahoma" pitchFamily="34" charset="0"/>
            </a:endParaRPr>
          </a:p>
          <a:p>
            <a:pPr algn="just">
              <a:buFont typeface="Wingdings" panose="05000000000000000000" pitchFamily="2" charset="2"/>
              <a:buChar char="§"/>
            </a:pPr>
            <a:r>
              <a:rPr lang="en-US" sz="1800" b="1" dirty="0">
                <a:cs typeface="Tahoma" pitchFamily="34" charset="0"/>
              </a:rPr>
              <a:t>The triples have three fields to implement the ------ address code</a:t>
            </a:r>
          </a:p>
          <a:p>
            <a:pPr algn="just">
              <a:buFont typeface="Wingdings" panose="05000000000000000000" pitchFamily="2" charset="2"/>
              <a:buChar char="ü"/>
            </a:pPr>
            <a:r>
              <a:rPr lang="en-US" sz="1800" b="1" dirty="0">
                <a:cs typeface="Tahoma" pitchFamily="34" charset="0"/>
              </a:rPr>
              <a:t>Three</a:t>
            </a:r>
          </a:p>
          <a:p>
            <a:pPr algn="just">
              <a:buFont typeface="Wingdings" panose="05000000000000000000" pitchFamily="2" charset="2"/>
              <a:buChar char="ü"/>
            </a:pPr>
            <a:r>
              <a:rPr lang="en-US" sz="1800" dirty="0">
                <a:cs typeface="Tahoma" pitchFamily="34" charset="0"/>
              </a:rPr>
              <a:t>Two</a:t>
            </a:r>
          </a:p>
          <a:p>
            <a:pPr algn="just">
              <a:buFont typeface="Wingdings" panose="05000000000000000000" pitchFamily="2" charset="2"/>
              <a:buChar char="ü"/>
            </a:pPr>
            <a:r>
              <a:rPr lang="en-US" sz="1800" dirty="0">
                <a:cs typeface="Tahoma" pitchFamily="34" charset="0"/>
              </a:rPr>
              <a:t>One</a:t>
            </a:r>
          </a:p>
          <a:p>
            <a:pPr algn="just">
              <a:buFont typeface="Wingdings" panose="05000000000000000000" pitchFamily="2" charset="2"/>
              <a:buChar char="ü"/>
            </a:pPr>
            <a:r>
              <a:rPr lang="en-US" sz="1800" dirty="0">
                <a:cs typeface="Tahoma" pitchFamily="34" charset="0"/>
              </a:rPr>
              <a:t>None of these</a:t>
            </a: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5663CB3E-3CB8-42B0-AD76-1EE8DA4D1E4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47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Daily Quiz</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95618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r>
              <a:rPr lang="en-US" sz="2000" b="1" dirty="0"/>
              <a:t>................. uses only synthesized attributes.</a:t>
            </a:r>
          </a:p>
          <a:p>
            <a:pPr algn="just">
              <a:buFont typeface="Wingdings" panose="05000000000000000000" pitchFamily="2" charset="2"/>
              <a:buChar char="ü"/>
            </a:pPr>
            <a:r>
              <a:rPr lang="en-US" sz="2000" dirty="0"/>
              <a:t>L-attribute grammar</a:t>
            </a:r>
          </a:p>
          <a:p>
            <a:pPr algn="just">
              <a:buFont typeface="Wingdings" panose="05000000000000000000" pitchFamily="2" charset="2"/>
              <a:buChar char="ü"/>
            </a:pPr>
            <a:r>
              <a:rPr lang="en-US" sz="2000" b="1" dirty="0"/>
              <a:t>S-attribute grammar</a:t>
            </a:r>
          </a:p>
          <a:p>
            <a:pPr algn="just">
              <a:buFont typeface="Wingdings" panose="05000000000000000000" pitchFamily="2" charset="2"/>
              <a:buChar char="ü"/>
            </a:pPr>
            <a:r>
              <a:rPr lang="en-US" sz="2000" dirty="0"/>
              <a:t>inherited attribute</a:t>
            </a:r>
          </a:p>
          <a:p>
            <a:pPr algn="just">
              <a:buFont typeface="Wingdings" panose="05000000000000000000" pitchFamily="2" charset="2"/>
              <a:buChar char="ü"/>
            </a:pPr>
            <a:r>
              <a:rPr lang="en-US" sz="2000" dirty="0"/>
              <a:t>None of these</a:t>
            </a:r>
          </a:p>
          <a:p>
            <a:pPr>
              <a:buFont typeface="Wingdings" panose="05000000000000000000" pitchFamily="2" charset="2"/>
              <a:buChar char="§"/>
            </a:pPr>
            <a:r>
              <a:rPr lang="en-US" sz="2400" b="1" dirty="0"/>
              <a:t>Intermediate code representation form are..</a:t>
            </a:r>
          </a:p>
          <a:p>
            <a:pPr>
              <a:buFont typeface="Wingdings" panose="05000000000000000000" pitchFamily="2" charset="2"/>
              <a:buChar char="ü"/>
            </a:pPr>
            <a:r>
              <a:rPr lang="en-US" sz="2000" dirty="0"/>
              <a:t>Syntax tree    </a:t>
            </a:r>
          </a:p>
          <a:p>
            <a:pPr>
              <a:buFont typeface="Wingdings" panose="05000000000000000000" pitchFamily="2" charset="2"/>
              <a:buChar char="ü"/>
            </a:pPr>
            <a:r>
              <a:rPr lang="en-US" sz="2000" dirty="0"/>
              <a:t>Postfix notation</a:t>
            </a:r>
          </a:p>
          <a:p>
            <a:pPr>
              <a:buFont typeface="Wingdings" panose="05000000000000000000" pitchFamily="2" charset="2"/>
              <a:buChar char="ü"/>
            </a:pPr>
            <a:r>
              <a:rPr lang="en-US" sz="2000" dirty="0"/>
              <a:t>Three address code</a:t>
            </a:r>
          </a:p>
          <a:p>
            <a:pPr>
              <a:buFont typeface="Wingdings" panose="05000000000000000000" pitchFamily="2" charset="2"/>
              <a:buChar char="ü"/>
            </a:pPr>
            <a:r>
              <a:rPr lang="en-US" sz="2000" b="1" dirty="0"/>
              <a:t>all of these </a:t>
            </a:r>
          </a:p>
        </p:txBody>
      </p:sp>
      <p:sp>
        <p:nvSpPr>
          <p:cNvPr id="4" name="Date Placeholder 3"/>
          <p:cNvSpPr>
            <a:spLocks noGrp="1"/>
          </p:cNvSpPr>
          <p:nvPr>
            <p:ph type="dt" sz="quarter" idx="10"/>
          </p:nvPr>
        </p:nvSpPr>
        <p:spPr/>
        <p:txBody>
          <a:bodyPr/>
          <a:lstStyle/>
          <a:p>
            <a:pPr>
              <a:defRPr/>
            </a:pPr>
            <a:fld id="{5663CB3E-3CB8-42B0-AD76-1EE8DA4D1E4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48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Daily Quiz</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486084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intermediate code generation </a:t>
            </a:r>
          </a:p>
          <a:p>
            <a:pPr marL="457200" indent="-457200">
              <a:buFont typeface="+mj-lt"/>
              <a:buAutoNum type="arabicPeriod"/>
            </a:pPr>
            <a:r>
              <a:rPr lang="en-US" sz="2400" dirty="0">
                <a:cs typeface="Times New Roman"/>
              </a:rPr>
              <a:t>Here we will discuss different methods to generate the three address code and their storing concept</a:t>
            </a:r>
            <a:endParaRPr lang="en-US" sz="2400" dirty="0"/>
          </a:p>
        </p:txBody>
      </p:sp>
      <p:sp>
        <p:nvSpPr>
          <p:cNvPr id="4" name="Date Placeholder 3"/>
          <p:cNvSpPr>
            <a:spLocks noGrp="1"/>
          </p:cNvSpPr>
          <p:nvPr>
            <p:ph type="dt" sz="quarter" idx="10"/>
          </p:nvPr>
        </p:nvSpPr>
        <p:spPr/>
        <p:txBody>
          <a:bodyPr/>
          <a:lstStyle/>
          <a:p>
            <a:pPr>
              <a:defRPr/>
            </a:pPr>
            <a:fld id="{770890F3-9063-4501-BFAC-3D20CA0821D8}"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49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a:t>Topic </a:t>
            </a:r>
            <a:r>
              <a:rPr lang="en-US" sz="3200" b="1" dirty="0"/>
              <a:t>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5C269BE-6341-46D1-A438-89EF6ACEFF6A}"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1E4630F0-8E51-4A6D-9B0A-D7C8EDA4CA60}" type="slidenum">
              <a:rPr lang="en-US"/>
              <a:pPr>
                <a:defRPr/>
              </a:pPr>
              <a:t>50</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Three address code</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066800"/>
            <a:ext cx="8229600" cy="5059363"/>
          </a:xfrm>
        </p:spPr>
        <p:txBody>
          <a:bodyPr/>
          <a:lstStyle/>
          <a:p>
            <a:pPr eaLnBrk="1" hangingPunct="1">
              <a:buFont typeface="Arial" pitchFamily="34" charset="0"/>
              <a:buChar char="•"/>
              <a:defRPr/>
            </a:pPr>
            <a:endParaRPr lang="en-US" sz="2400" dirty="0"/>
          </a:p>
          <a:p>
            <a:pPr>
              <a:buFont typeface="Arial" pitchFamily="34" charset="0"/>
              <a:buChar char="•"/>
              <a:defRPr/>
            </a:pPr>
            <a:r>
              <a:rPr lang="en-US" sz="2200" dirty="0">
                <a:latin typeface="+mj-lt"/>
              </a:rPr>
              <a:t>In a three address code there is at most one operator at the right side of an instruction</a:t>
            </a:r>
          </a:p>
          <a:p>
            <a:pPr>
              <a:buFont typeface="Arial" pitchFamily="34" charset="0"/>
              <a:buChar char="•"/>
              <a:defRPr/>
            </a:pPr>
            <a:r>
              <a:rPr lang="en-US" sz="2200" dirty="0">
                <a:latin typeface="+mj-lt"/>
              </a:rPr>
              <a:t>Example:</a:t>
            </a:r>
          </a:p>
          <a:p>
            <a:pPr>
              <a:buFont typeface="Arial" pitchFamily="34" charset="0"/>
              <a:buChar char="•"/>
              <a:defRPr/>
            </a:pPr>
            <a:endParaRPr lang="en-US" dirty="0"/>
          </a:p>
        </p:txBody>
      </p:sp>
      <p:grpSp>
        <p:nvGrpSpPr>
          <p:cNvPr id="2" name="Group 7"/>
          <p:cNvGrpSpPr>
            <a:grpSpLocks/>
          </p:cNvGrpSpPr>
          <p:nvPr/>
        </p:nvGrpSpPr>
        <p:grpSpPr bwMode="auto">
          <a:xfrm>
            <a:off x="1071563" y="3657600"/>
            <a:ext cx="2738437" cy="2395538"/>
            <a:chOff x="1071563" y="3657600"/>
            <a:chExt cx="2738437" cy="2395538"/>
          </a:xfrm>
        </p:grpSpPr>
        <p:sp>
          <p:nvSpPr>
            <p:cNvPr id="21514" name="TextBox 3"/>
            <p:cNvSpPr txBox="1">
              <a:spLocks noChangeArrowheads="1"/>
            </p:cNvSpPr>
            <p:nvPr/>
          </p:nvSpPr>
          <p:spPr bwMode="auto">
            <a:xfrm>
              <a:off x="2057400" y="3657600"/>
              <a:ext cx="300037" cy="338138"/>
            </a:xfrm>
            <a:prstGeom prst="rect">
              <a:avLst/>
            </a:prstGeom>
            <a:noFill/>
            <a:ln w="9525">
              <a:noFill/>
              <a:miter lim="800000"/>
              <a:headEnd/>
              <a:tailEnd/>
            </a:ln>
          </p:spPr>
          <p:txBody>
            <a:bodyPr wrap="none">
              <a:spAutoFit/>
            </a:bodyPr>
            <a:lstStyle/>
            <a:p>
              <a:r>
                <a:rPr lang="en-US" sz="1600"/>
                <a:t>+</a:t>
              </a:r>
            </a:p>
          </p:txBody>
        </p:sp>
        <p:sp>
          <p:nvSpPr>
            <p:cNvPr id="21515" name="TextBox 4"/>
            <p:cNvSpPr txBox="1">
              <a:spLocks noChangeArrowheads="1"/>
            </p:cNvSpPr>
            <p:nvPr/>
          </p:nvSpPr>
          <p:spPr bwMode="auto">
            <a:xfrm>
              <a:off x="1512888" y="4233863"/>
              <a:ext cx="300037" cy="338137"/>
            </a:xfrm>
            <a:prstGeom prst="rect">
              <a:avLst/>
            </a:prstGeom>
            <a:noFill/>
            <a:ln w="9525">
              <a:noFill/>
              <a:miter lim="800000"/>
              <a:headEnd/>
              <a:tailEnd/>
            </a:ln>
          </p:spPr>
          <p:txBody>
            <a:bodyPr wrap="none">
              <a:spAutoFit/>
            </a:bodyPr>
            <a:lstStyle/>
            <a:p>
              <a:r>
                <a:rPr lang="en-US" sz="1600"/>
                <a:t>+</a:t>
              </a:r>
            </a:p>
          </p:txBody>
        </p:sp>
        <p:sp>
          <p:nvSpPr>
            <p:cNvPr id="21516" name="TextBox 5"/>
            <p:cNvSpPr txBox="1">
              <a:spLocks noChangeArrowheads="1"/>
            </p:cNvSpPr>
            <p:nvPr/>
          </p:nvSpPr>
          <p:spPr bwMode="auto">
            <a:xfrm>
              <a:off x="3041650" y="4233863"/>
              <a:ext cx="287338" cy="338137"/>
            </a:xfrm>
            <a:prstGeom prst="rect">
              <a:avLst/>
            </a:prstGeom>
            <a:noFill/>
            <a:ln w="9525">
              <a:noFill/>
              <a:miter lim="800000"/>
              <a:headEnd/>
              <a:tailEnd/>
            </a:ln>
          </p:spPr>
          <p:txBody>
            <a:bodyPr wrap="none">
              <a:spAutoFit/>
            </a:bodyPr>
            <a:lstStyle/>
            <a:p>
              <a:r>
                <a:rPr lang="en-US" sz="1600"/>
                <a:t>*</a:t>
              </a:r>
            </a:p>
          </p:txBody>
        </p:sp>
        <p:sp>
          <p:nvSpPr>
            <p:cNvPr id="21517" name="TextBox 6"/>
            <p:cNvSpPr txBox="1">
              <a:spLocks noChangeArrowheads="1"/>
            </p:cNvSpPr>
            <p:nvPr/>
          </p:nvSpPr>
          <p:spPr bwMode="auto">
            <a:xfrm>
              <a:off x="1970088" y="4767263"/>
              <a:ext cx="287337" cy="338137"/>
            </a:xfrm>
            <a:prstGeom prst="rect">
              <a:avLst/>
            </a:prstGeom>
            <a:noFill/>
            <a:ln w="9525">
              <a:noFill/>
              <a:miter lim="800000"/>
              <a:headEnd/>
              <a:tailEnd/>
            </a:ln>
          </p:spPr>
          <p:txBody>
            <a:bodyPr wrap="none">
              <a:spAutoFit/>
            </a:bodyPr>
            <a:lstStyle/>
            <a:p>
              <a:r>
                <a:rPr lang="en-US" sz="1600"/>
                <a:t>*</a:t>
              </a:r>
            </a:p>
          </p:txBody>
        </p:sp>
        <p:sp>
          <p:nvSpPr>
            <p:cNvPr id="21518" name="TextBox 8"/>
            <p:cNvSpPr txBox="1">
              <a:spLocks noChangeArrowheads="1"/>
            </p:cNvSpPr>
            <p:nvPr/>
          </p:nvSpPr>
          <p:spPr bwMode="auto">
            <a:xfrm>
              <a:off x="2051050" y="5715000"/>
              <a:ext cx="287338" cy="338138"/>
            </a:xfrm>
            <a:prstGeom prst="rect">
              <a:avLst/>
            </a:prstGeom>
            <a:noFill/>
            <a:ln w="9525">
              <a:noFill/>
              <a:miter lim="800000"/>
              <a:headEnd/>
              <a:tailEnd/>
            </a:ln>
          </p:spPr>
          <p:txBody>
            <a:bodyPr wrap="none">
              <a:spAutoFit/>
            </a:bodyPr>
            <a:lstStyle/>
            <a:p>
              <a:r>
                <a:rPr lang="en-US" sz="1600"/>
                <a:t>b</a:t>
              </a:r>
            </a:p>
          </p:txBody>
        </p:sp>
        <p:sp>
          <p:nvSpPr>
            <p:cNvPr id="21519" name="TextBox 9"/>
            <p:cNvSpPr txBox="1">
              <a:spLocks noChangeArrowheads="1"/>
            </p:cNvSpPr>
            <p:nvPr/>
          </p:nvSpPr>
          <p:spPr bwMode="auto">
            <a:xfrm>
              <a:off x="2965450" y="5681663"/>
              <a:ext cx="276225" cy="338137"/>
            </a:xfrm>
            <a:prstGeom prst="rect">
              <a:avLst/>
            </a:prstGeom>
            <a:noFill/>
            <a:ln w="9525">
              <a:noFill/>
              <a:miter lim="800000"/>
              <a:headEnd/>
              <a:tailEnd/>
            </a:ln>
          </p:spPr>
          <p:txBody>
            <a:bodyPr wrap="none">
              <a:spAutoFit/>
            </a:bodyPr>
            <a:lstStyle/>
            <a:p>
              <a:r>
                <a:rPr lang="en-US" sz="1600"/>
                <a:t>c</a:t>
              </a:r>
            </a:p>
          </p:txBody>
        </p:sp>
        <p:cxnSp>
          <p:nvCxnSpPr>
            <p:cNvPr id="16" name="Straight Connector 15"/>
            <p:cNvCxnSpPr/>
            <p:nvPr/>
          </p:nvCxnSpPr>
          <p:spPr>
            <a:xfrm rot="5400000">
              <a:off x="1741488" y="39624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1665288" y="5029200"/>
              <a:ext cx="30480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21522" name="TextBox 12"/>
            <p:cNvSpPr txBox="1">
              <a:spLocks noChangeArrowheads="1"/>
            </p:cNvSpPr>
            <p:nvPr/>
          </p:nvSpPr>
          <p:spPr bwMode="auto">
            <a:xfrm>
              <a:off x="1454150" y="5257800"/>
              <a:ext cx="276225" cy="338138"/>
            </a:xfrm>
            <a:prstGeom prst="rect">
              <a:avLst/>
            </a:prstGeom>
            <a:noFill/>
            <a:ln w="9525">
              <a:noFill/>
              <a:miter lim="800000"/>
              <a:headEnd/>
              <a:tailEnd/>
            </a:ln>
          </p:spPr>
          <p:txBody>
            <a:bodyPr wrap="none">
              <a:spAutoFit/>
            </a:bodyPr>
            <a:lstStyle/>
            <a:p>
              <a:r>
                <a:rPr lang="en-US" sz="1600"/>
                <a:t>a</a:t>
              </a:r>
            </a:p>
          </p:txBody>
        </p:sp>
        <p:cxnSp>
          <p:nvCxnSpPr>
            <p:cNvPr id="19" name="Straight Connector 18"/>
            <p:cNvCxnSpPr/>
            <p:nvPr/>
          </p:nvCxnSpPr>
          <p:spPr>
            <a:xfrm rot="16200000" flipH="1">
              <a:off x="2198688" y="50292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41488" y="44958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351088" y="3886200"/>
              <a:ext cx="6858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21516" idx="2"/>
            </p:cNvCxnSpPr>
            <p:nvPr/>
          </p:nvCxnSpPr>
          <p:spPr>
            <a:xfrm rot="5400000">
              <a:off x="2539207" y="4688681"/>
              <a:ext cx="762000" cy="528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198688" y="54864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2655888" y="54864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3341688" y="4572000"/>
              <a:ext cx="30480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21530" name="TextBox 20"/>
            <p:cNvSpPr txBox="1">
              <a:spLocks noChangeArrowheads="1"/>
            </p:cNvSpPr>
            <p:nvPr/>
          </p:nvSpPr>
          <p:spPr bwMode="auto">
            <a:xfrm>
              <a:off x="3522663" y="4876800"/>
              <a:ext cx="287337" cy="338138"/>
            </a:xfrm>
            <a:prstGeom prst="rect">
              <a:avLst/>
            </a:prstGeom>
            <a:noFill/>
            <a:ln w="9525">
              <a:noFill/>
              <a:miter lim="800000"/>
              <a:headEnd/>
              <a:tailEnd/>
            </a:ln>
          </p:spPr>
          <p:txBody>
            <a:bodyPr wrap="none">
              <a:spAutoFit/>
            </a:bodyPr>
            <a:lstStyle/>
            <a:p>
              <a:r>
                <a:rPr lang="en-US" sz="1600"/>
                <a:t>d</a:t>
              </a:r>
            </a:p>
          </p:txBody>
        </p:sp>
        <p:sp>
          <p:nvSpPr>
            <p:cNvPr id="27" name="Freeform 26"/>
            <p:cNvSpPr/>
            <p:nvPr/>
          </p:nvSpPr>
          <p:spPr>
            <a:xfrm>
              <a:off x="1071563" y="4419600"/>
              <a:ext cx="514350" cy="1012825"/>
            </a:xfrm>
            <a:custGeom>
              <a:avLst/>
              <a:gdLst>
                <a:gd name="connsiteX0" fmla="*/ 452362 w 515257"/>
                <a:gd name="connsiteY0" fmla="*/ 0 h 1013581"/>
                <a:gd name="connsiteX1" fmla="*/ 2419 w 515257"/>
                <a:gd name="connsiteY1" fmla="*/ 478971 h 1013581"/>
                <a:gd name="connsiteX2" fmla="*/ 466876 w 515257"/>
                <a:gd name="connsiteY2" fmla="*/ 957943 h 1013581"/>
                <a:gd name="connsiteX3" fmla="*/ 292705 w 515257"/>
                <a:gd name="connsiteY3" fmla="*/ 812800 h 1013581"/>
                <a:gd name="connsiteX4" fmla="*/ 292705 w 515257"/>
                <a:gd name="connsiteY4" fmla="*/ 812800 h 1013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257" h="1013581">
                  <a:moveTo>
                    <a:pt x="452362" y="0"/>
                  </a:moveTo>
                  <a:cubicBezTo>
                    <a:pt x="226181" y="159657"/>
                    <a:pt x="0" y="319314"/>
                    <a:pt x="2419" y="478971"/>
                  </a:cubicBezTo>
                  <a:cubicBezTo>
                    <a:pt x="4838" y="638628"/>
                    <a:pt x="418495" y="902305"/>
                    <a:pt x="466876" y="957943"/>
                  </a:cubicBezTo>
                  <a:cubicBezTo>
                    <a:pt x="515257" y="1013581"/>
                    <a:pt x="292705" y="812800"/>
                    <a:pt x="292705" y="812800"/>
                  </a:cubicBezTo>
                  <a:lnTo>
                    <a:pt x="292705" y="8128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cs typeface="Arial" pitchFamily="34" charset="0"/>
              </a:endParaRPr>
            </a:p>
          </p:txBody>
        </p:sp>
      </p:grpSp>
      <p:sp>
        <p:nvSpPr>
          <p:cNvPr id="28" name="TextBox 22"/>
          <p:cNvSpPr txBox="1">
            <a:spLocks noChangeArrowheads="1"/>
          </p:cNvSpPr>
          <p:nvPr/>
        </p:nvSpPr>
        <p:spPr bwMode="auto">
          <a:xfrm>
            <a:off x="5334000" y="3962400"/>
            <a:ext cx="1435100" cy="2062163"/>
          </a:xfrm>
          <a:prstGeom prst="rect">
            <a:avLst/>
          </a:prstGeom>
          <a:noFill/>
          <a:ln w="9525">
            <a:noFill/>
            <a:miter lim="800000"/>
            <a:headEnd/>
            <a:tailEnd/>
          </a:ln>
        </p:spPr>
        <p:txBody>
          <a:bodyPr wrap="none">
            <a:spAutoFit/>
          </a:bodyPr>
          <a:lstStyle/>
          <a:p>
            <a:pPr>
              <a:defRPr/>
            </a:pPr>
            <a:r>
              <a:rPr lang="en-US" sz="2200" dirty="0">
                <a:latin typeface="+mj-lt"/>
                <a:cs typeface="Arial" pitchFamily="34" charset="0"/>
              </a:rPr>
              <a:t>t1 = b – c</a:t>
            </a:r>
          </a:p>
          <a:p>
            <a:pPr>
              <a:defRPr/>
            </a:pPr>
            <a:r>
              <a:rPr lang="en-US" sz="2200" dirty="0">
                <a:latin typeface="+mj-lt"/>
                <a:cs typeface="Arial" pitchFamily="34" charset="0"/>
              </a:rPr>
              <a:t>t2 = a * t1</a:t>
            </a:r>
          </a:p>
          <a:p>
            <a:pPr>
              <a:defRPr/>
            </a:pPr>
            <a:r>
              <a:rPr lang="en-US" sz="2200" dirty="0">
                <a:latin typeface="+mj-lt"/>
                <a:cs typeface="Arial" pitchFamily="34" charset="0"/>
              </a:rPr>
              <a:t>t3 = a + t2</a:t>
            </a:r>
          </a:p>
          <a:p>
            <a:pPr>
              <a:defRPr/>
            </a:pPr>
            <a:r>
              <a:rPr lang="en-US" sz="2200" dirty="0">
                <a:latin typeface="+mj-lt"/>
                <a:cs typeface="Arial" pitchFamily="34" charset="0"/>
              </a:rPr>
              <a:t>t4 = t1 * d</a:t>
            </a:r>
          </a:p>
          <a:p>
            <a:pPr>
              <a:defRPr/>
            </a:pPr>
            <a:r>
              <a:rPr lang="en-US" sz="2200" dirty="0">
                <a:latin typeface="+mj-lt"/>
                <a:cs typeface="Arial" pitchFamily="34" charset="0"/>
              </a:rPr>
              <a:t>t5 = t3 + t4</a:t>
            </a:r>
          </a:p>
          <a:p>
            <a:pPr>
              <a:defRPr/>
            </a:pPr>
            <a:endParaRPr lang="en-US" dirty="0">
              <a:latin typeface="Arial" pitchFamily="34" charset="0"/>
              <a:cs typeface="Arial" pitchFamily="34" charset="0"/>
            </a:endParaRPr>
          </a:p>
        </p:txBody>
      </p:sp>
      <p:pic>
        <p:nvPicPr>
          <p:cNvPr id="29" name="Picture 2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91BC069-6674-490D-9092-29F5F1514FE8}"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1D60BFBE-87EA-4044-8162-53105EDE73A2}" type="slidenum">
              <a:rPr lang="en-US"/>
              <a:pPr>
                <a:defRPr/>
              </a:pPr>
              <a:t>51</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Forms of three address instructions</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295400"/>
            <a:ext cx="8229600" cy="4830763"/>
          </a:xfrm>
        </p:spPr>
        <p:txBody>
          <a:bodyPr>
            <a:normAutofit lnSpcReduction="10000"/>
          </a:bodyPr>
          <a:lstStyle/>
          <a:p>
            <a:pPr>
              <a:buFont typeface="Arial" pitchFamily="34" charset="0"/>
              <a:buChar char="•"/>
              <a:defRPr/>
            </a:pPr>
            <a:r>
              <a:rPr lang="en-US" sz="2200" dirty="0">
                <a:latin typeface="+mj-lt"/>
              </a:rPr>
              <a:t>x = y op z</a:t>
            </a:r>
          </a:p>
          <a:p>
            <a:pPr>
              <a:buFont typeface="Arial" pitchFamily="34" charset="0"/>
              <a:buChar char="•"/>
              <a:defRPr/>
            </a:pPr>
            <a:r>
              <a:rPr lang="en-US" sz="2200" dirty="0">
                <a:latin typeface="+mj-lt"/>
              </a:rPr>
              <a:t>x = op y</a:t>
            </a:r>
          </a:p>
          <a:p>
            <a:pPr>
              <a:buFont typeface="Arial" pitchFamily="34" charset="0"/>
              <a:buChar char="•"/>
              <a:defRPr/>
            </a:pPr>
            <a:r>
              <a:rPr lang="en-US" sz="2200" dirty="0">
                <a:latin typeface="+mj-lt"/>
              </a:rPr>
              <a:t>x = y</a:t>
            </a:r>
          </a:p>
          <a:p>
            <a:pPr>
              <a:buFont typeface="Arial" pitchFamily="34" charset="0"/>
              <a:buChar char="•"/>
              <a:defRPr/>
            </a:pPr>
            <a:r>
              <a:rPr lang="en-US" sz="2200" dirty="0" err="1">
                <a:latin typeface="+mj-lt"/>
              </a:rPr>
              <a:t>goto</a:t>
            </a:r>
            <a:r>
              <a:rPr lang="en-US" sz="2200" dirty="0">
                <a:latin typeface="+mj-lt"/>
              </a:rPr>
              <a:t> L</a:t>
            </a:r>
          </a:p>
          <a:p>
            <a:pPr>
              <a:buFont typeface="Arial" pitchFamily="34" charset="0"/>
              <a:buChar char="•"/>
              <a:defRPr/>
            </a:pPr>
            <a:r>
              <a:rPr lang="en-US" sz="2200" dirty="0">
                <a:latin typeface="+mj-lt"/>
              </a:rPr>
              <a:t>if x </a:t>
            </a:r>
            <a:r>
              <a:rPr lang="en-US" sz="2200" dirty="0" err="1">
                <a:latin typeface="+mj-lt"/>
              </a:rPr>
              <a:t>goto</a:t>
            </a:r>
            <a:r>
              <a:rPr lang="en-US" sz="2200" dirty="0">
                <a:latin typeface="+mj-lt"/>
              </a:rPr>
              <a:t> L and </a:t>
            </a:r>
            <a:r>
              <a:rPr lang="en-US" sz="2200" dirty="0" err="1">
                <a:latin typeface="+mj-lt"/>
              </a:rPr>
              <a:t>ifFalse</a:t>
            </a:r>
            <a:r>
              <a:rPr lang="en-US" sz="2200" dirty="0">
                <a:latin typeface="+mj-lt"/>
              </a:rPr>
              <a:t> x </a:t>
            </a:r>
            <a:r>
              <a:rPr lang="en-US" sz="2200" dirty="0" err="1">
                <a:latin typeface="+mj-lt"/>
              </a:rPr>
              <a:t>goto</a:t>
            </a:r>
            <a:r>
              <a:rPr lang="en-US" sz="2200" dirty="0">
                <a:latin typeface="+mj-lt"/>
              </a:rPr>
              <a:t> L</a:t>
            </a:r>
          </a:p>
          <a:p>
            <a:pPr>
              <a:buFont typeface="Arial" pitchFamily="34" charset="0"/>
              <a:buChar char="•"/>
              <a:defRPr/>
            </a:pPr>
            <a:r>
              <a:rPr lang="en-US" sz="2200" dirty="0">
                <a:latin typeface="+mj-lt"/>
              </a:rPr>
              <a:t>if  x </a:t>
            </a:r>
            <a:r>
              <a:rPr lang="en-US" sz="2200" dirty="0" err="1">
                <a:latin typeface="+mj-lt"/>
              </a:rPr>
              <a:t>relop</a:t>
            </a:r>
            <a:r>
              <a:rPr lang="en-US" sz="2200" dirty="0">
                <a:latin typeface="+mj-lt"/>
              </a:rPr>
              <a:t> y </a:t>
            </a:r>
            <a:r>
              <a:rPr lang="en-US" sz="2200" dirty="0" err="1">
                <a:latin typeface="+mj-lt"/>
              </a:rPr>
              <a:t>goto</a:t>
            </a:r>
            <a:r>
              <a:rPr lang="en-US" sz="2200" dirty="0">
                <a:latin typeface="+mj-lt"/>
              </a:rPr>
              <a:t> L</a:t>
            </a:r>
          </a:p>
          <a:p>
            <a:pPr>
              <a:buFont typeface="Arial" pitchFamily="34" charset="0"/>
              <a:buChar char="•"/>
              <a:defRPr/>
            </a:pPr>
            <a:r>
              <a:rPr lang="en-US" sz="2200" dirty="0">
                <a:latin typeface="+mj-lt"/>
              </a:rPr>
              <a:t>Procedure calls using: </a:t>
            </a:r>
          </a:p>
          <a:p>
            <a:pPr lvl="1">
              <a:buFont typeface="Arial" pitchFamily="34" charset="0"/>
              <a:buChar char="–"/>
              <a:defRPr/>
            </a:pPr>
            <a:r>
              <a:rPr lang="en-US" sz="2200" dirty="0" err="1">
                <a:latin typeface="+mj-lt"/>
              </a:rPr>
              <a:t>param</a:t>
            </a:r>
            <a:r>
              <a:rPr lang="en-US" sz="2200" dirty="0">
                <a:latin typeface="+mj-lt"/>
              </a:rPr>
              <a:t> x</a:t>
            </a:r>
          </a:p>
          <a:p>
            <a:pPr lvl="1">
              <a:buFont typeface="Arial" pitchFamily="34" charset="0"/>
              <a:buChar char="–"/>
              <a:defRPr/>
            </a:pPr>
            <a:r>
              <a:rPr lang="en-US" sz="2200" dirty="0">
                <a:latin typeface="+mj-lt"/>
              </a:rPr>
              <a:t>call </a:t>
            </a:r>
            <a:r>
              <a:rPr lang="en-US" sz="2200" dirty="0" err="1">
                <a:latin typeface="+mj-lt"/>
              </a:rPr>
              <a:t>p,n</a:t>
            </a:r>
            <a:endParaRPr lang="en-US" sz="2200" dirty="0">
              <a:latin typeface="+mj-lt"/>
            </a:endParaRPr>
          </a:p>
          <a:p>
            <a:pPr lvl="1">
              <a:buFont typeface="Arial" pitchFamily="34" charset="0"/>
              <a:buChar char="–"/>
              <a:defRPr/>
            </a:pPr>
            <a:r>
              <a:rPr lang="en-US" sz="2200" dirty="0">
                <a:latin typeface="+mj-lt"/>
              </a:rPr>
              <a:t>y = call </a:t>
            </a:r>
            <a:r>
              <a:rPr lang="en-US" sz="2200" dirty="0" err="1">
                <a:latin typeface="+mj-lt"/>
              </a:rPr>
              <a:t>p,n</a:t>
            </a:r>
            <a:endParaRPr lang="en-US" sz="2200" dirty="0">
              <a:latin typeface="+mj-lt"/>
            </a:endParaRPr>
          </a:p>
          <a:p>
            <a:pPr>
              <a:buFont typeface="Arial" pitchFamily="34" charset="0"/>
              <a:buChar char="•"/>
              <a:defRPr/>
            </a:pPr>
            <a:r>
              <a:rPr lang="en-US" sz="2200" dirty="0">
                <a:latin typeface="+mj-lt"/>
              </a:rPr>
              <a:t>x = y[</a:t>
            </a:r>
            <a:r>
              <a:rPr lang="en-US" sz="2200" dirty="0" err="1">
                <a:latin typeface="+mj-lt"/>
              </a:rPr>
              <a:t>i</a:t>
            </a:r>
            <a:r>
              <a:rPr lang="en-US" sz="2200" dirty="0">
                <a:latin typeface="+mj-lt"/>
              </a:rPr>
              <a:t>] and x[</a:t>
            </a:r>
            <a:r>
              <a:rPr lang="en-US" sz="2200" dirty="0" err="1">
                <a:latin typeface="+mj-lt"/>
              </a:rPr>
              <a:t>i</a:t>
            </a:r>
            <a:r>
              <a:rPr lang="en-US" sz="2200" dirty="0">
                <a:latin typeface="+mj-lt"/>
              </a:rPr>
              <a:t>] = y</a:t>
            </a:r>
          </a:p>
          <a:p>
            <a:pPr>
              <a:buFont typeface="Arial" pitchFamily="34" charset="0"/>
              <a:buChar char="•"/>
              <a:defRPr/>
            </a:pPr>
            <a:r>
              <a:rPr lang="en-US" sz="2200" dirty="0">
                <a:latin typeface="+mj-lt"/>
              </a:rPr>
              <a:t>x = &amp;y and x = *y and *x =y</a:t>
            </a: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702613A-240D-4586-805F-998BB2FF02FB}"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EF713A43-3F03-4372-A2CC-FE3AFC81D0E5}" type="slidenum">
              <a:rPr lang="en-US"/>
              <a:pPr>
                <a:defRPr/>
              </a:pPr>
              <a:t>52</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Data structures for three address codes</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295400"/>
            <a:ext cx="8229600" cy="4830763"/>
          </a:xfrm>
        </p:spPr>
        <p:txBody>
          <a:bodyPr/>
          <a:lstStyle/>
          <a:p>
            <a:pPr eaLnBrk="1" hangingPunct="1">
              <a:buFont typeface="Arial" pitchFamily="34" charset="0"/>
              <a:buChar char="•"/>
              <a:defRPr/>
            </a:pPr>
            <a:r>
              <a:rPr lang="en-US" sz="2200" dirty="0"/>
              <a:t>Quadruples</a:t>
            </a:r>
          </a:p>
          <a:p>
            <a:pPr lvl="1" eaLnBrk="1" hangingPunct="1">
              <a:buFont typeface="Arial" pitchFamily="34" charset="0"/>
              <a:buChar char="–"/>
              <a:defRPr/>
            </a:pPr>
            <a:r>
              <a:rPr lang="en-US" sz="2200" dirty="0"/>
              <a:t>Has four fields: op, arg1, arg2 and result</a:t>
            </a:r>
          </a:p>
          <a:p>
            <a:pPr eaLnBrk="1" hangingPunct="1">
              <a:buFont typeface="Arial" pitchFamily="34" charset="0"/>
              <a:buChar char="•"/>
              <a:defRPr/>
            </a:pPr>
            <a:r>
              <a:rPr lang="en-US" sz="2200" dirty="0"/>
              <a:t>Triples</a:t>
            </a:r>
          </a:p>
          <a:p>
            <a:pPr lvl="1" eaLnBrk="1" hangingPunct="1">
              <a:buFont typeface="Arial" pitchFamily="34" charset="0"/>
              <a:buChar char="–"/>
              <a:defRPr/>
            </a:pPr>
            <a:r>
              <a:rPr lang="en-US" sz="2200" dirty="0"/>
              <a:t>Temporaries are not used and instead references to instructions are made</a:t>
            </a:r>
          </a:p>
          <a:p>
            <a:pPr eaLnBrk="1" hangingPunct="1">
              <a:buFont typeface="Arial" pitchFamily="34" charset="0"/>
              <a:buChar char="•"/>
              <a:defRPr/>
            </a:pPr>
            <a:r>
              <a:rPr lang="en-US" sz="2200" dirty="0"/>
              <a:t>Indirect triples</a:t>
            </a:r>
          </a:p>
          <a:p>
            <a:pPr lvl="1" eaLnBrk="1" hangingPunct="1">
              <a:buFont typeface="Arial" pitchFamily="34" charset="0"/>
              <a:buChar char="–"/>
              <a:defRPr/>
            </a:pPr>
            <a:r>
              <a:rPr lang="en-US" sz="2200" dirty="0"/>
              <a:t>In addition to triples we use a list of pointers to triples</a:t>
            </a:r>
          </a:p>
          <a:p>
            <a:pPr>
              <a:buFont typeface="Arial" pitchFamily="34" charset="0"/>
              <a:buChar char="•"/>
              <a:defRPr/>
            </a:pPr>
            <a:endParaRPr lang="en-US" sz="2200" dirty="0">
              <a:latin typeface="+mj-lt"/>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6FBD6E6-FAF9-4B29-80C1-BE40BEDFFB91}"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B264A087-F2EF-46B5-97C1-AB8E68EF21B7}" type="slidenum">
              <a:rPr lang="en-US"/>
              <a:pPr>
                <a:defRPr/>
              </a:pPr>
              <a:t>53</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Three address codes Example</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11271" name="Content Placeholder 7"/>
          <p:cNvSpPr>
            <a:spLocks noGrp="1"/>
          </p:cNvSpPr>
          <p:nvPr>
            <p:ph idx="1"/>
          </p:nvPr>
        </p:nvSpPr>
        <p:spPr>
          <a:xfrm>
            <a:off x="457200" y="1341438"/>
            <a:ext cx="8229600" cy="4830762"/>
          </a:xfrm>
        </p:spPr>
        <p:txBody>
          <a:bodyPr/>
          <a:lstStyle/>
          <a:p>
            <a:pPr>
              <a:buFont typeface="Arial" pitchFamily="34" charset="0"/>
              <a:buChar char="•"/>
              <a:defRPr/>
            </a:pPr>
            <a:r>
              <a:rPr lang="en-US" sz="2000" dirty="0"/>
              <a:t>Example</a:t>
            </a:r>
          </a:p>
          <a:p>
            <a:pPr>
              <a:buFont typeface="Arial" pitchFamily="34" charset="0"/>
              <a:buChar char="•"/>
              <a:defRPr/>
            </a:pPr>
            <a:r>
              <a:rPr lang="en-US" sz="2000" dirty="0"/>
              <a:t>b * minus c + b * minus c</a:t>
            </a:r>
          </a:p>
          <a:p>
            <a:pPr>
              <a:buFont typeface="Arial" pitchFamily="34" charset="0"/>
              <a:buChar char="•"/>
              <a:defRPr/>
            </a:pPr>
            <a:endParaRPr lang="en-US" sz="2200" dirty="0">
              <a:latin typeface="+mj-lt"/>
            </a:endParaRPr>
          </a:p>
          <a:p>
            <a:pPr>
              <a:buFont typeface="Arial" pitchFamily="34" charset="0"/>
              <a:buChar char="•"/>
              <a:defRPr/>
            </a:pPr>
            <a:endParaRPr lang="en-US" dirty="0"/>
          </a:p>
        </p:txBody>
      </p:sp>
      <p:sp>
        <p:nvSpPr>
          <p:cNvPr id="24584" name="TextBox 4"/>
          <p:cNvSpPr txBox="1">
            <a:spLocks noChangeArrowheads="1"/>
          </p:cNvSpPr>
          <p:nvPr/>
        </p:nvSpPr>
        <p:spPr bwMode="auto">
          <a:xfrm>
            <a:off x="6019800" y="914400"/>
            <a:ext cx="2559050" cy="461963"/>
          </a:xfrm>
          <a:prstGeom prst="rect">
            <a:avLst/>
          </a:prstGeom>
          <a:noFill/>
          <a:ln w="9525">
            <a:noFill/>
            <a:miter lim="800000"/>
            <a:headEnd/>
            <a:tailEnd/>
          </a:ln>
        </p:spPr>
        <p:txBody>
          <a:bodyPr wrap="none">
            <a:spAutoFit/>
          </a:bodyPr>
          <a:lstStyle/>
          <a:p>
            <a:r>
              <a:rPr lang="en-US"/>
              <a:t>Three address code</a:t>
            </a:r>
          </a:p>
        </p:txBody>
      </p:sp>
      <p:sp>
        <p:nvSpPr>
          <p:cNvPr id="24585" name="TextBox 3"/>
          <p:cNvSpPr txBox="1">
            <a:spLocks noChangeArrowheads="1"/>
          </p:cNvSpPr>
          <p:nvPr/>
        </p:nvSpPr>
        <p:spPr bwMode="auto">
          <a:xfrm>
            <a:off x="6400800" y="1371600"/>
            <a:ext cx="1333500" cy="1754188"/>
          </a:xfrm>
          <a:prstGeom prst="rect">
            <a:avLst/>
          </a:prstGeom>
          <a:noFill/>
          <a:ln w="9525">
            <a:noFill/>
            <a:miter lim="800000"/>
            <a:headEnd/>
            <a:tailEnd/>
          </a:ln>
        </p:spPr>
        <p:txBody>
          <a:bodyPr wrap="none">
            <a:spAutoFit/>
          </a:bodyPr>
          <a:lstStyle/>
          <a:p>
            <a:r>
              <a:rPr lang="en-US" dirty="0"/>
              <a:t>t1 = minus c</a:t>
            </a:r>
          </a:p>
          <a:p>
            <a:r>
              <a:rPr lang="en-US" dirty="0"/>
              <a:t>t2 = b * t1</a:t>
            </a:r>
          </a:p>
          <a:p>
            <a:r>
              <a:rPr lang="en-US" dirty="0"/>
              <a:t>t3 = minus c</a:t>
            </a:r>
          </a:p>
          <a:p>
            <a:r>
              <a:rPr lang="en-US" dirty="0"/>
              <a:t>t4 = b * t3</a:t>
            </a:r>
          </a:p>
          <a:p>
            <a:r>
              <a:rPr lang="en-US" dirty="0"/>
              <a:t>t5 = t2 + t4</a:t>
            </a:r>
          </a:p>
          <a:p>
            <a:r>
              <a:rPr lang="en-US" dirty="0"/>
              <a:t>a = t5</a:t>
            </a:r>
          </a:p>
        </p:txBody>
      </p:sp>
      <p:sp>
        <p:nvSpPr>
          <p:cNvPr id="24586" name="TextBox 53"/>
          <p:cNvSpPr txBox="1">
            <a:spLocks noChangeArrowheads="1"/>
          </p:cNvSpPr>
          <p:nvPr/>
        </p:nvSpPr>
        <p:spPr bwMode="auto">
          <a:xfrm>
            <a:off x="1066800" y="3124200"/>
            <a:ext cx="1603375" cy="461963"/>
          </a:xfrm>
          <a:prstGeom prst="rect">
            <a:avLst/>
          </a:prstGeom>
          <a:noFill/>
          <a:ln w="9525">
            <a:noFill/>
            <a:miter lim="800000"/>
            <a:headEnd/>
            <a:tailEnd/>
          </a:ln>
        </p:spPr>
        <p:txBody>
          <a:bodyPr wrap="none">
            <a:spAutoFit/>
          </a:bodyPr>
          <a:lstStyle/>
          <a:p>
            <a:r>
              <a:rPr lang="en-US"/>
              <a:t>Quadruples</a:t>
            </a:r>
          </a:p>
        </p:txBody>
      </p:sp>
      <p:graphicFrame>
        <p:nvGraphicFramePr>
          <p:cNvPr id="11" name="Table 10"/>
          <p:cNvGraphicFramePr>
            <a:graphicFrameLocks noGrp="1"/>
          </p:cNvGraphicFramePr>
          <p:nvPr/>
        </p:nvGraphicFramePr>
        <p:xfrm>
          <a:off x="762000" y="3505200"/>
          <a:ext cx="2209800" cy="2651760"/>
        </p:xfrm>
        <a:graphic>
          <a:graphicData uri="http://schemas.openxmlformats.org/drawingml/2006/table">
            <a:tbl>
              <a:tblPr firstRow="1" bandRow="1">
                <a:tableStyleId>{5C22544A-7EE6-4342-B048-85BDC9FD1C3A}</a:tableStyleId>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33552">
                <a:tc>
                  <a:txBody>
                    <a:bodyPr/>
                    <a:lstStyle/>
                    <a:p>
                      <a:r>
                        <a:rPr lang="en-US" sz="1200" dirty="0">
                          <a:solidFill>
                            <a:schemeClr val="tx1"/>
                          </a:solidFill>
                        </a:rPr>
                        <a:t>op</a:t>
                      </a:r>
                    </a:p>
                  </a:txBody>
                  <a:tcPr>
                    <a:solidFill>
                      <a:srgbClr val="92D050"/>
                    </a:solidFill>
                  </a:tcPr>
                </a:tc>
                <a:tc>
                  <a:txBody>
                    <a:bodyPr/>
                    <a:lstStyle/>
                    <a:p>
                      <a:r>
                        <a:rPr lang="en-US" sz="1200" dirty="0">
                          <a:solidFill>
                            <a:schemeClr val="tx1"/>
                          </a:solidFill>
                        </a:rPr>
                        <a:t>arg1</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arg1</a:t>
                      </a:r>
                    </a:p>
                    <a:p>
                      <a:endParaRPr lang="en-US" sz="1200" dirty="0">
                        <a:solidFill>
                          <a:schemeClr val="tx1"/>
                        </a:solidFill>
                      </a:endParaRPr>
                    </a:p>
                  </a:txBody>
                  <a:tcPr>
                    <a:solidFill>
                      <a:srgbClr val="92D050"/>
                    </a:solidFill>
                  </a:tcPr>
                </a:tc>
                <a:tc>
                  <a:txBody>
                    <a:bodyPr/>
                    <a:lstStyle/>
                    <a:p>
                      <a:r>
                        <a:rPr lang="en-US" sz="1200" dirty="0">
                          <a:solidFill>
                            <a:schemeClr val="tx1"/>
                          </a:solidFill>
                        </a:rPr>
                        <a:t>result</a:t>
                      </a:r>
                    </a:p>
                  </a:txBody>
                  <a:tcPr>
                    <a:solidFill>
                      <a:srgbClr val="92D050"/>
                    </a:solidFill>
                  </a:tcPr>
                </a:tc>
                <a:extLst>
                  <a:ext uri="{0D108BD9-81ED-4DB2-BD59-A6C34878D82A}">
                    <a16:rowId xmlns:a16="http://schemas.microsoft.com/office/drawing/2014/main" val="10000"/>
                  </a:ext>
                </a:extLst>
              </a:tr>
              <a:tr h="346841">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tc>
                  <a:txBody>
                    <a:bodyPr/>
                    <a:lstStyle/>
                    <a:p>
                      <a:r>
                        <a:rPr lang="en-US" dirty="0">
                          <a:solidFill>
                            <a:schemeClr val="tx1"/>
                          </a:solidFill>
                        </a:rPr>
                        <a:t>t1</a:t>
                      </a: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t1</a:t>
                      </a:r>
                    </a:p>
                  </a:txBody>
                  <a:tcPr>
                    <a:solidFill>
                      <a:srgbClr val="92D050"/>
                    </a:solidFill>
                  </a:tcPr>
                </a:tc>
                <a:tc>
                  <a:txBody>
                    <a:bodyPr/>
                    <a:lstStyle/>
                    <a:p>
                      <a:r>
                        <a:rPr lang="en-US" dirty="0">
                          <a:solidFill>
                            <a:schemeClr val="tx1"/>
                          </a:solidFill>
                        </a:rPr>
                        <a:t>t2</a:t>
                      </a:r>
                    </a:p>
                  </a:txBody>
                  <a:tcPr>
                    <a:solidFill>
                      <a:srgbClr val="92D050"/>
                    </a:solidFill>
                  </a:tcPr>
                </a:tc>
                <a:extLst>
                  <a:ext uri="{0D108BD9-81ED-4DB2-BD59-A6C34878D82A}">
                    <a16:rowId xmlns:a16="http://schemas.microsoft.com/office/drawing/2014/main" val="10002"/>
                  </a:ext>
                </a:extLst>
              </a:tr>
              <a:tr h="346841">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tc>
                  <a:txBody>
                    <a:bodyPr/>
                    <a:lstStyle/>
                    <a:p>
                      <a:r>
                        <a:rPr lang="en-US" dirty="0">
                          <a:solidFill>
                            <a:schemeClr val="tx1"/>
                          </a:solidFill>
                        </a:rPr>
                        <a:t>t3</a:t>
                      </a: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t3</a:t>
                      </a:r>
                    </a:p>
                  </a:txBody>
                  <a:tcPr>
                    <a:solidFill>
                      <a:srgbClr val="92D050"/>
                    </a:solidFill>
                  </a:tcPr>
                </a:tc>
                <a:tc>
                  <a:txBody>
                    <a:bodyPr/>
                    <a:lstStyle/>
                    <a:p>
                      <a:r>
                        <a:rPr lang="en-US" dirty="0">
                          <a:solidFill>
                            <a:schemeClr val="tx1"/>
                          </a:solidFill>
                        </a:rPr>
                        <a:t>t4</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t2</a:t>
                      </a:r>
                    </a:p>
                  </a:txBody>
                  <a:tcPr>
                    <a:solidFill>
                      <a:srgbClr val="92D050"/>
                    </a:solidFill>
                  </a:tcPr>
                </a:tc>
                <a:tc>
                  <a:txBody>
                    <a:bodyPr/>
                    <a:lstStyle/>
                    <a:p>
                      <a:r>
                        <a:rPr lang="en-US" dirty="0">
                          <a:solidFill>
                            <a:schemeClr val="tx1"/>
                          </a:solidFill>
                        </a:rPr>
                        <a:t>t4</a:t>
                      </a:r>
                    </a:p>
                  </a:txBody>
                  <a:tcPr>
                    <a:solidFill>
                      <a:srgbClr val="92D050"/>
                    </a:solidFill>
                  </a:tcPr>
                </a:tc>
                <a:tc>
                  <a:txBody>
                    <a:bodyPr/>
                    <a:lstStyle/>
                    <a:p>
                      <a:r>
                        <a:rPr lang="en-US" dirty="0">
                          <a:solidFill>
                            <a:schemeClr val="tx1"/>
                          </a:solidFill>
                        </a:rPr>
                        <a:t>t5</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t5</a:t>
                      </a:r>
                    </a:p>
                  </a:txBody>
                  <a:tcPr>
                    <a:solidFill>
                      <a:srgbClr val="92D050"/>
                    </a:solidFill>
                  </a:tcPr>
                </a:tc>
                <a:tc>
                  <a:txBody>
                    <a:bodyPr/>
                    <a:lstStyle/>
                    <a:p>
                      <a:endParaRPr lang="en-US" dirty="0">
                        <a:solidFill>
                          <a:schemeClr val="tx1"/>
                        </a:solidFill>
                      </a:endParaRPr>
                    </a:p>
                  </a:txBody>
                  <a:tcPr>
                    <a:solidFill>
                      <a:srgbClr val="92D050"/>
                    </a:solidFill>
                  </a:tcPr>
                </a:tc>
                <a:tc>
                  <a:txBody>
                    <a:bodyPr/>
                    <a:lstStyle/>
                    <a:p>
                      <a:r>
                        <a:rPr lang="en-US" dirty="0">
                          <a:solidFill>
                            <a:schemeClr val="tx1"/>
                          </a:solidFill>
                        </a:rPr>
                        <a:t>a</a:t>
                      </a:r>
                    </a:p>
                  </a:txBody>
                  <a:tcPr>
                    <a:solidFill>
                      <a:srgbClr val="92D050"/>
                    </a:solid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nvGraphicFramePr>
        <p:xfrm>
          <a:off x="3124200" y="3505200"/>
          <a:ext cx="2209800" cy="2628112"/>
        </p:xfrm>
        <a:graphic>
          <a:graphicData uri="http://schemas.openxmlformats.org/drawingml/2006/table">
            <a:tbl>
              <a:tblPr firstRow="1" bandRow="1">
                <a:tableStyleId>{5C22544A-7EE6-4342-B048-85BDC9FD1C3A}</a:tableStyleId>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33552">
                <a:tc>
                  <a:txBody>
                    <a:bodyPr/>
                    <a:lstStyle/>
                    <a:p>
                      <a:endParaRPr lang="en-US" sz="1200" dirty="0">
                        <a:solidFill>
                          <a:schemeClr val="tx1"/>
                        </a:solidFill>
                      </a:endParaRPr>
                    </a:p>
                  </a:txBody>
                  <a:tcPr>
                    <a:solidFill>
                      <a:srgbClr val="92D050"/>
                    </a:solidFill>
                  </a:tcPr>
                </a:tc>
                <a:tc>
                  <a:txBody>
                    <a:bodyPr/>
                    <a:lstStyle/>
                    <a:p>
                      <a:r>
                        <a:rPr lang="en-US" sz="1200" dirty="0">
                          <a:solidFill>
                            <a:schemeClr val="tx1"/>
                          </a:solidFill>
                        </a:rPr>
                        <a:t>op</a:t>
                      </a:r>
                    </a:p>
                  </a:txBody>
                  <a:tcPr>
                    <a:solidFill>
                      <a:srgbClr val="92D050"/>
                    </a:solidFill>
                  </a:tcPr>
                </a:tc>
                <a:tc>
                  <a:txBody>
                    <a:bodyPr/>
                    <a:lstStyle/>
                    <a:p>
                      <a:r>
                        <a:rPr lang="en-US" sz="1200" dirty="0">
                          <a:solidFill>
                            <a:schemeClr val="tx1"/>
                          </a:solidFill>
                        </a:rPr>
                        <a:t>arg1</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arg1</a:t>
                      </a:r>
                    </a:p>
                  </a:txBody>
                  <a:tcPr>
                    <a:solidFill>
                      <a:srgbClr val="92D050"/>
                    </a:solidFill>
                  </a:tcPr>
                </a:tc>
                <a:extLst>
                  <a:ext uri="{0D108BD9-81ED-4DB2-BD59-A6C34878D82A}">
                    <a16:rowId xmlns:a16="http://schemas.microsoft.com/office/drawing/2014/main" val="10000"/>
                  </a:ext>
                </a:extLst>
              </a:tr>
              <a:tr h="346841">
                <a:tc>
                  <a:txBody>
                    <a:bodyPr/>
                    <a:lstStyle/>
                    <a:p>
                      <a:r>
                        <a:rPr lang="en-US" sz="1800" dirty="0">
                          <a:solidFill>
                            <a:schemeClr val="tx1"/>
                          </a:solidFill>
                        </a:rPr>
                        <a:t>0</a:t>
                      </a:r>
                      <a:endParaRPr lang="en-US" sz="1200" dirty="0">
                        <a:solidFill>
                          <a:schemeClr val="tx1"/>
                        </a:solidFill>
                      </a:endParaRP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0</a:t>
                      </a:r>
                    </a:p>
                  </a:txBody>
                  <a:tcPr>
                    <a:solidFill>
                      <a:srgbClr val="92D050"/>
                    </a:solidFill>
                  </a:tcPr>
                </a:tc>
                <a:extLst>
                  <a:ext uri="{0D108BD9-81ED-4DB2-BD59-A6C34878D82A}">
                    <a16:rowId xmlns:a16="http://schemas.microsoft.com/office/drawing/2014/main" val="10002"/>
                  </a:ext>
                </a:extLst>
              </a:tr>
              <a:tr h="346841">
                <a:tc>
                  <a:txBody>
                    <a:bodyPr/>
                    <a:lstStyle/>
                    <a:p>
                      <a:r>
                        <a:rPr lang="en-US" sz="1800" dirty="0">
                          <a:solidFill>
                            <a:schemeClr val="tx1"/>
                          </a:solidFill>
                        </a:rPr>
                        <a:t>2</a:t>
                      </a: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3</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2</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4</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3</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5</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a</a:t>
                      </a:r>
                    </a:p>
                  </a:txBody>
                  <a:tcPr>
                    <a:solidFill>
                      <a:srgbClr val="92D050"/>
                    </a:solidFill>
                  </a:tcPr>
                </a:tc>
                <a:tc>
                  <a:txBody>
                    <a:bodyPr/>
                    <a:lstStyle/>
                    <a:p>
                      <a:r>
                        <a:rPr lang="en-US" dirty="0">
                          <a:solidFill>
                            <a:schemeClr val="tx1"/>
                          </a:solidFill>
                        </a:rPr>
                        <a:t>4</a:t>
                      </a:r>
                    </a:p>
                  </a:txBody>
                  <a:tcPr>
                    <a:solidFill>
                      <a:srgbClr val="92D050"/>
                    </a:solidFill>
                  </a:tcPr>
                </a:tc>
                <a:extLst>
                  <a:ext uri="{0D108BD9-81ED-4DB2-BD59-A6C34878D82A}">
                    <a16:rowId xmlns:a16="http://schemas.microsoft.com/office/drawing/2014/main" val="10006"/>
                  </a:ext>
                </a:extLst>
              </a:tr>
            </a:tbl>
          </a:graphicData>
        </a:graphic>
      </p:graphicFrame>
      <p:sp>
        <p:nvSpPr>
          <p:cNvPr id="24671" name="TextBox 53"/>
          <p:cNvSpPr txBox="1">
            <a:spLocks noChangeArrowheads="1"/>
          </p:cNvSpPr>
          <p:nvPr/>
        </p:nvSpPr>
        <p:spPr bwMode="auto">
          <a:xfrm>
            <a:off x="3733800" y="3124200"/>
            <a:ext cx="868363" cy="369888"/>
          </a:xfrm>
          <a:prstGeom prst="rect">
            <a:avLst/>
          </a:prstGeom>
          <a:noFill/>
          <a:ln w="9525">
            <a:noFill/>
            <a:miter lim="800000"/>
            <a:headEnd/>
            <a:tailEnd/>
          </a:ln>
        </p:spPr>
        <p:txBody>
          <a:bodyPr wrap="none">
            <a:spAutoFit/>
          </a:bodyPr>
          <a:lstStyle/>
          <a:p>
            <a:r>
              <a:rPr lang="en-US"/>
              <a:t>Triples</a:t>
            </a:r>
          </a:p>
        </p:txBody>
      </p:sp>
      <p:sp>
        <p:nvSpPr>
          <p:cNvPr id="24672" name="TextBox 53"/>
          <p:cNvSpPr txBox="1">
            <a:spLocks noChangeArrowheads="1"/>
          </p:cNvSpPr>
          <p:nvPr/>
        </p:nvSpPr>
        <p:spPr bwMode="auto">
          <a:xfrm>
            <a:off x="5715000" y="3200400"/>
            <a:ext cx="2239963" cy="369888"/>
          </a:xfrm>
          <a:prstGeom prst="rect">
            <a:avLst/>
          </a:prstGeom>
          <a:noFill/>
          <a:ln w="9525">
            <a:noFill/>
            <a:miter lim="800000"/>
            <a:headEnd/>
            <a:tailEnd/>
          </a:ln>
        </p:spPr>
        <p:txBody>
          <a:bodyPr>
            <a:spAutoFit/>
          </a:bodyPr>
          <a:lstStyle/>
          <a:p>
            <a:pPr algn="ctr"/>
            <a:r>
              <a:rPr lang="en-US"/>
              <a:t> Indirect  Triples</a:t>
            </a:r>
          </a:p>
        </p:txBody>
      </p:sp>
      <p:graphicFrame>
        <p:nvGraphicFramePr>
          <p:cNvPr id="15" name="Table 14"/>
          <p:cNvGraphicFramePr>
            <a:graphicFrameLocks noGrp="1"/>
          </p:cNvGraphicFramePr>
          <p:nvPr/>
        </p:nvGraphicFramePr>
        <p:xfrm>
          <a:off x="6400800" y="3505200"/>
          <a:ext cx="2209800" cy="2628112"/>
        </p:xfrm>
        <a:graphic>
          <a:graphicData uri="http://schemas.openxmlformats.org/drawingml/2006/table">
            <a:tbl>
              <a:tblPr firstRow="1" bandRow="1">
                <a:tableStyleId>{5C22544A-7EE6-4342-B048-85BDC9FD1C3A}</a:tableStyleId>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33552">
                <a:tc>
                  <a:txBody>
                    <a:bodyPr/>
                    <a:lstStyle/>
                    <a:p>
                      <a:endParaRPr lang="en-US" sz="1200" dirty="0">
                        <a:solidFill>
                          <a:schemeClr val="tx1"/>
                        </a:solidFill>
                      </a:endParaRPr>
                    </a:p>
                  </a:txBody>
                  <a:tcPr>
                    <a:solidFill>
                      <a:srgbClr val="92D050"/>
                    </a:solidFill>
                  </a:tcPr>
                </a:tc>
                <a:tc>
                  <a:txBody>
                    <a:bodyPr/>
                    <a:lstStyle/>
                    <a:p>
                      <a:r>
                        <a:rPr lang="en-US" sz="1200" dirty="0">
                          <a:solidFill>
                            <a:schemeClr val="tx1"/>
                          </a:solidFill>
                        </a:rPr>
                        <a:t>op</a:t>
                      </a:r>
                    </a:p>
                  </a:txBody>
                  <a:tcPr>
                    <a:solidFill>
                      <a:srgbClr val="92D050"/>
                    </a:solidFill>
                  </a:tcPr>
                </a:tc>
                <a:tc>
                  <a:txBody>
                    <a:bodyPr/>
                    <a:lstStyle/>
                    <a:p>
                      <a:r>
                        <a:rPr lang="en-US" sz="1200" dirty="0">
                          <a:solidFill>
                            <a:schemeClr val="tx1"/>
                          </a:solidFill>
                        </a:rPr>
                        <a:t>arg1</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arg1</a:t>
                      </a:r>
                    </a:p>
                  </a:txBody>
                  <a:tcPr>
                    <a:solidFill>
                      <a:srgbClr val="92D050"/>
                    </a:solidFill>
                  </a:tcPr>
                </a:tc>
                <a:extLst>
                  <a:ext uri="{0D108BD9-81ED-4DB2-BD59-A6C34878D82A}">
                    <a16:rowId xmlns:a16="http://schemas.microsoft.com/office/drawing/2014/main" val="10000"/>
                  </a:ext>
                </a:extLst>
              </a:tr>
              <a:tr h="346841">
                <a:tc>
                  <a:txBody>
                    <a:bodyPr/>
                    <a:lstStyle/>
                    <a:p>
                      <a:r>
                        <a:rPr lang="en-US" sz="1800" dirty="0">
                          <a:solidFill>
                            <a:schemeClr val="tx1"/>
                          </a:solidFill>
                        </a:rPr>
                        <a:t>0</a:t>
                      </a:r>
                      <a:endParaRPr lang="en-US" sz="1200" dirty="0">
                        <a:solidFill>
                          <a:schemeClr val="tx1"/>
                        </a:solidFill>
                      </a:endParaRP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0</a:t>
                      </a:r>
                    </a:p>
                  </a:txBody>
                  <a:tcPr>
                    <a:solidFill>
                      <a:srgbClr val="92D050"/>
                    </a:solidFill>
                  </a:tcPr>
                </a:tc>
                <a:extLst>
                  <a:ext uri="{0D108BD9-81ED-4DB2-BD59-A6C34878D82A}">
                    <a16:rowId xmlns:a16="http://schemas.microsoft.com/office/drawing/2014/main" val="10002"/>
                  </a:ext>
                </a:extLst>
              </a:tr>
              <a:tr h="346841">
                <a:tc>
                  <a:txBody>
                    <a:bodyPr/>
                    <a:lstStyle/>
                    <a:p>
                      <a:r>
                        <a:rPr lang="en-US" sz="1800" dirty="0">
                          <a:solidFill>
                            <a:schemeClr val="tx1"/>
                          </a:solidFill>
                        </a:rPr>
                        <a:t>2</a:t>
                      </a: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3</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2</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4</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3</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5</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a</a:t>
                      </a:r>
                    </a:p>
                  </a:txBody>
                  <a:tcPr>
                    <a:solidFill>
                      <a:srgbClr val="92D050"/>
                    </a:solidFill>
                  </a:tcPr>
                </a:tc>
                <a:tc>
                  <a:txBody>
                    <a:bodyPr/>
                    <a:lstStyle/>
                    <a:p>
                      <a:r>
                        <a:rPr lang="en-US" dirty="0">
                          <a:solidFill>
                            <a:schemeClr val="tx1"/>
                          </a:solidFill>
                        </a:rPr>
                        <a:t>4</a:t>
                      </a:r>
                    </a:p>
                  </a:txBody>
                  <a:tcPr>
                    <a:solidFill>
                      <a:srgbClr val="92D050"/>
                    </a:solidFill>
                  </a:tcPr>
                </a:tc>
                <a:extLst>
                  <a:ext uri="{0D108BD9-81ED-4DB2-BD59-A6C34878D82A}">
                    <a16:rowId xmlns:a16="http://schemas.microsoft.com/office/drawing/2014/main" val="10006"/>
                  </a:ext>
                </a:extLst>
              </a:tr>
            </a:tbl>
          </a:graphicData>
        </a:graphic>
      </p:graphicFrame>
      <p:graphicFrame>
        <p:nvGraphicFramePr>
          <p:cNvPr id="16" name="Table 15"/>
          <p:cNvGraphicFramePr>
            <a:graphicFrameLocks noGrp="1"/>
          </p:cNvGraphicFramePr>
          <p:nvPr/>
        </p:nvGraphicFramePr>
        <p:xfrm>
          <a:off x="5410200" y="3505200"/>
          <a:ext cx="914400" cy="2628112"/>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433552">
                <a:tc>
                  <a:txBody>
                    <a:bodyPr/>
                    <a:lstStyle/>
                    <a:p>
                      <a:endParaRPr lang="en-US" sz="1200" dirty="0">
                        <a:solidFill>
                          <a:schemeClr val="tx1"/>
                        </a:solidFill>
                      </a:endParaRPr>
                    </a:p>
                  </a:txBody>
                  <a:tcPr>
                    <a:solidFill>
                      <a:srgbClr val="92D050"/>
                    </a:solidFill>
                  </a:tcPr>
                </a:tc>
                <a:tc>
                  <a:txBody>
                    <a:bodyPr/>
                    <a:lstStyle/>
                    <a:p>
                      <a:r>
                        <a:rPr lang="en-US" sz="1200" dirty="0">
                          <a:solidFill>
                            <a:schemeClr val="tx1"/>
                          </a:solidFill>
                        </a:rPr>
                        <a:t>op</a:t>
                      </a:r>
                    </a:p>
                  </a:txBody>
                  <a:tcPr>
                    <a:solidFill>
                      <a:srgbClr val="92D050"/>
                    </a:solidFill>
                  </a:tcPr>
                </a:tc>
                <a:extLst>
                  <a:ext uri="{0D108BD9-81ED-4DB2-BD59-A6C34878D82A}">
                    <a16:rowId xmlns:a16="http://schemas.microsoft.com/office/drawing/2014/main" val="10000"/>
                  </a:ext>
                </a:extLst>
              </a:tr>
              <a:tr h="346841">
                <a:tc>
                  <a:txBody>
                    <a:bodyPr/>
                    <a:lstStyle/>
                    <a:p>
                      <a:r>
                        <a:rPr lang="en-US" sz="1800" dirty="0">
                          <a:solidFill>
                            <a:schemeClr val="tx1"/>
                          </a:solidFill>
                        </a:rPr>
                        <a:t>0</a:t>
                      </a:r>
                      <a:endParaRPr lang="en-US" sz="1200" dirty="0">
                        <a:solidFill>
                          <a:schemeClr val="tx1"/>
                        </a:solidFill>
                      </a:endParaRPr>
                    </a:p>
                  </a:txBody>
                  <a:tcPr>
                    <a:solidFill>
                      <a:srgbClr val="92D050"/>
                    </a:solidFill>
                  </a:tcPr>
                </a:tc>
                <a:tc>
                  <a:txBody>
                    <a:bodyPr/>
                    <a:lstStyle/>
                    <a:p>
                      <a:r>
                        <a:rPr lang="en-US" sz="1800" dirty="0">
                          <a:solidFill>
                            <a:schemeClr val="tx1"/>
                          </a:solidFill>
                        </a:rPr>
                        <a:t>0</a:t>
                      </a:r>
                      <a:endParaRPr lang="en-US" sz="1200" dirty="0">
                        <a:solidFill>
                          <a:schemeClr val="tx1"/>
                        </a:solidFill>
                      </a:endParaRP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1</a:t>
                      </a:r>
                    </a:p>
                  </a:txBody>
                  <a:tcPr>
                    <a:solidFill>
                      <a:srgbClr val="92D050"/>
                    </a:solidFill>
                  </a:tcPr>
                </a:tc>
                <a:extLst>
                  <a:ext uri="{0D108BD9-81ED-4DB2-BD59-A6C34878D82A}">
                    <a16:rowId xmlns:a16="http://schemas.microsoft.com/office/drawing/2014/main" val="10002"/>
                  </a:ext>
                </a:extLst>
              </a:tr>
              <a:tr h="346841">
                <a:tc>
                  <a:txBody>
                    <a:bodyPr/>
                    <a:lstStyle/>
                    <a:p>
                      <a:r>
                        <a:rPr lang="en-US" sz="1800" dirty="0">
                          <a:solidFill>
                            <a:schemeClr val="tx1"/>
                          </a:solidFill>
                        </a:rPr>
                        <a:t>2</a:t>
                      </a:r>
                    </a:p>
                  </a:txBody>
                  <a:tcPr>
                    <a:solidFill>
                      <a:srgbClr val="92D050"/>
                    </a:solidFill>
                  </a:tcPr>
                </a:tc>
                <a:tc>
                  <a:txBody>
                    <a:bodyPr/>
                    <a:lstStyle/>
                    <a:p>
                      <a:r>
                        <a:rPr lang="en-US" sz="1800" dirty="0">
                          <a:solidFill>
                            <a:schemeClr val="tx1"/>
                          </a:solidFill>
                        </a:rPr>
                        <a:t>2</a:t>
                      </a: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3</a:t>
                      </a:r>
                    </a:p>
                  </a:txBody>
                  <a:tcPr>
                    <a:solidFill>
                      <a:srgbClr val="92D050"/>
                    </a:solidFill>
                  </a:tcPr>
                </a:tc>
                <a:tc>
                  <a:txBody>
                    <a:bodyPr/>
                    <a:lstStyle/>
                    <a:p>
                      <a:r>
                        <a:rPr lang="en-US" dirty="0">
                          <a:solidFill>
                            <a:schemeClr val="tx1"/>
                          </a:solidFill>
                        </a:rPr>
                        <a:t>3</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4</a:t>
                      </a:r>
                    </a:p>
                  </a:txBody>
                  <a:tcPr>
                    <a:solidFill>
                      <a:srgbClr val="92D050"/>
                    </a:solidFill>
                  </a:tcPr>
                </a:tc>
                <a:tc>
                  <a:txBody>
                    <a:bodyPr/>
                    <a:lstStyle/>
                    <a:p>
                      <a:r>
                        <a:rPr lang="en-US" dirty="0">
                          <a:solidFill>
                            <a:schemeClr val="tx1"/>
                          </a:solidFill>
                        </a:rPr>
                        <a:t>4</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5</a:t>
                      </a:r>
                    </a:p>
                  </a:txBody>
                  <a:tcPr>
                    <a:solidFill>
                      <a:srgbClr val="92D050"/>
                    </a:solidFill>
                  </a:tcPr>
                </a:tc>
                <a:tc>
                  <a:txBody>
                    <a:bodyPr/>
                    <a:lstStyle/>
                    <a:p>
                      <a:r>
                        <a:rPr lang="en-US" dirty="0">
                          <a:solidFill>
                            <a:schemeClr val="tx1"/>
                          </a:solidFill>
                        </a:rPr>
                        <a:t>5</a:t>
                      </a:r>
                    </a:p>
                  </a:txBody>
                  <a:tcPr>
                    <a:solidFill>
                      <a:srgbClr val="92D050"/>
                    </a:solidFill>
                  </a:tcPr>
                </a:tc>
                <a:extLst>
                  <a:ext uri="{0D108BD9-81ED-4DB2-BD59-A6C34878D82A}">
                    <a16:rowId xmlns:a16="http://schemas.microsoft.com/office/drawing/2014/main" val="10006"/>
                  </a:ext>
                </a:extLst>
              </a:tr>
            </a:tbl>
          </a:graphicData>
        </a:graphic>
      </p:graphicFrame>
      <p:pic>
        <p:nvPicPr>
          <p:cNvPr id="17" name="Picture 1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574675" y="1981199"/>
          <a:ext cx="7756525" cy="3469724"/>
        </p:xfrm>
        <a:graphic>
          <a:graphicData uri="http://schemas.openxmlformats.org/drawingml/2006/table">
            <a:tbl>
              <a:tblPr/>
              <a:tblGrid>
                <a:gridCol w="1220788">
                  <a:extLst>
                    <a:ext uri="{9D8B030D-6E8A-4147-A177-3AD203B41FA5}">
                      <a16:colId xmlns:a16="http://schemas.microsoft.com/office/drawing/2014/main" val="20000"/>
                    </a:ext>
                  </a:extLst>
                </a:gridCol>
                <a:gridCol w="2011362">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606550">
                  <a:extLst>
                    <a:ext uri="{9D8B030D-6E8A-4147-A177-3AD203B41FA5}">
                      <a16:colId xmlns:a16="http://schemas.microsoft.com/office/drawing/2014/main" val="20003"/>
                    </a:ext>
                  </a:extLst>
                </a:gridCol>
                <a:gridCol w="1330325">
                  <a:extLst>
                    <a:ext uri="{9D8B030D-6E8A-4147-A177-3AD203B41FA5}">
                      <a16:colId xmlns:a16="http://schemas.microsoft.com/office/drawing/2014/main" val="20004"/>
                    </a:ext>
                  </a:extLst>
                </a:gridCol>
              </a:tblGrid>
              <a:tr h="609601">
                <a:tc>
                  <a:txBody>
                    <a:bodyPr/>
                    <a:lstStyle/>
                    <a:p>
                      <a:pPr marL="31750" marR="0" lvl="0" indent="0" algn="ctr" defTabSz="914400" rtl="0" eaLnBrk="1" fontAlgn="base" latinLnBrk="0" hangingPunct="1">
                        <a:lnSpc>
                          <a:spcPct val="100000"/>
                        </a:lnSpc>
                        <a:spcBef>
                          <a:spcPct val="0"/>
                        </a:spcBef>
                        <a:spcAft>
                          <a:spcPct val="0"/>
                        </a:spcAft>
                        <a:buClrTx/>
                        <a:buSzTx/>
                        <a:buFontTx/>
                        <a:buNone/>
                        <a:tabLst/>
                      </a:pPr>
                      <a:endParaRPr kumimoji="0" lang="en-US" sz="2200" b="1" i="0" u="none" strike="noStrike" cap="none" normalizeH="0" baseline="0" dirty="0">
                        <a:ln>
                          <a:noFill/>
                        </a:ln>
                        <a:solidFill>
                          <a:schemeClr val="tx1"/>
                        </a:solidFill>
                        <a:effectLst/>
                        <a:latin typeface="+mn-lt"/>
                        <a:cs typeface="Times New Roman" pitchFamily="18" charset="0"/>
                      </a:endParaRPr>
                    </a:p>
                    <a:p>
                      <a:pPr marL="3175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Courier New" pitchFamily="49" charset="0"/>
                        </a:rPr>
                        <a:t>            </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op</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arg1</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arg2</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result</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455776">
                <a:tc>
                  <a:txBody>
                    <a:bodyPr/>
                    <a:lstStyle/>
                    <a:p>
                      <a:pPr marL="31750" marR="0" lvl="0" indent="0" algn="ctr"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1200" cap="none" normalizeH="0" baseline="0" dirty="0">
                          <a:ln>
                            <a:noFill/>
                          </a:ln>
                          <a:solidFill>
                            <a:schemeClr val="tx1"/>
                          </a:solidFill>
                          <a:effectLst/>
                          <a:latin typeface="+mn-lt"/>
                          <a:ea typeface="+mn-ea"/>
                          <a:cs typeface="Courier New" pitchFamily="49" charset="0"/>
                        </a:rPr>
                        <a:t>(0)</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defRPr/>
                      </a:pPr>
                      <a:r>
                        <a:rPr kumimoji="0" lang="en-US" sz="2200" b="0" i="0" u="none" strike="noStrike" kern="1200" cap="none" normalizeH="0" baseline="0" dirty="0" err="1">
                          <a:ln>
                            <a:noFill/>
                          </a:ln>
                          <a:solidFill>
                            <a:schemeClr val="tx1"/>
                          </a:solidFill>
                          <a:effectLst/>
                          <a:latin typeface="+mn-lt"/>
                          <a:ea typeface="+mn-ea"/>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Arial" pitchFamily="34" charset="0"/>
                      </a:endParaRP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1513"/>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t1</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486012">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(1)</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t1</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t2</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(2)</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err="1">
                          <a:ln>
                            <a:noFill/>
                          </a:ln>
                          <a:solidFill>
                            <a:schemeClr val="tx1"/>
                          </a:solidFill>
                          <a:effectLst/>
                          <a:latin typeface="+mn-lt"/>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t3</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487207">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t2</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t5</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395257">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(5)</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t5</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4" name="Rectangle 3"/>
          <p:cNvSpPr/>
          <p:nvPr/>
        </p:nvSpPr>
        <p:spPr>
          <a:xfrm>
            <a:off x="1524000" y="1295400"/>
            <a:ext cx="4267200" cy="733534"/>
          </a:xfrm>
          <a:prstGeom prst="rect">
            <a:avLst/>
          </a:prstGeom>
        </p:spPr>
        <p:txBody>
          <a:bodyPr wrap="square">
            <a:spAutoFit/>
          </a:bodyPr>
          <a:lstStyle/>
          <a:p>
            <a:pPr marL="31750">
              <a:lnSpc>
                <a:spcPts val="2475"/>
              </a:lnSpc>
            </a:pPr>
            <a:r>
              <a:rPr lang="en-US" sz="2200" dirty="0">
                <a:latin typeface="+mn-lt"/>
                <a:cs typeface="Courier New" pitchFamily="49" charset="0"/>
              </a:rPr>
              <a:t>a := b * -c + b * -c</a:t>
            </a:r>
          </a:p>
          <a:p>
            <a:pPr marL="31750" lvl="0">
              <a:lnSpc>
                <a:spcPts val="2475"/>
              </a:lnSpc>
            </a:pPr>
            <a:endParaRPr lang="en-US" dirty="0">
              <a:cs typeface="Courier New" pitchFamily="49" charset="0"/>
            </a:endParaRPr>
          </a:p>
        </p:txBody>
      </p:sp>
      <p:sp>
        <p:nvSpPr>
          <p:cNvPr id="5"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5" dirty="0"/>
              <a:t>Quadruples</a:t>
            </a:r>
            <a:r>
              <a:rPr lang="en-US" sz="3200" b="1" spc="-85" dirty="0"/>
              <a:t> </a:t>
            </a:r>
            <a:r>
              <a:rPr lang="en-US" sz="3200" b="1" spc="-5" dirty="0"/>
              <a:t>Example(CO3)</a:t>
            </a:r>
            <a:endParaRPr lang="en-US" sz="3200" b="1" dirty="0"/>
          </a:p>
        </p:txBody>
      </p:sp>
      <p:sp>
        <p:nvSpPr>
          <p:cNvPr id="7" name="Date Placeholder 6"/>
          <p:cNvSpPr>
            <a:spLocks noGrp="1"/>
          </p:cNvSpPr>
          <p:nvPr>
            <p:ph type="dt" sz="half" idx="10"/>
          </p:nvPr>
        </p:nvSpPr>
        <p:spPr/>
        <p:txBody>
          <a:bodyPr/>
          <a:lstStyle/>
          <a:p>
            <a:fld id="{CE809614-D873-4ECB-AD97-368D1CA4E6F1}" type="datetime1">
              <a:rPr lang="en-US" smtClean="0"/>
              <a:t>11/11/2024</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54</a:t>
            </a:fld>
            <a:endParaRPr lang="en-US"/>
          </a:p>
        </p:txBody>
      </p:sp>
      <p:sp>
        <p:nvSpPr>
          <p:cNvPr id="9" name="Footer Placeholder 8"/>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454525" y="5791200"/>
            <a:ext cx="3427413" cy="392112"/>
          </a:xfrm>
          <a:prstGeom prst="rect">
            <a:avLst/>
          </a:prstGeom>
        </p:spPr>
        <p:txBody>
          <a:bodyPr lIns="0" tIns="12700" rIns="0" bIns="0">
            <a:spAutoFit/>
          </a:bodyPr>
          <a:lstStyle/>
          <a:p>
            <a:pPr marL="12700" fontAlgn="auto">
              <a:spcBef>
                <a:spcPts val="100"/>
              </a:spcBef>
              <a:spcAft>
                <a:spcPts val="0"/>
              </a:spcAft>
              <a:defRPr/>
            </a:pPr>
            <a:r>
              <a:rPr sz="2400" spc="-5" dirty="0">
                <a:latin typeface="Arial"/>
                <a:cs typeface="Arial"/>
              </a:rPr>
              <a:t>Result is implicit in</a:t>
            </a:r>
            <a:r>
              <a:rPr sz="2400" spc="-30" dirty="0">
                <a:latin typeface="Arial"/>
                <a:cs typeface="Arial"/>
              </a:rPr>
              <a:t> </a:t>
            </a:r>
            <a:r>
              <a:rPr sz="2400" spc="-5" dirty="0">
                <a:latin typeface="Arial"/>
                <a:cs typeface="Arial"/>
              </a:rPr>
              <a:t>triples</a:t>
            </a:r>
            <a:endParaRPr sz="2400">
              <a:latin typeface="Arial"/>
              <a:cs typeface="Arial"/>
            </a:endParaRPr>
          </a:p>
        </p:txBody>
      </p:sp>
      <p:graphicFrame>
        <p:nvGraphicFramePr>
          <p:cNvPr id="5" name="object 3"/>
          <p:cNvGraphicFramePr>
            <a:graphicFrameLocks noGrp="1"/>
          </p:cNvGraphicFramePr>
          <p:nvPr/>
        </p:nvGraphicFramePr>
        <p:xfrm>
          <a:off x="812800" y="1905000"/>
          <a:ext cx="6426200" cy="3469724"/>
        </p:xfrm>
        <a:graphic>
          <a:graphicData uri="http://schemas.openxmlformats.org/drawingml/2006/table">
            <a:tbl>
              <a:tblPr/>
              <a:tblGrid>
                <a:gridCol w="1220788">
                  <a:extLst>
                    <a:ext uri="{9D8B030D-6E8A-4147-A177-3AD203B41FA5}">
                      <a16:colId xmlns:a16="http://schemas.microsoft.com/office/drawing/2014/main" val="20000"/>
                    </a:ext>
                  </a:extLst>
                </a:gridCol>
                <a:gridCol w="2011362">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606550">
                  <a:extLst>
                    <a:ext uri="{9D8B030D-6E8A-4147-A177-3AD203B41FA5}">
                      <a16:colId xmlns:a16="http://schemas.microsoft.com/office/drawing/2014/main" val="20003"/>
                    </a:ext>
                  </a:extLst>
                </a:gridCol>
              </a:tblGrid>
              <a:tr h="609601">
                <a:tc>
                  <a:txBody>
                    <a:bodyPr/>
                    <a:lstStyle/>
                    <a:p>
                      <a:pPr marL="31750" marR="0" lvl="0" indent="0" algn="ctr" defTabSz="914400" rtl="0" eaLnBrk="1" fontAlgn="base" latinLnBrk="0" hangingPunct="1">
                        <a:lnSpc>
                          <a:spcPct val="100000"/>
                        </a:lnSpc>
                        <a:spcBef>
                          <a:spcPct val="0"/>
                        </a:spcBef>
                        <a:spcAft>
                          <a:spcPct val="0"/>
                        </a:spcAft>
                        <a:buClrTx/>
                        <a:buSzTx/>
                        <a:buFontTx/>
                        <a:buNone/>
                        <a:tabLst/>
                      </a:pPr>
                      <a:endParaRPr kumimoji="0" lang="en-US" sz="2200" b="1" i="0" u="none" strike="noStrike" cap="none" normalizeH="0" baseline="0" dirty="0">
                        <a:ln>
                          <a:noFill/>
                        </a:ln>
                        <a:solidFill>
                          <a:schemeClr val="tx1"/>
                        </a:solidFill>
                        <a:effectLst/>
                        <a:latin typeface="+mn-lt"/>
                        <a:cs typeface="Times New Roman" pitchFamily="18" charset="0"/>
                      </a:endParaRPr>
                    </a:p>
                    <a:p>
                      <a:pPr marL="3175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Courier New" pitchFamily="49" charset="0"/>
                        </a:rPr>
                        <a:t>            </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op</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arg1</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arg2</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455776">
                <a:tc>
                  <a:txBody>
                    <a:bodyPr/>
                    <a:lstStyle/>
                    <a:p>
                      <a:pPr marL="31750" marR="0" lvl="0" indent="0" algn="ctr"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1200" cap="none" normalizeH="0" baseline="0" dirty="0">
                          <a:ln>
                            <a:noFill/>
                          </a:ln>
                          <a:solidFill>
                            <a:schemeClr val="tx1"/>
                          </a:solidFill>
                          <a:effectLst/>
                          <a:latin typeface="+mn-lt"/>
                          <a:ea typeface="+mn-ea"/>
                          <a:cs typeface="Courier New" pitchFamily="49" charset="0"/>
                        </a:rPr>
                        <a:t>(0)</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defRPr/>
                      </a:pPr>
                      <a:r>
                        <a:rPr kumimoji="0" lang="en-US" sz="2200" b="0" i="0" u="none" strike="noStrike" kern="1200" cap="none" normalizeH="0" baseline="0" dirty="0" err="1">
                          <a:ln>
                            <a:noFill/>
                          </a:ln>
                          <a:solidFill>
                            <a:schemeClr val="tx1"/>
                          </a:solidFill>
                          <a:effectLst/>
                          <a:latin typeface="+mn-lt"/>
                          <a:ea typeface="+mn-ea"/>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Arial" pitchFamily="34" charset="0"/>
                      </a:endParaRP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486012">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(1)</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(0)</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(2)</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err="1">
                          <a:ln>
                            <a:noFill/>
                          </a:ln>
                          <a:solidFill>
                            <a:schemeClr val="tx1"/>
                          </a:solidFill>
                          <a:effectLst/>
                          <a:latin typeface="+mn-lt"/>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(2)</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487207">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(1)</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395257">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(5)</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200" b="0" i="0" u="none" strike="noStrike" cap="none" normalizeH="0" baseline="0" dirty="0">
                          <a:ln>
                            <a:noFill/>
                          </a:ln>
                          <a:solidFill>
                            <a:schemeClr val="tx1"/>
                          </a:solidFill>
                          <a:effectLst/>
                          <a:latin typeface="+mn-lt"/>
                          <a:cs typeface="Courier New" pitchFamily="49" charset="0"/>
                        </a:rPr>
                        <a:t>(4)</a:t>
                      </a: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6" name="Rectangle 5"/>
          <p:cNvSpPr/>
          <p:nvPr/>
        </p:nvSpPr>
        <p:spPr>
          <a:xfrm>
            <a:off x="1524000" y="1295400"/>
            <a:ext cx="4267200" cy="733534"/>
          </a:xfrm>
          <a:prstGeom prst="rect">
            <a:avLst/>
          </a:prstGeom>
        </p:spPr>
        <p:txBody>
          <a:bodyPr wrap="square">
            <a:spAutoFit/>
          </a:bodyPr>
          <a:lstStyle/>
          <a:p>
            <a:pPr marL="31750">
              <a:lnSpc>
                <a:spcPts val="2475"/>
              </a:lnSpc>
            </a:pPr>
            <a:r>
              <a:rPr lang="en-US" sz="2200" dirty="0">
                <a:latin typeface="+mn-lt"/>
                <a:cs typeface="Courier New" pitchFamily="49" charset="0"/>
              </a:rPr>
              <a:t>a := b * -c + b * -c</a:t>
            </a:r>
          </a:p>
          <a:p>
            <a:pPr marL="31750" lvl="0">
              <a:lnSpc>
                <a:spcPts val="2475"/>
              </a:lnSpc>
            </a:pPr>
            <a:endParaRPr lang="en-US" dirty="0">
              <a:cs typeface="Courier New" pitchFamily="49" charset="0"/>
            </a:endParaRPr>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5" dirty="0"/>
              <a:t>Triples Example(CO3)</a:t>
            </a:r>
          </a:p>
        </p:txBody>
      </p:sp>
      <p:sp>
        <p:nvSpPr>
          <p:cNvPr id="9" name="Date Placeholder 8"/>
          <p:cNvSpPr>
            <a:spLocks noGrp="1"/>
          </p:cNvSpPr>
          <p:nvPr>
            <p:ph type="dt" sz="half" idx="10"/>
          </p:nvPr>
        </p:nvSpPr>
        <p:spPr/>
        <p:txBody>
          <a:bodyPr/>
          <a:lstStyle/>
          <a:p>
            <a:fld id="{EA7B181C-C1A3-4D2B-A9AF-562C5DFC7392}" type="datetime1">
              <a:rPr lang="en-US" smtClean="0"/>
              <a:t>11/11/2024</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55</a:t>
            </a:fld>
            <a:endParaRPr lang="en-US"/>
          </a:p>
        </p:txBody>
      </p:sp>
      <p:sp>
        <p:nvSpPr>
          <p:cNvPr id="11" name="Footer Placeholder 10"/>
          <p:cNvSpPr>
            <a:spLocks noGrp="1"/>
          </p:cNvSpPr>
          <p:nvPr>
            <p:ph type="ftr" sz="quarter" idx="11"/>
          </p:nvPr>
        </p:nvSpPr>
        <p:spPr>
          <a:xfrm>
            <a:off x="3124200" y="6356350"/>
            <a:ext cx="3581400" cy="365125"/>
          </a:xfrm>
        </p:spPr>
        <p:txBody>
          <a:bodyPr/>
          <a:lstStyle/>
          <a:p>
            <a:r>
              <a:rPr lang="it-IT"/>
              <a:t>Vivek Kumar Sharma              CD Unit -3</a:t>
            </a:r>
            <a:endParaRPr lang="en-US" dirty="0"/>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nvGraphicFramePr>
        <p:xfrm>
          <a:off x="1273175" y="2057400"/>
          <a:ext cx="6165850" cy="3670301"/>
        </p:xfrm>
        <a:graphic>
          <a:graphicData uri="http://schemas.openxmlformats.org/drawingml/2006/table">
            <a:tbl>
              <a:tblPr/>
              <a:tblGrid>
                <a:gridCol w="728663">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73175">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tblGrid>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cs typeface="Times New Roman" pitchFamily="18" charset="0"/>
                        </a:rPr>
                        <a:t>op</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cs typeface="Times New Roman" pitchFamily="18" charset="0"/>
                        </a:rPr>
                        <a:t>op</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cs typeface="Times New Roman" pitchFamily="18" charset="0"/>
                        </a:rPr>
                        <a:t>arg1</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Times New Roman" pitchFamily="18" charset="0"/>
                          <a:cs typeface="Times New Roman" pitchFamily="18" charset="0"/>
                        </a:rPr>
                        <a:t>arg2</a:t>
                      </a:r>
                      <a:endParaRPr kumimoji="0" lang="en-US" sz="18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568325">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(14)</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(14)</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err="1">
                          <a:ln>
                            <a:noFill/>
                          </a:ln>
                          <a:solidFill>
                            <a:schemeClr val="tx1"/>
                          </a:solidFill>
                          <a:effectLst/>
                          <a:latin typeface="Times New Roman" pitchFamily="18" charset="0"/>
                          <a:cs typeface="Times New Roman" pitchFamily="18" charset="0"/>
                        </a:rPr>
                        <a:t>uminus</a:t>
                      </a:r>
                      <a:endParaRPr kumimoji="0" lang="en-US" sz="18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c</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568325">
                <a:tc>
                  <a:txBody>
                    <a:bodyPr/>
                    <a:lstStyle/>
                    <a:p>
                      <a:pPr marL="31750"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(15)</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(15)</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b</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(14)</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571500">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(2)</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(16)</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(16)</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err="1">
                          <a:ln>
                            <a:noFill/>
                          </a:ln>
                          <a:solidFill>
                            <a:schemeClr val="tx1"/>
                          </a:solidFill>
                          <a:effectLst/>
                          <a:latin typeface="Times New Roman" pitchFamily="18" charset="0"/>
                          <a:cs typeface="Times New Roman" pitchFamily="18" charset="0"/>
                        </a:rPr>
                        <a:t>uminus</a:t>
                      </a:r>
                      <a:endParaRPr kumimoji="0" lang="en-US" sz="18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c</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571500">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(3)</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(17)</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(17)</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b</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(16)</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568325">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(4)</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(18)</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(18)</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(15)</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(17)</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411163">
                <a:tc>
                  <a:txBody>
                    <a:bodyPr/>
                    <a:lstStyle/>
                    <a:p>
                      <a:pPr marL="31750"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(5)</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(19)</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(19)</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assign</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a</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(18)</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6" name="object 6"/>
          <p:cNvSpPr txBox="1"/>
          <p:nvPr/>
        </p:nvSpPr>
        <p:spPr>
          <a:xfrm>
            <a:off x="1219200" y="1371600"/>
            <a:ext cx="3683000" cy="390525"/>
          </a:xfrm>
          <a:prstGeom prst="rect">
            <a:avLst/>
          </a:prstGeom>
        </p:spPr>
        <p:txBody>
          <a:bodyPr lIns="0" tIns="12700" rIns="0" bIns="0">
            <a:spAutoFit/>
          </a:bodyPr>
          <a:lstStyle/>
          <a:p>
            <a:pPr marL="12700" fontAlgn="auto">
              <a:spcBef>
                <a:spcPts val="100"/>
              </a:spcBef>
              <a:spcAft>
                <a:spcPts val="0"/>
              </a:spcAft>
              <a:defRPr/>
            </a:pPr>
            <a:r>
              <a:rPr sz="2400" dirty="0">
                <a:latin typeface="Courier New"/>
                <a:cs typeface="Courier New"/>
              </a:rPr>
              <a:t>a </a:t>
            </a:r>
            <a:r>
              <a:rPr sz="2400" spc="-5" dirty="0">
                <a:latin typeface="Courier New"/>
                <a:cs typeface="Courier New"/>
              </a:rPr>
              <a:t>:= </a:t>
            </a:r>
            <a:r>
              <a:rPr sz="2400" dirty="0">
                <a:latin typeface="Courier New"/>
                <a:cs typeface="Courier New"/>
              </a:rPr>
              <a:t>b * </a:t>
            </a:r>
            <a:r>
              <a:rPr sz="2400" spc="-5" dirty="0">
                <a:latin typeface="Courier New"/>
                <a:cs typeface="Courier New"/>
              </a:rPr>
              <a:t>-c </a:t>
            </a:r>
            <a:r>
              <a:rPr sz="2400" dirty="0">
                <a:latin typeface="Courier New"/>
                <a:cs typeface="Courier New"/>
              </a:rPr>
              <a:t>+ b *</a:t>
            </a:r>
            <a:r>
              <a:rPr sz="2400" spc="-120" dirty="0">
                <a:latin typeface="Courier New"/>
                <a:cs typeface="Courier New"/>
              </a:rPr>
              <a:t> </a:t>
            </a:r>
            <a:r>
              <a:rPr sz="2400" spc="-5" dirty="0">
                <a:latin typeface="Courier New"/>
                <a:cs typeface="Courier New"/>
              </a:rPr>
              <a:t>-c</a:t>
            </a:r>
            <a:endParaRPr sz="2400">
              <a:latin typeface="Courier New"/>
              <a:cs typeface="Courier New"/>
            </a:endParaRPr>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5" dirty="0"/>
              <a:t>Indirect triples(CO3)</a:t>
            </a:r>
          </a:p>
        </p:txBody>
      </p:sp>
      <p:sp>
        <p:nvSpPr>
          <p:cNvPr id="9" name="Date Placeholder 8"/>
          <p:cNvSpPr>
            <a:spLocks noGrp="1"/>
          </p:cNvSpPr>
          <p:nvPr>
            <p:ph type="dt" sz="half" idx="10"/>
          </p:nvPr>
        </p:nvSpPr>
        <p:spPr/>
        <p:txBody>
          <a:bodyPr/>
          <a:lstStyle/>
          <a:p>
            <a:fld id="{8DECEC9C-D7E7-42F2-9A97-679768B0F002}" type="datetime1">
              <a:rPr lang="en-US" smtClean="0"/>
              <a:t>11/11/2024</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56</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a:t>Vivek Kumar Sharma              CD Unit -3</a:t>
            </a:r>
            <a:endParaRPr lang="en-US" dirty="0"/>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5" dirty="0"/>
              <a:t>Daily Quiz</a:t>
            </a:r>
          </a:p>
        </p:txBody>
      </p:sp>
      <p:sp>
        <p:nvSpPr>
          <p:cNvPr id="9" name="Date Placeholder 8"/>
          <p:cNvSpPr>
            <a:spLocks noGrp="1"/>
          </p:cNvSpPr>
          <p:nvPr>
            <p:ph type="dt" sz="half" idx="10"/>
          </p:nvPr>
        </p:nvSpPr>
        <p:spPr/>
        <p:txBody>
          <a:bodyPr/>
          <a:lstStyle/>
          <a:p>
            <a:fld id="{8DECEC9C-D7E7-42F2-9A97-679768B0F002}" type="datetime1">
              <a:rPr lang="en-US" smtClean="0"/>
              <a:t>11/11/2024</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57</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a:t>Vivek Kumar Sharma              CD Unit -3</a:t>
            </a:r>
            <a:endParaRPr lang="en-US" dirty="0"/>
          </a:p>
        </p:txBody>
      </p:sp>
      <p:sp>
        <p:nvSpPr>
          <p:cNvPr id="3" name="TextBox 2"/>
          <p:cNvSpPr txBox="1"/>
          <p:nvPr/>
        </p:nvSpPr>
        <p:spPr>
          <a:xfrm>
            <a:off x="685800" y="1143000"/>
            <a:ext cx="7924800" cy="4801314"/>
          </a:xfrm>
          <a:prstGeom prst="rect">
            <a:avLst/>
          </a:prstGeom>
          <a:noFill/>
        </p:spPr>
        <p:txBody>
          <a:bodyPr wrap="square" rtlCol="0">
            <a:spAutoFit/>
          </a:bodyPr>
          <a:lstStyle/>
          <a:p>
            <a:pPr marL="285750" indent="-285750">
              <a:buFont typeface="Wingdings" panose="05000000000000000000" pitchFamily="2" charset="2"/>
              <a:buChar char="§"/>
            </a:pPr>
            <a:r>
              <a:rPr lang="en-US" dirty="0"/>
              <a:t>Three address code  statement are………………..</a:t>
            </a:r>
          </a:p>
          <a:p>
            <a:pPr marL="285750" indent="-285750">
              <a:buFont typeface="Wingdings" panose="05000000000000000000" pitchFamily="2" charset="2"/>
              <a:buChar char="ü"/>
            </a:pPr>
            <a:r>
              <a:rPr lang="en-US" dirty="0"/>
              <a:t>Assignment Statement</a:t>
            </a:r>
          </a:p>
          <a:p>
            <a:pPr marL="285750" indent="-285750">
              <a:buFont typeface="Wingdings" panose="05000000000000000000" pitchFamily="2" charset="2"/>
              <a:buChar char="ü"/>
            </a:pPr>
            <a:r>
              <a:rPr lang="en-US" dirty="0"/>
              <a:t>Copy Statement</a:t>
            </a:r>
          </a:p>
          <a:p>
            <a:pPr marL="285750" indent="-285750">
              <a:buFont typeface="Wingdings" panose="05000000000000000000" pitchFamily="2" charset="2"/>
              <a:buChar char="ü"/>
            </a:pPr>
            <a:r>
              <a:rPr lang="en-US" dirty="0"/>
              <a:t>procedure call</a:t>
            </a:r>
          </a:p>
          <a:p>
            <a:pPr marL="285750" indent="-285750">
              <a:buFont typeface="Wingdings" panose="05000000000000000000" pitchFamily="2" charset="2"/>
              <a:buChar char="ü"/>
            </a:pPr>
            <a:r>
              <a:rPr lang="en-US" b="1" dirty="0"/>
              <a:t>All of the above </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
            </a:pPr>
            <a:r>
              <a:rPr lang="en-US" dirty="0"/>
              <a:t>Postfix notation of a + b * c is __ .</a:t>
            </a:r>
          </a:p>
          <a:p>
            <a:pPr marL="285750" indent="-285750">
              <a:buFont typeface="Wingdings" panose="05000000000000000000" pitchFamily="2" charset="2"/>
              <a:buChar char="ü"/>
            </a:pPr>
            <a:r>
              <a:rPr lang="en-US" dirty="0" err="1"/>
              <a:t>abc</a:t>
            </a:r>
            <a:r>
              <a:rPr lang="en-US" dirty="0"/>
              <a:t>*+</a:t>
            </a:r>
          </a:p>
          <a:p>
            <a:pPr marL="285750" indent="-285750">
              <a:buFont typeface="Wingdings" panose="05000000000000000000" pitchFamily="2" charset="2"/>
              <a:buChar char="ü"/>
            </a:pPr>
            <a:r>
              <a:rPr lang="en-US" b="1" dirty="0" err="1"/>
              <a:t>abc</a:t>
            </a:r>
            <a:r>
              <a:rPr lang="en-US" b="1" dirty="0"/>
              <a:t>+*</a:t>
            </a:r>
          </a:p>
          <a:p>
            <a:pPr marL="285750" indent="-285750">
              <a:buFont typeface="Wingdings" panose="05000000000000000000" pitchFamily="2" charset="2"/>
              <a:buChar char="ü"/>
            </a:pPr>
            <a:r>
              <a:rPr lang="en-US" dirty="0" err="1"/>
              <a:t>ba+c</a:t>
            </a:r>
            <a:r>
              <a:rPr lang="en-US" dirty="0"/>
              <a:t>*</a:t>
            </a:r>
          </a:p>
          <a:p>
            <a:pPr marL="285750" indent="-285750">
              <a:buFont typeface="Wingdings" panose="05000000000000000000" pitchFamily="2" charset="2"/>
              <a:buChar char="ü"/>
            </a:pPr>
            <a:r>
              <a:rPr lang="en-US" dirty="0"/>
              <a:t>None of the above</a:t>
            </a:r>
          </a:p>
          <a:p>
            <a:endParaRPr lang="en-US" dirty="0"/>
          </a:p>
          <a:p>
            <a:pPr marL="285750" indent="-285750">
              <a:buFont typeface="Wingdings" panose="05000000000000000000" pitchFamily="2" charset="2"/>
              <a:buChar char="§"/>
            </a:pPr>
            <a:r>
              <a:rPr lang="en-US" dirty="0"/>
              <a:t>A parse tree showing the value of attributes at each node is called----------</a:t>
            </a:r>
          </a:p>
          <a:p>
            <a:pPr marL="285750" indent="-285750">
              <a:buFont typeface="Wingdings" panose="05000000000000000000" pitchFamily="2" charset="2"/>
              <a:buChar char="ü"/>
            </a:pPr>
            <a:r>
              <a:rPr lang="en-US" dirty="0"/>
              <a:t>Syntax tree     </a:t>
            </a:r>
          </a:p>
          <a:p>
            <a:pPr marL="285750" indent="-285750">
              <a:buFont typeface="Wingdings" panose="05000000000000000000" pitchFamily="2" charset="2"/>
              <a:buChar char="ü"/>
            </a:pPr>
            <a:r>
              <a:rPr lang="en-US" b="1" dirty="0"/>
              <a:t>Annotated parse tree</a:t>
            </a:r>
          </a:p>
          <a:p>
            <a:pPr marL="285750" indent="-285750">
              <a:buFont typeface="Wingdings" panose="05000000000000000000" pitchFamily="2" charset="2"/>
              <a:buChar char="ü"/>
            </a:pPr>
            <a:r>
              <a:rPr lang="en-US" dirty="0"/>
              <a:t>parse tree</a:t>
            </a:r>
          </a:p>
          <a:p>
            <a:pPr marL="285750" indent="-285750">
              <a:buFont typeface="Wingdings" panose="05000000000000000000" pitchFamily="2" charset="2"/>
              <a:buChar char="ü"/>
            </a:pPr>
            <a:r>
              <a:rPr lang="en-US" dirty="0"/>
              <a:t>All of the above.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1895193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intermediate code generation and SDT in combine </a:t>
            </a:r>
          </a:p>
          <a:p>
            <a:pPr marL="457200" indent="-457200">
              <a:buFont typeface="+mj-lt"/>
              <a:buAutoNum type="arabicPeriod"/>
            </a:pPr>
            <a:r>
              <a:rPr lang="en-US" sz="2400" dirty="0">
                <a:cs typeface="Times New Roman"/>
              </a:rPr>
              <a:t>How the semantic rules (SDT) are associated with three address code(intermediate code )</a:t>
            </a:r>
            <a:endParaRPr lang="en-US" sz="2400" dirty="0"/>
          </a:p>
        </p:txBody>
      </p:sp>
      <p:sp>
        <p:nvSpPr>
          <p:cNvPr id="4" name="Date Placeholder 3"/>
          <p:cNvSpPr>
            <a:spLocks noGrp="1"/>
          </p:cNvSpPr>
          <p:nvPr>
            <p:ph type="dt" sz="quarter" idx="10"/>
          </p:nvPr>
        </p:nvSpPr>
        <p:spPr/>
        <p:txBody>
          <a:bodyPr/>
          <a:lstStyle/>
          <a:p>
            <a:pPr>
              <a:defRPr/>
            </a:pPr>
            <a:fld id="{CCFE9A76-202A-4E1C-9654-3F921C81AAA5}"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58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a:t>Topic </a:t>
            </a:r>
            <a:r>
              <a:rPr lang="en-US" sz="3200" b="1" dirty="0"/>
              <a:t>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9788" y="1573213"/>
            <a:ext cx="3987800" cy="330200"/>
          </a:xfrm>
          <a:prstGeom prst="rect">
            <a:avLst/>
          </a:prstGeom>
        </p:spPr>
        <p:txBody>
          <a:bodyPr lIns="0" tIns="12700" rIns="0" bIns="0">
            <a:spAutoFit/>
          </a:bodyPr>
          <a:lstStyle/>
          <a:p>
            <a:pPr marL="12700" fontAlgn="auto">
              <a:spcBef>
                <a:spcPts val="100"/>
              </a:spcBef>
              <a:spcAft>
                <a:spcPts val="0"/>
              </a:spcAft>
              <a:defRPr/>
            </a:pPr>
            <a:r>
              <a:rPr sz="2000" dirty="0">
                <a:latin typeface="Courier New"/>
                <a:cs typeface="Courier New"/>
              </a:rPr>
              <a:t>x = a * b + c * d - e *</a:t>
            </a:r>
            <a:r>
              <a:rPr sz="2000" spc="-160" dirty="0">
                <a:latin typeface="Courier New"/>
                <a:cs typeface="Courier New"/>
              </a:rPr>
              <a:t> </a:t>
            </a:r>
            <a:r>
              <a:rPr sz="2000" spc="-5" dirty="0">
                <a:latin typeface="Courier New"/>
                <a:cs typeface="Courier New"/>
              </a:rPr>
              <a:t>f;</a:t>
            </a:r>
            <a:endParaRPr sz="2000">
              <a:latin typeface="Courier New"/>
              <a:cs typeface="Courier New"/>
            </a:endParaRPr>
          </a:p>
        </p:txBody>
      </p:sp>
      <p:sp>
        <p:nvSpPr>
          <p:cNvPr id="31748" name="object 4"/>
          <p:cNvSpPr txBox="1">
            <a:spLocks noChangeArrowheads="1"/>
          </p:cNvSpPr>
          <p:nvPr/>
        </p:nvSpPr>
        <p:spPr bwMode="auto">
          <a:xfrm>
            <a:off x="1568450" y="24717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S</a:t>
            </a:r>
            <a:endParaRPr lang="en-US" sz="1600">
              <a:latin typeface="Courier New" pitchFamily="49" charset="0"/>
              <a:cs typeface="Courier New" pitchFamily="49" charset="0"/>
            </a:endParaRPr>
          </a:p>
        </p:txBody>
      </p:sp>
      <p:sp>
        <p:nvSpPr>
          <p:cNvPr id="5" name="object 5"/>
          <p:cNvSpPr txBox="1"/>
          <p:nvPr/>
        </p:nvSpPr>
        <p:spPr>
          <a:xfrm>
            <a:off x="688975" y="3317875"/>
            <a:ext cx="269875" cy="268288"/>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id</a:t>
            </a:r>
            <a:endParaRPr sz="1600">
              <a:latin typeface="Courier New"/>
              <a:cs typeface="Courier New"/>
            </a:endParaRPr>
          </a:p>
        </p:txBody>
      </p:sp>
      <p:sp>
        <p:nvSpPr>
          <p:cNvPr id="31750" name="object 6"/>
          <p:cNvSpPr txBox="1">
            <a:spLocks noChangeArrowheads="1"/>
          </p:cNvSpPr>
          <p:nvPr/>
        </p:nvSpPr>
        <p:spPr bwMode="auto">
          <a:xfrm>
            <a:off x="1570038" y="3302000"/>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a:t>
            </a:r>
            <a:endParaRPr lang="en-US" sz="1600">
              <a:latin typeface="Courier New" pitchFamily="49" charset="0"/>
              <a:cs typeface="Courier New" pitchFamily="49" charset="0"/>
            </a:endParaRPr>
          </a:p>
        </p:txBody>
      </p:sp>
      <p:sp>
        <p:nvSpPr>
          <p:cNvPr id="31751" name="object 7"/>
          <p:cNvSpPr txBox="1">
            <a:spLocks noChangeArrowheads="1"/>
          </p:cNvSpPr>
          <p:nvPr/>
        </p:nvSpPr>
        <p:spPr bwMode="auto">
          <a:xfrm>
            <a:off x="1800225" y="4365625"/>
            <a:ext cx="149225"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52" name="object 8"/>
          <p:cNvSpPr txBox="1">
            <a:spLocks noChangeArrowheads="1"/>
          </p:cNvSpPr>
          <p:nvPr/>
        </p:nvSpPr>
        <p:spPr bwMode="auto">
          <a:xfrm>
            <a:off x="2362200" y="4365625"/>
            <a:ext cx="544513" cy="259045"/>
          </a:xfrm>
          <a:prstGeom prst="rect">
            <a:avLst/>
          </a:prstGeom>
          <a:noFill/>
          <a:ln w="9525">
            <a:noFill/>
            <a:miter lim="800000"/>
            <a:headEnd/>
            <a:tailEnd/>
          </a:ln>
        </p:spPr>
        <p:txBody>
          <a:bodyPr lIns="0" tIns="12700" rIns="0" bIns="0">
            <a:spAutoFit/>
          </a:bodyPr>
          <a:lstStyle/>
          <a:p>
            <a:pPr marL="12700">
              <a:spcBef>
                <a:spcPts val="100"/>
              </a:spcBef>
              <a:tabLst>
                <a:tab pos="407988" algn="l"/>
              </a:tabLst>
            </a:pPr>
            <a:r>
              <a:rPr lang="en-US" sz="1600" b="1">
                <a:latin typeface="Courier New" pitchFamily="49" charset="0"/>
                <a:cs typeface="Courier New" pitchFamily="49" charset="0"/>
              </a:rPr>
              <a:t>*	E</a:t>
            </a:r>
            <a:endParaRPr lang="en-US" sz="1600">
              <a:latin typeface="Courier New" pitchFamily="49" charset="0"/>
              <a:cs typeface="Courier New" pitchFamily="49" charset="0"/>
            </a:endParaRPr>
          </a:p>
        </p:txBody>
      </p:sp>
      <p:sp>
        <p:nvSpPr>
          <p:cNvPr id="31753" name="object 9"/>
          <p:cNvSpPr>
            <a:spLocks noChangeArrowheads="1"/>
          </p:cNvSpPr>
          <p:nvPr/>
        </p:nvSpPr>
        <p:spPr bwMode="auto">
          <a:xfrm>
            <a:off x="1958975" y="4098925"/>
            <a:ext cx="317500" cy="249238"/>
          </a:xfrm>
          <a:custGeom>
            <a:avLst/>
            <a:gdLst>
              <a:gd name="T0" fmla="*/ 0 w 317500"/>
              <a:gd name="T1" fmla="*/ 0 h 248920"/>
              <a:gd name="T2" fmla="*/ 317500 w 317500"/>
              <a:gd name="T3" fmla="*/ 248920 h 248920"/>
            </a:gdLst>
            <a:ahLst/>
            <a:cxnLst/>
            <a:rect l="T0" t="T1" r="T2" b="T3"/>
            <a:pathLst>
              <a:path w="317500" h="248920">
                <a:moveTo>
                  <a:pt x="31750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54" name="object 10"/>
          <p:cNvSpPr>
            <a:spLocks noChangeArrowheads="1"/>
          </p:cNvSpPr>
          <p:nvPr/>
        </p:nvSpPr>
        <p:spPr bwMode="auto">
          <a:xfrm>
            <a:off x="930275" y="2854325"/>
            <a:ext cx="474663" cy="414338"/>
          </a:xfrm>
          <a:custGeom>
            <a:avLst/>
            <a:gdLst>
              <a:gd name="T0" fmla="*/ 0 w 474980"/>
              <a:gd name="T1" fmla="*/ 0 h 415289"/>
              <a:gd name="T2" fmla="*/ 474980 w 474980"/>
              <a:gd name="T3" fmla="*/ 415289 h 415289"/>
            </a:gdLst>
            <a:ahLst/>
            <a:cxnLst/>
            <a:rect l="T0" t="T1" r="T2" b="T3"/>
            <a:pathLst>
              <a:path w="474980" h="415289">
                <a:moveTo>
                  <a:pt x="474979" y="0"/>
                </a:moveTo>
                <a:lnTo>
                  <a:pt x="0" y="41528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55" name="object 11"/>
          <p:cNvSpPr>
            <a:spLocks noChangeArrowheads="1"/>
          </p:cNvSpPr>
          <p:nvPr/>
        </p:nvSpPr>
        <p:spPr bwMode="auto">
          <a:xfrm>
            <a:off x="1958975" y="2854325"/>
            <a:ext cx="1347788" cy="496888"/>
          </a:xfrm>
          <a:custGeom>
            <a:avLst/>
            <a:gdLst>
              <a:gd name="T0" fmla="*/ 0 w 1347470"/>
              <a:gd name="T1" fmla="*/ 0 h 497839"/>
              <a:gd name="T2" fmla="*/ 1347470 w 1347470"/>
              <a:gd name="T3" fmla="*/ 497839 h 497839"/>
            </a:gdLst>
            <a:ahLst/>
            <a:cxnLst/>
            <a:rect l="T0" t="T1" r="T2" b="T3"/>
            <a:pathLst>
              <a:path w="1347470" h="497839">
                <a:moveTo>
                  <a:pt x="0" y="0"/>
                </a:moveTo>
                <a:lnTo>
                  <a:pt x="1347469" y="49783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12" name="object 12"/>
          <p:cNvSpPr txBox="1"/>
          <p:nvPr/>
        </p:nvSpPr>
        <p:spPr>
          <a:xfrm>
            <a:off x="1719263" y="49482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id</a:t>
            </a:r>
            <a:endParaRPr sz="1600">
              <a:latin typeface="Courier New"/>
              <a:cs typeface="Courier New"/>
            </a:endParaRPr>
          </a:p>
        </p:txBody>
      </p:sp>
      <p:sp>
        <p:nvSpPr>
          <p:cNvPr id="31757" name="object 13"/>
          <p:cNvSpPr>
            <a:spLocks noChangeArrowheads="1"/>
          </p:cNvSpPr>
          <p:nvPr/>
        </p:nvSpPr>
        <p:spPr bwMode="auto">
          <a:xfrm>
            <a:off x="1881188" y="4664075"/>
            <a:ext cx="0" cy="249238"/>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58" name="object 14"/>
          <p:cNvSpPr>
            <a:spLocks noChangeArrowheads="1"/>
          </p:cNvSpPr>
          <p:nvPr/>
        </p:nvSpPr>
        <p:spPr bwMode="auto">
          <a:xfrm>
            <a:off x="1641475" y="2854325"/>
            <a:ext cx="0" cy="414338"/>
          </a:xfrm>
          <a:custGeom>
            <a:avLst/>
            <a:gdLst>
              <a:gd name="T0" fmla="*/ 0 h 415289"/>
              <a:gd name="T1" fmla="*/ 415289 h 415289"/>
            </a:gdLst>
            <a:ahLst/>
            <a:cxnLst/>
            <a:rect l="0" t="T0" r="0" b="T1"/>
            <a:pathLst>
              <a:path h="415289">
                <a:moveTo>
                  <a:pt x="0" y="0"/>
                </a:moveTo>
                <a:lnTo>
                  <a:pt x="0" y="41528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59" name="object 15"/>
          <p:cNvSpPr>
            <a:spLocks noChangeArrowheads="1"/>
          </p:cNvSpPr>
          <p:nvPr/>
        </p:nvSpPr>
        <p:spPr bwMode="auto">
          <a:xfrm>
            <a:off x="1881188" y="5329238"/>
            <a:ext cx="0" cy="249237"/>
          </a:xfrm>
          <a:custGeom>
            <a:avLst/>
            <a:gdLst>
              <a:gd name="T0" fmla="*/ 0 h 250189"/>
              <a:gd name="T1" fmla="*/ 250189 h 250189"/>
            </a:gdLst>
            <a:ahLst/>
            <a:cxnLst/>
            <a:rect l="0" t="T0" r="0" b="T1"/>
            <a:pathLst>
              <a:path h="250189">
                <a:moveTo>
                  <a:pt x="0" y="0"/>
                </a:moveTo>
                <a:lnTo>
                  <a:pt x="0" y="25018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60" name="object 16"/>
          <p:cNvSpPr txBox="1">
            <a:spLocks noChangeArrowheads="1"/>
          </p:cNvSpPr>
          <p:nvPr/>
        </p:nvSpPr>
        <p:spPr bwMode="auto">
          <a:xfrm>
            <a:off x="1806575" y="5694363"/>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a</a:t>
            </a:r>
            <a:endParaRPr lang="en-US" sz="1600">
              <a:latin typeface="Courier New" pitchFamily="49" charset="0"/>
              <a:cs typeface="Courier New" pitchFamily="49" charset="0"/>
            </a:endParaRPr>
          </a:p>
        </p:txBody>
      </p:sp>
      <p:sp>
        <p:nvSpPr>
          <p:cNvPr id="17" name="object 17"/>
          <p:cNvSpPr txBox="1"/>
          <p:nvPr/>
        </p:nvSpPr>
        <p:spPr>
          <a:xfrm>
            <a:off x="2670175" y="49482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id</a:t>
            </a:r>
            <a:endParaRPr sz="1600">
              <a:latin typeface="Courier New"/>
              <a:cs typeface="Courier New"/>
            </a:endParaRPr>
          </a:p>
        </p:txBody>
      </p:sp>
      <p:sp>
        <p:nvSpPr>
          <p:cNvPr id="31762" name="object 18"/>
          <p:cNvSpPr>
            <a:spLocks noChangeArrowheads="1"/>
          </p:cNvSpPr>
          <p:nvPr/>
        </p:nvSpPr>
        <p:spPr bwMode="auto">
          <a:xfrm>
            <a:off x="2830513" y="4664075"/>
            <a:ext cx="0" cy="249238"/>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63" name="object 19"/>
          <p:cNvSpPr>
            <a:spLocks noChangeArrowheads="1"/>
          </p:cNvSpPr>
          <p:nvPr/>
        </p:nvSpPr>
        <p:spPr bwMode="auto">
          <a:xfrm>
            <a:off x="2830513" y="5329238"/>
            <a:ext cx="0" cy="249237"/>
          </a:xfrm>
          <a:custGeom>
            <a:avLst/>
            <a:gdLst>
              <a:gd name="T0" fmla="*/ 0 h 250189"/>
              <a:gd name="T1" fmla="*/ 250189 h 250189"/>
            </a:gdLst>
            <a:ahLst/>
            <a:cxnLst/>
            <a:rect l="0" t="T0" r="0" b="T1"/>
            <a:pathLst>
              <a:path h="250189">
                <a:moveTo>
                  <a:pt x="0" y="0"/>
                </a:moveTo>
                <a:lnTo>
                  <a:pt x="0" y="25018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64" name="object 20"/>
          <p:cNvSpPr txBox="1">
            <a:spLocks noChangeArrowheads="1"/>
          </p:cNvSpPr>
          <p:nvPr/>
        </p:nvSpPr>
        <p:spPr bwMode="auto">
          <a:xfrm>
            <a:off x="2759075" y="5694363"/>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b</a:t>
            </a:r>
            <a:endParaRPr lang="en-US" sz="1600">
              <a:latin typeface="Courier New" pitchFamily="49" charset="0"/>
              <a:cs typeface="Courier New" pitchFamily="49" charset="0"/>
            </a:endParaRPr>
          </a:p>
        </p:txBody>
      </p:sp>
      <p:sp>
        <p:nvSpPr>
          <p:cNvPr id="31765" name="object 21"/>
          <p:cNvSpPr>
            <a:spLocks noChangeArrowheads="1"/>
          </p:cNvSpPr>
          <p:nvPr/>
        </p:nvSpPr>
        <p:spPr bwMode="auto">
          <a:xfrm>
            <a:off x="850900" y="3767138"/>
            <a:ext cx="0" cy="249237"/>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66" name="object 22"/>
          <p:cNvSpPr txBox="1">
            <a:spLocks noChangeArrowheads="1"/>
          </p:cNvSpPr>
          <p:nvPr/>
        </p:nvSpPr>
        <p:spPr bwMode="auto">
          <a:xfrm>
            <a:off x="776288" y="4135438"/>
            <a:ext cx="147637" cy="268287"/>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x</a:t>
            </a:r>
            <a:endParaRPr lang="en-US" sz="1600">
              <a:latin typeface="Courier New" pitchFamily="49" charset="0"/>
              <a:cs typeface="Courier New" pitchFamily="49" charset="0"/>
            </a:endParaRPr>
          </a:p>
        </p:txBody>
      </p:sp>
      <p:sp>
        <p:nvSpPr>
          <p:cNvPr id="31767" name="object 23"/>
          <p:cNvSpPr txBox="1">
            <a:spLocks noChangeArrowheads="1"/>
          </p:cNvSpPr>
          <p:nvPr/>
        </p:nvSpPr>
        <p:spPr bwMode="auto">
          <a:xfrm>
            <a:off x="3702050" y="4300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68" name="object 24"/>
          <p:cNvSpPr txBox="1">
            <a:spLocks noChangeArrowheads="1"/>
          </p:cNvSpPr>
          <p:nvPr/>
        </p:nvSpPr>
        <p:spPr bwMode="auto">
          <a:xfrm>
            <a:off x="3146425" y="4881563"/>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69" name="object 25"/>
          <p:cNvSpPr txBox="1">
            <a:spLocks noChangeArrowheads="1"/>
          </p:cNvSpPr>
          <p:nvPr/>
        </p:nvSpPr>
        <p:spPr bwMode="auto">
          <a:xfrm>
            <a:off x="4343400" y="5046663"/>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70" name="object 26"/>
          <p:cNvSpPr txBox="1">
            <a:spLocks noChangeArrowheads="1"/>
          </p:cNvSpPr>
          <p:nvPr/>
        </p:nvSpPr>
        <p:spPr bwMode="auto">
          <a:xfrm>
            <a:off x="3706813" y="4881563"/>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a:t>
            </a:r>
            <a:endParaRPr lang="en-US" sz="1600">
              <a:latin typeface="Courier New" pitchFamily="49" charset="0"/>
              <a:cs typeface="Courier New" pitchFamily="49" charset="0"/>
            </a:endParaRPr>
          </a:p>
        </p:txBody>
      </p:sp>
      <p:sp>
        <p:nvSpPr>
          <p:cNvPr id="31771" name="object 27"/>
          <p:cNvSpPr>
            <a:spLocks noChangeArrowheads="1"/>
          </p:cNvSpPr>
          <p:nvPr/>
        </p:nvSpPr>
        <p:spPr bwMode="auto">
          <a:xfrm>
            <a:off x="3306763" y="4613275"/>
            <a:ext cx="315912" cy="247650"/>
          </a:xfrm>
          <a:custGeom>
            <a:avLst/>
            <a:gdLst>
              <a:gd name="T0" fmla="*/ 0 w 316229"/>
              <a:gd name="T1" fmla="*/ 0 h 248920"/>
              <a:gd name="T2" fmla="*/ 316229 w 316229"/>
              <a:gd name="T3" fmla="*/ 248920 h 248920"/>
            </a:gdLst>
            <a:ahLst/>
            <a:cxnLst/>
            <a:rect l="T0" t="T1" r="T2" b="T3"/>
            <a:pathLst>
              <a:path w="316229" h="248920">
                <a:moveTo>
                  <a:pt x="316230" y="0"/>
                </a:moveTo>
                <a:lnTo>
                  <a:pt x="0" y="24892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72" name="object 28"/>
          <p:cNvSpPr>
            <a:spLocks noChangeArrowheads="1"/>
          </p:cNvSpPr>
          <p:nvPr/>
        </p:nvSpPr>
        <p:spPr bwMode="auto">
          <a:xfrm>
            <a:off x="3940175" y="4613275"/>
            <a:ext cx="238125" cy="247650"/>
          </a:xfrm>
          <a:custGeom>
            <a:avLst/>
            <a:gdLst>
              <a:gd name="T0" fmla="*/ 0 w 237489"/>
              <a:gd name="T1" fmla="*/ 0 h 248920"/>
              <a:gd name="T2" fmla="*/ 237489 w 237489"/>
              <a:gd name="T3" fmla="*/ 248920 h 248920"/>
            </a:gdLst>
            <a:ahLst/>
            <a:cxnLst/>
            <a:rect l="T0" t="T1" r="T2" b="T3"/>
            <a:pathLst>
              <a:path w="237489" h="248920">
                <a:moveTo>
                  <a:pt x="0" y="0"/>
                </a:moveTo>
                <a:lnTo>
                  <a:pt x="237489" y="24892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9" name="object 29"/>
          <p:cNvSpPr txBox="1"/>
          <p:nvPr/>
        </p:nvSpPr>
        <p:spPr>
          <a:xfrm>
            <a:off x="3068638" y="5464175"/>
            <a:ext cx="269875" cy="268288"/>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a:t>
            </a:r>
            <a:r>
              <a:rPr sz="1600" b="1" dirty="0">
                <a:latin typeface="Courier New"/>
                <a:cs typeface="Courier New"/>
              </a:rPr>
              <a:t>d</a:t>
            </a:r>
            <a:endParaRPr sz="1600">
              <a:latin typeface="Courier New"/>
              <a:cs typeface="Courier New"/>
            </a:endParaRPr>
          </a:p>
        </p:txBody>
      </p:sp>
      <p:sp>
        <p:nvSpPr>
          <p:cNvPr id="31774" name="object 30"/>
          <p:cNvSpPr>
            <a:spLocks noChangeArrowheads="1"/>
          </p:cNvSpPr>
          <p:nvPr/>
        </p:nvSpPr>
        <p:spPr bwMode="auto">
          <a:xfrm>
            <a:off x="3228975" y="5178425"/>
            <a:ext cx="0" cy="249238"/>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75" name="object 31"/>
          <p:cNvSpPr>
            <a:spLocks noChangeArrowheads="1"/>
          </p:cNvSpPr>
          <p:nvPr/>
        </p:nvSpPr>
        <p:spPr bwMode="auto">
          <a:xfrm>
            <a:off x="3781425" y="4597400"/>
            <a:ext cx="0" cy="263525"/>
          </a:xfrm>
          <a:custGeom>
            <a:avLst/>
            <a:gdLst>
              <a:gd name="T0" fmla="*/ 0 h 264160"/>
              <a:gd name="T1" fmla="*/ 264160 h 264160"/>
            </a:gdLst>
            <a:ahLst/>
            <a:cxnLst/>
            <a:rect l="0" t="T0" r="0" b="T1"/>
            <a:pathLst>
              <a:path h="264160">
                <a:moveTo>
                  <a:pt x="0" y="0"/>
                </a:moveTo>
                <a:lnTo>
                  <a:pt x="0" y="26416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76" name="object 32"/>
          <p:cNvSpPr>
            <a:spLocks noChangeArrowheads="1"/>
          </p:cNvSpPr>
          <p:nvPr/>
        </p:nvSpPr>
        <p:spPr bwMode="auto">
          <a:xfrm>
            <a:off x="3228975" y="5843588"/>
            <a:ext cx="0" cy="249237"/>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77" name="object 33"/>
          <p:cNvSpPr txBox="1">
            <a:spLocks noChangeArrowheads="1"/>
          </p:cNvSpPr>
          <p:nvPr/>
        </p:nvSpPr>
        <p:spPr bwMode="auto">
          <a:xfrm>
            <a:off x="3154363" y="6208713"/>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c</a:t>
            </a:r>
            <a:endParaRPr lang="en-US" sz="1600">
              <a:latin typeface="Courier New" pitchFamily="49" charset="0"/>
              <a:cs typeface="Courier New" pitchFamily="49" charset="0"/>
            </a:endParaRPr>
          </a:p>
        </p:txBody>
      </p:sp>
      <p:sp>
        <p:nvSpPr>
          <p:cNvPr id="34" name="object 34"/>
          <p:cNvSpPr txBox="1"/>
          <p:nvPr/>
        </p:nvSpPr>
        <p:spPr>
          <a:xfrm>
            <a:off x="4017963" y="5464175"/>
            <a:ext cx="269875" cy="268288"/>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id</a:t>
            </a:r>
            <a:endParaRPr sz="1600">
              <a:latin typeface="Courier New"/>
              <a:cs typeface="Courier New"/>
            </a:endParaRPr>
          </a:p>
        </p:txBody>
      </p:sp>
      <p:sp>
        <p:nvSpPr>
          <p:cNvPr id="31779" name="object 35"/>
          <p:cNvSpPr>
            <a:spLocks noChangeArrowheads="1"/>
          </p:cNvSpPr>
          <p:nvPr/>
        </p:nvSpPr>
        <p:spPr bwMode="auto">
          <a:xfrm>
            <a:off x="4178300" y="5178425"/>
            <a:ext cx="0" cy="249238"/>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80" name="object 36"/>
          <p:cNvSpPr>
            <a:spLocks noChangeArrowheads="1"/>
          </p:cNvSpPr>
          <p:nvPr/>
        </p:nvSpPr>
        <p:spPr bwMode="auto">
          <a:xfrm>
            <a:off x="4178300" y="5843588"/>
            <a:ext cx="0" cy="249237"/>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81" name="object 37"/>
          <p:cNvSpPr txBox="1">
            <a:spLocks noChangeArrowheads="1"/>
          </p:cNvSpPr>
          <p:nvPr/>
        </p:nvSpPr>
        <p:spPr bwMode="auto">
          <a:xfrm>
            <a:off x="4105275" y="6208713"/>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d</a:t>
            </a:r>
            <a:endParaRPr lang="en-US" sz="1600">
              <a:latin typeface="Courier New" pitchFamily="49" charset="0"/>
              <a:cs typeface="Courier New" pitchFamily="49" charset="0"/>
            </a:endParaRPr>
          </a:p>
        </p:txBody>
      </p:sp>
      <p:sp>
        <p:nvSpPr>
          <p:cNvPr id="31782" name="object 38"/>
          <p:cNvSpPr txBox="1">
            <a:spLocks noChangeArrowheads="1"/>
          </p:cNvSpPr>
          <p:nvPr/>
        </p:nvSpPr>
        <p:spPr bwMode="auto">
          <a:xfrm>
            <a:off x="5840413" y="4300538"/>
            <a:ext cx="147637" cy="268287"/>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83" name="object 39"/>
          <p:cNvSpPr txBox="1">
            <a:spLocks noChangeArrowheads="1"/>
          </p:cNvSpPr>
          <p:nvPr/>
        </p:nvSpPr>
        <p:spPr bwMode="auto">
          <a:xfrm>
            <a:off x="5286375" y="4881563"/>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84" name="object 40"/>
          <p:cNvSpPr txBox="1">
            <a:spLocks noChangeArrowheads="1"/>
          </p:cNvSpPr>
          <p:nvPr/>
        </p:nvSpPr>
        <p:spPr bwMode="auto">
          <a:xfrm>
            <a:off x="5848350" y="4881563"/>
            <a:ext cx="544513" cy="259045"/>
          </a:xfrm>
          <a:prstGeom prst="rect">
            <a:avLst/>
          </a:prstGeom>
          <a:noFill/>
          <a:ln w="9525">
            <a:noFill/>
            <a:miter lim="800000"/>
            <a:headEnd/>
            <a:tailEnd/>
          </a:ln>
        </p:spPr>
        <p:txBody>
          <a:bodyPr lIns="0" tIns="12700" rIns="0" bIns="0">
            <a:spAutoFit/>
          </a:bodyPr>
          <a:lstStyle/>
          <a:p>
            <a:pPr marL="12700">
              <a:spcBef>
                <a:spcPts val="100"/>
              </a:spcBef>
              <a:tabLst>
                <a:tab pos="407988" algn="l"/>
              </a:tabLst>
            </a:pPr>
            <a:r>
              <a:rPr lang="en-US" sz="1600" b="1">
                <a:latin typeface="Courier New" pitchFamily="49" charset="0"/>
                <a:cs typeface="Courier New" pitchFamily="49" charset="0"/>
              </a:rPr>
              <a:t>*	E</a:t>
            </a:r>
            <a:endParaRPr lang="en-US" sz="1600">
              <a:latin typeface="Courier New" pitchFamily="49" charset="0"/>
              <a:cs typeface="Courier New" pitchFamily="49" charset="0"/>
            </a:endParaRPr>
          </a:p>
        </p:txBody>
      </p:sp>
      <p:sp>
        <p:nvSpPr>
          <p:cNvPr id="31785" name="object 41"/>
          <p:cNvSpPr>
            <a:spLocks noChangeArrowheads="1"/>
          </p:cNvSpPr>
          <p:nvPr/>
        </p:nvSpPr>
        <p:spPr bwMode="auto">
          <a:xfrm>
            <a:off x="5446713" y="4613275"/>
            <a:ext cx="315912" cy="247650"/>
          </a:xfrm>
          <a:custGeom>
            <a:avLst/>
            <a:gdLst>
              <a:gd name="T0" fmla="*/ 0 w 316229"/>
              <a:gd name="T1" fmla="*/ 0 h 248920"/>
              <a:gd name="T2" fmla="*/ 316229 w 316229"/>
              <a:gd name="T3" fmla="*/ 248920 h 248920"/>
            </a:gdLst>
            <a:ahLst/>
            <a:cxnLst/>
            <a:rect l="T0" t="T1" r="T2" b="T3"/>
            <a:pathLst>
              <a:path w="316229" h="248920">
                <a:moveTo>
                  <a:pt x="316230" y="0"/>
                </a:moveTo>
                <a:lnTo>
                  <a:pt x="0" y="24892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86" name="object 42"/>
          <p:cNvSpPr>
            <a:spLocks noChangeArrowheads="1"/>
          </p:cNvSpPr>
          <p:nvPr/>
        </p:nvSpPr>
        <p:spPr bwMode="auto">
          <a:xfrm>
            <a:off x="6080125" y="4613275"/>
            <a:ext cx="238125" cy="247650"/>
          </a:xfrm>
          <a:custGeom>
            <a:avLst/>
            <a:gdLst>
              <a:gd name="T0" fmla="*/ 0 w 237489"/>
              <a:gd name="T1" fmla="*/ 0 h 248920"/>
              <a:gd name="T2" fmla="*/ 237489 w 237489"/>
              <a:gd name="T3" fmla="*/ 248920 h 248920"/>
            </a:gdLst>
            <a:ahLst/>
            <a:cxnLst/>
            <a:rect l="T0" t="T1" r="T2" b="T3"/>
            <a:pathLst>
              <a:path w="237489" h="248920">
                <a:moveTo>
                  <a:pt x="0" y="0"/>
                </a:moveTo>
                <a:lnTo>
                  <a:pt x="237489" y="24892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3" name="object 43"/>
          <p:cNvSpPr txBox="1"/>
          <p:nvPr/>
        </p:nvSpPr>
        <p:spPr>
          <a:xfrm>
            <a:off x="5207000" y="5464175"/>
            <a:ext cx="269875" cy="268288"/>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id</a:t>
            </a:r>
            <a:endParaRPr sz="1600">
              <a:latin typeface="Courier New"/>
              <a:cs typeface="Courier New"/>
            </a:endParaRPr>
          </a:p>
        </p:txBody>
      </p:sp>
      <p:sp>
        <p:nvSpPr>
          <p:cNvPr id="31788" name="object 44"/>
          <p:cNvSpPr>
            <a:spLocks noChangeArrowheads="1"/>
          </p:cNvSpPr>
          <p:nvPr/>
        </p:nvSpPr>
        <p:spPr bwMode="auto">
          <a:xfrm>
            <a:off x="5367338" y="5178425"/>
            <a:ext cx="0" cy="249238"/>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89" name="object 45"/>
          <p:cNvSpPr>
            <a:spLocks noChangeArrowheads="1"/>
          </p:cNvSpPr>
          <p:nvPr/>
        </p:nvSpPr>
        <p:spPr bwMode="auto">
          <a:xfrm>
            <a:off x="5921375" y="4597400"/>
            <a:ext cx="0" cy="263525"/>
          </a:xfrm>
          <a:custGeom>
            <a:avLst/>
            <a:gdLst>
              <a:gd name="T0" fmla="*/ 0 h 264160"/>
              <a:gd name="T1" fmla="*/ 264160 h 264160"/>
            </a:gdLst>
            <a:ahLst/>
            <a:cxnLst/>
            <a:rect l="0" t="T0" r="0" b="T1"/>
            <a:pathLst>
              <a:path h="264160">
                <a:moveTo>
                  <a:pt x="0" y="0"/>
                </a:moveTo>
                <a:lnTo>
                  <a:pt x="0" y="26416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90" name="object 46"/>
          <p:cNvSpPr>
            <a:spLocks noChangeArrowheads="1"/>
          </p:cNvSpPr>
          <p:nvPr/>
        </p:nvSpPr>
        <p:spPr bwMode="auto">
          <a:xfrm>
            <a:off x="5367338" y="5843588"/>
            <a:ext cx="0" cy="249237"/>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91" name="object 47"/>
          <p:cNvSpPr txBox="1">
            <a:spLocks noChangeArrowheads="1"/>
          </p:cNvSpPr>
          <p:nvPr/>
        </p:nvSpPr>
        <p:spPr bwMode="auto">
          <a:xfrm>
            <a:off x="5294313" y="6208713"/>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48" name="object 48"/>
          <p:cNvSpPr txBox="1"/>
          <p:nvPr/>
        </p:nvSpPr>
        <p:spPr>
          <a:xfrm>
            <a:off x="6159500" y="5464175"/>
            <a:ext cx="269875" cy="268288"/>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id</a:t>
            </a:r>
            <a:endParaRPr sz="1600">
              <a:latin typeface="Courier New"/>
              <a:cs typeface="Courier New"/>
            </a:endParaRPr>
          </a:p>
        </p:txBody>
      </p:sp>
      <p:sp>
        <p:nvSpPr>
          <p:cNvPr id="31793" name="object 49"/>
          <p:cNvSpPr>
            <a:spLocks noChangeArrowheads="1"/>
          </p:cNvSpPr>
          <p:nvPr/>
        </p:nvSpPr>
        <p:spPr bwMode="auto">
          <a:xfrm>
            <a:off x="6318250" y="5178425"/>
            <a:ext cx="0" cy="249238"/>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94" name="object 50"/>
          <p:cNvSpPr>
            <a:spLocks noChangeArrowheads="1"/>
          </p:cNvSpPr>
          <p:nvPr/>
        </p:nvSpPr>
        <p:spPr bwMode="auto">
          <a:xfrm>
            <a:off x="6318250" y="5843588"/>
            <a:ext cx="0" cy="249237"/>
          </a:xfrm>
          <a:custGeom>
            <a:avLst/>
            <a:gdLst>
              <a:gd name="T0" fmla="*/ 0 h 248920"/>
              <a:gd name="T1" fmla="*/ 248920 h 248920"/>
            </a:gdLst>
            <a:ahLst/>
            <a:cxnLst/>
            <a:rect l="0" t="T0" r="0" b="T1"/>
            <a:pathLst>
              <a:path h="248920">
                <a:moveTo>
                  <a:pt x="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795" name="object 51"/>
          <p:cNvSpPr txBox="1">
            <a:spLocks noChangeArrowheads="1"/>
          </p:cNvSpPr>
          <p:nvPr/>
        </p:nvSpPr>
        <p:spPr bwMode="auto">
          <a:xfrm>
            <a:off x="6245225" y="6210300"/>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f</a:t>
            </a:r>
            <a:endParaRPr lang="en-US" sz="1600">
              <a:latin typeface="Courier New" pitchFamily="49" charset="0"/>
              <a:cs typeface="Courier New" pitchFamily="49" charset="0"/>
            </a:endParaRPr>
          </a:p>
        </p:txBody>
      </p:sp>
      <p:sp>
        <p:nvSpPr>
          <p:cNvPr id="31796" name="object 52"/>
          <p:cNvSpPr txBox="1">
            <a:spLocks noChangeArrowheads="1"/>
          </p:cNvSpPr>
          <p:nvPr/>
        </p:nvSpPr>
        <p:spPr bwMode="auto">
          <a:xfrm>
            <a:off x="3463925" y="3302000"/>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97" name="object 53"/>
          <p:cNvSpPr txBox="1">
            <a:spLocks noChangeArrowheads="1"/>
          </p:cNvSpPr>
          <p:nvPr/>
        </p:nvSpPr>
        <p:spPr bwMode="auto">
          <a:xfrm>
            <a:off x="2354263" y="3784600"/>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798" name="object 54"/>
          <p:cNvSpPr txBox="1">
            <a:spLocks noChangeArrowheads="1"/>
          </p:cNvSpPr>
          <p:nvPr/>
        </p:nvSpPr>
        <p:spPr bwMode="auto">
          <a:xfrm>
            <a:off x="3470275" y="3784600"/>
            <a:ext cx="147638"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a:t>
            </a:r>
            <a:endParaRPr lang="en-US" sz="1600">
              <a:latin typeface="Courier New" pitchFamily="49" charset="0"/>
              <a:cs typeface="Courier New" pitchFamily="49" charset="0"/>
            </a:endParaRPr>
          </a:p>
        </p:txBody>
      </p:sp>
      <p:sp>
        <p:nvSpPr>
          <p:cNvPr id="31799" name="object 55"/>
          <p:cNvSpPr>
            <a:spLocks noChangeArrowheads="1"/>
          </p:cNvSpPr>
          <p:nvPr/>
        </p:nvSpPr>
        <p:spPr bwMode="auto">
          <a:xfrm>
            <a:off x="2593975" y="4098925"/>
            <a:ext cx="236538" cy="249238"/>
          </a:xfrm>
          <a:custGeom>
            <a:avLst/>
            <a:gdLst>
              <a:gd name="T0" fmla="*/ 0 w 237489"/>
              <a:gd name="T1" fmla="*/ 0 h 248920"/>
              <a:gd name="T2" fmla="*/ 237489 w 237489"/>
              <a:gd name="T3" fmla="*/ 248920 h 248920"/>
            </a:gdLst>
            <a:ahLst/>
            <a:cxnLst/>
            <a:rect l="T0" t="T1" r="T2" b="T3"/>
            <a:pathLst>
              <a:path w="237489" h="248920">
                <a:moveTo>
                  <a:pt x="0" y="0"/>
                </a:moveTo>
                <a:lnTo>
                  <a:pt x="23749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0" name="object 56"/>
          <p:cNvSpPr>
            <a:spLocks noChangeArrowheads="1"/>
          </p:cNvSpPr>
          <p:nvPr/>
        </p:nvSpPr>
        <p:spPr bwMode="auto">
          <a:xfrm>
            <a:off x="2514600" y="3502025"/>
            <a:ext cx="871538" cy="249238"/>
          </a:xfrm>
          <a:custGeom>
            <a:avLst/>
            <a:gdLst>
              <a:gd name="T0" fmla="*/ 0 w 871220"/>
              <a:gd name="T1" fmla="*/ 0 h 248920"/>
              <a:gd name="T2" fmla="*/ 871220 w 871220"/>
              <a:gd name="T3" fmla="*/ 248920 h 248920"/>
            </a:gdLst>
            <a:ahLst/>
            <a:cxnLst/>
            <a:rect l="T0" t="T1" r="T2" b="T3"/>
            <a:pathLst>
              <a:path w="871220" h="248920">
                <a:moveTo>
                  <a:pt x="871220"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1" name="object 57"/>
          <p:cNvSpPr>
            <a:spLocks noChangeArrowheads="1"/>
          </p:cNvSpPr>
          <p:nvPr/>
        </p:nvSpPr>
        <p:spPr bwMode="auto">
          <a:xfrm>
            <a:off x="2435225" y="4084638"/>
            <a:ext cx="0" cy="263525"/>
          </a:xfrm>
          <a:custGeom>
            <a:avLst/>
            <a:gdLst>
              <a:gd name="T0" fmla="*/ 0 h 264160"/>
              <a:gd name="T1" fmla="*/ 264160 h 264160"/>
            </a:gdLst>
            <a:ahLst/>
            <a:cxnLst/>
            <a:rect l="0" t="T0" r="0" b="T1"/>
            <a:pathLst>
              <a:path h="264160">
                <a:moveTo>
                  <a:pt x="0" y="0"/>
                </a:moveTo>
                <a:lnTo>
                  <a:pt x="0" y="26415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2" name="object 58"/>
          <p:cNvSpPr>
            <a:spLocks noChangeArrowheads="1"/>
          </p:cNvSpPr>
          <p:nvPr/>
        </p:nvSpPr>
        <p:spPr bwMode="auto">
          <a:xfrm>
            <a:off x="3544888" y="3584575"/>
            <a:ext cx="0" cy="166688"/>
          </a:xfrm>
          <a:custGeom>
            <a:avLst/>
            <a:gdLst>
              <a:gd name="T0" fmla="*/ 0 h 166370"/>
              <a:gd name="T1" fmla="*/ 166370 h 166370"/>
            </a:gdLst>
            <a:ahLst/>
            <a:cxnLst/>
            <a:rect l="0" t="T0" r="0" b="T1"/>
            <a:pathLst>
              <a:path h="166370">
                <a:moveTo>
                  <a:pt x="0" y="0"/>
                </a:moveTo>
                <a:lnTo>
                  <a:pt x="0" y="16636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3" name="object 59"/>
          <p:cNvSpPr>
            <a:spLocks noChangeArrowheads="1"/>
          </p:cNvSpPr>
          <p:nvPr/>
        </p:nvSpPr>
        <p:spPr bwMode="auto">
          <a:xfrm>
            <a:off x="3703638" y="3517900"/>
            <a:ext cx="871537" cy="249238"/>
          </a:xfrm>
          <a:custGeom>
            <a:avLst/>
            <a:gdLst>
              <a:gd name="T0" fmla="*/ 0 w 871220"/>
              <a:gd name="T1" fmla="*/ 0 h 248920"/>
              <a:gd name="T2" fmla="*/ 871220 w 871220"/>
              <a:gd name="T3" fmla="*/ 248920 h 248920"/>
            </a:gdLst>
            <a:ahLst/>
            <a:cxnLst/>
            <a:rect l="T0" t="T1" r="T2" b="T3"/>
            <a:pathLst>
              <a:path w="871220" h="248920">
                <a:moveTo>
                  <a:pt x="0" y="0"/>
                </a:moveTo>
                <a:lnTo>
                  <a:pt x="871219"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4" name="object 60"/>
          <p:cNvSpPr txBox="1">
            <a:spLocks noChangeArrowheads="1"/>
          </p:cNvSpPr>
          <p:nvPr/>
        </p:nvSpPr>
        <p:spPr bwMode="auto">
          <a:xfrm>
            <a:off x="4732338" y="3800475"/>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E</a:t>
            </a:r>
            <a:endParaRPr lang="en-US" sz="1600">
              <a:latin typeface="Courier New" pitchFamily="49" charset="0"/>
              <a:cs typeface="Courier New" pitchFamily="49" charset="0"/>
            </a:endParaRPr>
          </a:p>
        </p:txBody>
      </p:sp>
      <p:sp>
        <p:nvSpPr>
          <p:cNvPr id="31805" name="object 61"/>
          <p:cNvSpPr txBox="1">
            <a:spLocks noChangeArrowheads="1"/>
          </p:cNvSpPr>
          <p:nvPr/>
        </p:nvSpPr>
        <p:spPr bwMode="auto">
          <a:xfrm>
            <a:off x="4738688" y="4284663"/>
            <a:ext cx="147637" cy="259045"/>
          </a:xfrm>
          <a:prstGeom prst="rect">
            <a:avLst/>
          </a:prstGeom>
          <a:noFill/>
          <a:ln w="9525">
            <a:noFill/>
            <a:miter lim="800000"/>
            <a:headEnd/>
            <a:tailEnd/>
          </a:ln>
        </p:spPr>
        <p:txBody>
          <a:bodyPr lIns="0" tIns="12700" rIns="0" bIns="0">
            <a:spAutoFit/>
          </a:bodyPr>
          <a:lstStyle/>
          <a:p>
            <a:pPr marL="12700">
              <a:spcBef>
                <a:spcPts val="100"/>
              </a:spcBef>
            </a:pPr>
            <a:r>
              <a:rPr lang="en-US" sz="1600" b="1">
                <a:latin typeface="Courier New" pitchFamily="49" charset="0"/>
                <a:cs typeface="Courier New" pitchFamily="49" charset="0"/>
              </a:rPr>
              <a:t>-</a:t>
            </a:r>
            <a:endParaRPr lang="en-US" sz="1600">
              <a:latin typeface="Courier New" pitchFamily="49" charset="0"/>
              <a:cs typeface="Courier New" pitchFamily="49" charset="0"/>
            </a:endParaRPr>
          </a:p>
        </p:txBody>
      </p:sp>
      <p:sp>
        <p:nvSpPr>
          <p:cNvPr id="31806" name="object 62"/>
          <p:cNvSpPr>
            <a:spLocks noChangeArrowheads="1"/>
          </p:cNvSpPr>
          <p:nvPr/>
        </p:nvSpPr>
        <p:spPr bwMode="auto">
          <a:xfrm>
            <a:off x="3781425" y="4000500"/>
            <a:ext cx="873125" cy="249238"/>
          </a:xfrm>
          <a:custGeom>
            <a:avLst/>
            <a:gdLst>
              <a:gd name="T0" fmla="*/ 0 w 872489"/>
              <a:gd name="T1" fmla="*/ 0 h 248920"/>
              <a:gd name="T2" fmla="*/ 872489 w 872489"/>
              <a:gd name="T3" fmla="*/ 248920 h 248920"/>
            </a:gdLst>
            <a:ahLst/>
            <a:cxnLst/>
            <a:rect l="T0" t="T1" r="T2" b="T3"/>
            <a:pathLst>
              <a:path w="872489" h="248920">
                <a:moveTo>
                  <a:pt x="872489" y="0"/>
                </a:moveTo>
                <a:lnTo>
                  <a:pt x="0" y="24891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7" name="object 63"/>
          <p:cNvSpPr>
            <a:spLocks noChangeArrowheads="1"/>
          </p:cNvSpPr>
          <p:nvPr/>
        </p:nvSpPr>
        <p:spPr bwMode="auto">
          <a:xfrm>
            <a:off x="4813300" y="4084638"/>
            <a:ext cx="0" cy="165100"/>
          </a:xfrm>
          <a:custGeom>
            <a:avLst/>
            <a:gdLst>
              <a:gd name="T0" fmla="*/ 0 h 165100"/>
              <a:gd name="T1" fmla="*/ 165100 h 165100"/>
            </a:gdLst>
            <a:ahLst/>
            <a:cxnLst/>
            <a:rect l="0" t="T0" r="0" b="T1"/>
            <a:pathLst>
              <a:path h="165100">
                <a:moveTo>
                  <a:pt x="0" y="0"/>
                </a:moveTo>
                <a:lnTo>
                  <a:pt x="0" y="165099"/>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808" name="object 64"/>
          <p:cNvSpPr>
            <a:spLocks noChangeArrowheads="1"/>
          </p:cNvSpPr>
          <p:nvPr/>
        </p:nvSpPr>
        <p:spPr bwMode="auto">
          <a:xfrm>
            <a:off x="4970463" y="4016375"/>
            <a:ext cx="873125" cy="247650"/>
          </a:xfrm>
          <a:custGeom>
            <a:avLst/>
            <a:gdLst>
              <a:gd name="T0" fmla="*/ 0 w 872489"/>
              <a:gd name="T1" fmla="*/ 0 h 248920"/>
              <a:gd name="T2" fmla="*/ 872489 w 872489"/>
              <a:gd name="T3" fmla="*/ 248920 h 248920"/>
            </a:gdLst>
            <a:ahLst/>
            <a:cxnLst/>
            <a:rect l="T0" t="T1" r="T2" b="T3"/>
            <a:pathLst>
              <a:path w="872489" h="248920">
                <a:moveTo>
                  <a:pt x="0" y="0"/>
                </a:moveTo>
                <a:lnTo>
                  <a:pt x="872490" y="24892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graphicFrame>
        <p:nvGraphicFramePr>
          <p:cNvPr id="65" name="object 65"/>
          <p:cNvGraphicFramePr>
            <a:graphicFrameLocks noGrp="1"/>
          </p:cNvGraphicFramePr>
          <p:nvPr/>
        </p:nvGraphicFramePr>
        <p:xfrm>
          <a:off x="6059488" y="1887538"/>
          <a:ext cx="1846580" cy="1344810"/>
        </p:xfrm>
        <a:graphic>
          <a:graphicData uri="http://schemas.openxmlformats.org/drawingml/2006/table">
            <a:tbl>
              <a:tblPr firstRow="1" bandRow="1">
                <a:tableStyleId>{2D5ABB26-0587-4C30-8999-92F81FD0307C}</a:tableStyleId>
              </a:tblPr>
              <a:tblGrid>
                <a:gridCol w="374650">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1197610">
                  <a:extLst>
                    <a:ext uri="{9D8B030D-6E8A-4147-A177-3AD203B41FA5}">
                      <a16:colId xmlns:a16="http://schemas.microsoft.com/office/drawing/2014/main" val="20002"/>
                    </a:ext>
                  </a:extLst>
                </a:gridCol>
              </a:tblGrid>
              <a:tr h="310455">
                <a:tc>
                  <a:txBody>
                    <a:bodyPr/>
                    <a:lstStyle/>
                    <a:p>
                      <a:pPr marL="31750">
                        <a:lnSpc>
                          <a:spcPts val="1860"/>
                        </a:lnSpc>
                      </a:pPr>
                      <a:r>
                        <a:rPr sz="1800" spc="-5" dirty="0">
                          <a:solidFill>
                            <a:schemeClr val="tx1"/>
                          </a:solidFill>
                          <a:latin typeface="Courier New"/>
                          <a:cs typeface="Courier New"/>
                        </a:rPr>
                        <a:t>t1</a:t>
                      </a:r>
                      <a:endParaRPr sz="1800">
                        <a:solidFill>
                          <a:schemeClr val="tx1"/>
                        </a:solidFill>
                        <a:latin typeface="Courier New"/>
                        <a:cs typeface="Courier New"/>
                      </a:endParaRPr>
                    </a:p>
                  </a:txBody>
                  <a:tcPr marL="0" marR="0" marT="0" marB="0"/>
                </a:tc>
                <a:tc>
                  <a:txBody>
                    <a:bodyPr/>
                    <a:lstStyle/>
                    <a:p>
                      <a:pPr algn="ctr">
                        <a:lnSpc>
                          <a:spcPts val="1860"/>
                        </a:lnSpc>
                      </a:pPr>
                      <a:r>
                        <a:rPr sz="1800" dirty="0">
                          <a:solidFill>
                            <a:schemeClr val="tx1"/>
                          </a:solidFill>
                          <a:latin typeface="Courier New"/>
                          <a:cs typeface="Courier New"/>
                        </a:rPr>
                        <a:t>=</a:t>
                      </a:r>
                      <a:endParaRPr sz="1800">
                        <a:solidFill>
                          <a:schemeClr val="tx1"/>
                        </a:solidFill>
                        <a:latin typeface="Courier New"/>
                        <a:cs typeface="Courier New"/>
                      </a:endParaRPr>
                    </a:p>
                  </a:txBody>
                  <a:tcPr marL="0" marR="0" marT="0" marB="0"/>
                </a:tc>
                <a:tc>
                  <a:txBody>
                    <a:bodyPr/>
                    <a:lstStyle/>
                    <a:p>
                      <a:pPr marL="67945">
                        <a:lnSpc>
                          <a:spcPts val="1860"/>
                        </a:lnSpc>
                      </a:pPr>
                      <a:r>
                        <a:rPr sz="1800" dirty="0">
                          <a:solidFill>
                            <a:schemeClr val="tx1"/>
                          </a:solidFill>
                          <a:latin typeface="Courier New"/>
                          <a:cs typeface="Courier New"/>
                        </a:rPr>
                        <a:t>e *</a:t>
                      </a:r>
                      <a:r>
                        <a:rPr sz="1800" spc="-60" dirty="0">
                          <a:solidFill>
                            <a:schemeClr val="tx1"/>
                          </a:solidFill>
                          <a:latin typeface="Courier New"/>
                          <a:cs typeface="Courier New"/>
                        </a:rPr>
                        <a:t> </a:t>
                      </a:r>
                      <a:r>
                        <a:rPr sz="1800" spc="-5" dirty="0">
                          <a:solidFill>
                            <a:schemeClr val="tx1"/>
                          </a:solidFill>
                          <a:latin typeface="Courier New"/>
                          <a:cs typeface="Courier New"/>
                        </a:rPr>
                        <a:t>f;</a:t>
                      </a:r>
                      <a:endParaRPr sz="1800">
                        <a:solidFill>
                          <a:schemeClr val="tx1"/>
                        </a:solidFill>
                        <a:latin typeface="Courier New"/>
                        <a:cs typeface="Courier New"/>
                      </a:endParaRPr>
                    </a:p>
                  </a:txBody>
                  <a:tcPr marL="0" marR="0" marT="0" marB="0"/>
                </a:tc>
                <a:extLst>
                  <a:ext uri="{0D108BD9-81ED-4DB2-BD59-A6C34878D82A}">
                    <a16:rowId xmlns:a16="http://schemas.microsoft.com/office/drawing/2014/main" val="10000"/>
                  </a:ext>
                </a:extLst>
              </a:tr>
              <a:tr h="361950">
                <a:tc>
                  <a:txBody>
                    <a:bodyPr/>
                    <a:lstStyle/>
                    <a:p>
                      <a:pPr marL="31750">
                        <a:lnSpc>
                          <a:spcPct val="100000"/>
                        </a:lnSpc>
                        <a:spcBef>
                          <a:spcPts val="105"/>
                        </a:spcBef>
                      </a:pPr>
                      <a:r>
                        <a:rPr sz="1800" spc="-5" dirty="0">
                          <a:solidFill>
                            <a:schemeClr val="tx1"/>
                          </a:solidFill>
                          <a:latin typeface="Courier New"/>
                          <a:cs typeface="Courier New"/>
                        </a:rPr>
                        <a:t>t2</a:t>
                      </a:r>
                      <a:endParaRPr sz="1800">
                        <a:solidFill>
                          <a:schemeClr val="tx1"/>
                        </a:solidFill>
                        <a:latin typeface="Courier New"/>
                        <a:cs typeface="Courier New"/>
                      </a:endParaRPr>
                    </a:p>
                  </a:txBody>
                  <a:tcPr marL="0" marR="0" marT="13335" marB="0"/>
                </a:tc>
                <a:tc>
                  <a:txBody>
                    <a:bodyPr/>
                    <a:lstStyle/>
                    <a:p>
                      <a:pPr algn="ctr">
                        <a:lnSpc>
                          <a:spcPct val="100000"/>
                        </a:lnSpc>
                        <a:spcBef>
                          <a:spcPts val="105"/>
                        </a:spcBef>
                      </a:pPr>
                      <a:r>
                        <a:rPr sz="1800" dirty="0">
                          <a:solidFill>
                            <a:schemeClr val="tx1"/>
                          </a:solidFill>
                          <a:latin typeface="Courier New"/>
                          <a:cs typeface="Courier New"/>
                        </a:rPr>
                        <a:t>=</a:t>
                      </a:r>
                      <a:endParaRPr sz="1800">
                        <a:solidFill>
                          <a:schemeClr val="tx1"/>
                        </a:solidFill>
                        <a:latin typeface="Courier New"/>
                        <a:cs typeface="Courier New"/>
                      </a:endParaRPr>
                    </a:p>
                  </a:txBody>
                  <a:tcPr marL="0" marR="0" marT="13335" marB="0"/>
                </a:tc>
                <a:tc>
                  <a:txBody>
                    <a:bodyPr/>
                    <a:lstStyle/>
                    <a:p>
                      <a:pPr marL="67945">
                        <a:lnSpc>
                          <a:spcPct val="100000"/>
                        </a:lnSpc>
                        <a:spcBef>
                          <a:spcPts val="105"/>
                        </a:spcBef>
                      </a:pPr>
                      <a:r>
                        <a:rPr sz="1800" dirty="0">
                          <a:solidFill>
                            <a:schemeClr val="tx1"/>
                          </a:solidFill>
                          <a:latin typeface="Courier New"/>
                          <a:cs typeface="Courier New"/>
                        </a:rPr>
                        <a:t>c *</a:t>
                      </a:r>
                      <a:r>
                        <a:rPr sz="1800" spc="-60" dirty="0">
                          <a:solidFill>
                            <a:schemeClr val="tx1"/>
                          </a:solidFill>
                          <a:latin typeface="Courier New"/>
                          <a:cs typeface="Courier New"/>
                        </a:rPr>
                        <a:t> </a:t>
                      </a:r>
                      <a:r>
                        <a:rPr sz="1800" spc="-5" dirty="0">
                          <a:solidFill>
                            <a:schemeClr val="tx1"/>
                          </a:solidFill>
                          <a:latin typeface="Courier New"/>
                          <a:cs typeface="Courier New"/>
                        </a:rPr>
                        <a:t>d;</a:t>
                      </a:r>
                      <a:endParaRPr sz="1800">
                        <a:solidFill>
                          <a:schemeClr val="tx1"/>
                        </a:solidFill>
                        <a:latin typeface="Courier New"/>
                        <a:cs typeface="Courier New"/>
                      </a:endParaRPr>
                    </a:p>
                  </a:txBody>
                  <a:tcPr marL="0" marR="0" marT="13335" marB="0"/>
                </a:tc>
                <a:extLst>
                  <a:ext uri="{0D108BD9-81ED-4DB2-BD59-A6C34878D82A}">
                    <a16:rowId xmlns:a16="http://schemas.microsoft.com/office/drawing/2014/main" val="10001"/>
                  </a:ext>
                </a:extLst>
              </a:tr>
              <a:tr h="361950">
                <a:tc>
                  <a:txBody>
                    <a:bodyPr/>
                    <a:lstStyle/>
                    <a:p>
                      <a:pPr marL="31750">
                        <a:lnSpc>
                          <a:spcPct val="100000"/>
                        </a:lnSpc>
                        <a:spcBef>
                          <a:spcPts val="105"/>
                        </a:spcBef>
                      </a:pPr>
                      <a:r>
                        <a:rPr sz="1800" spc="-5" dirty="0">
                          <a:solidFill>
                            <a:schemeClr val="tx1"/>
                          </a:solidFill>
                          <a:latin typeface="Courier New"/>
                          <a:cs typeface="Courier New"/>
                        </a:rPr>
                        <a:t>t3</a:t>
                      </a:r>
                      <a:endParaRPr sz="1800">
                        <a:solidFill>
                          <a:schemeClr val="tx1"/>
                        </a:solidFill>
                        <a:latin typeface="Courier New"/>
                        <a:cs typeface="Courier New"/>
                      </a:endParaRPr>
                    </a:p>
                  </a:txBody>
                  <a:tcPr marL="0" marR="0" marT="13335" marB="0"/>
                </a:tc>
                <a:tc>
                  <a:txBody>
                    <a:bodyPr/>
                    <a:lstStyle/>
                    <a:p>
                      <a:pPr algn="ctr">
                        <a:lnSpc>
                          <a:spcPct val="100000"/>
                        </a:lnSpc>
                        <a:spcBef>
                          <a:spcPts val="105"/>
                        </a:spcBef>
                      </a:pPr>
                      <a:r>
                        <a:rPr sz="1800" dirty="0">
                          <a:solidFill>
                            <a:schemeClr val="tx1"/>
                          </a:solidFill>
                          <a:latin typeface="Courier New"/>
                          <a:cs typeface="Courier New"/>
                        </a:rPr>
                        <a:t>=</a:t>
                      </a:r>
                      <a:endParaRPr sz="1800">
                        <a:solidFill>
                          <a:schemeClr val="tx1"/>
                        </a:solidFill>
                        <a:latin typeface="Courier New"/>
                        <a:cs typeface="Courier New"/>
                      </a:endParaRPr>
                    </a:p>
                  </a:txBody>
                  <a:tcPr marL="0" marR="0" marT="13335" marB="0"/>
                </a:tc>
                <a:tc>
                  <a:txBody>
                    <a:bodyPr/>
                    <a:lstStyle/>
                    <a:p>
                      <a:pPr marL="67945">
                        <a:lnSpc>
                          <a:spcPct val="100000"/>
                        </a:lnSpc>
                        <a:spcBef>
                          <a:spcPts val="105"/>
                        </a:spcBef>
                      </a:pPr>
                      <a:r>
                        <a:rPr sz="1800" spc="-5" dirty="0">
                          <a:solidFill>
                            <a:schemeClr val="tx1"/>
                          </a:solidFill>
                          <a:latin typeface="Courier New"/>
                          <a:cs typeface="Courier New"/>
                        </a:rPr>
                        <a:t>t2 </a:t>
                      </a:r>
                      <a:r>
                        <a:rPr sz="1800" dirty="0">
                          <a:solidFill>
                            <a:schemeClr val="tx1"/>
                          </a:solidFill>
                          <a:latin typeface="Courier New"/>
                          <a:cs typeface="Courier New"/>
                        </a:rPr>
                        <a:t>-</a:t>
                      </a:r>
                      <a:r>
                        <a:rPr sz="1800" spc="-90" dirty="0">
                          <a:solidFill>
                            <a:schemeClr val="tx1"/>
                          </a:solidFill>
                          <a:latin typeface="Courier New"/>
                          <a:cs typeface="Courier New"/>
                        </a:rPr>
                        <a:t> </a:t>
                      </a:r>
                      <a:r>
                        <a:rPr sz="1800" spc="-5" dirty="0">
                          <a:solidFill>
                            <a:schemeClr val="tx1"/>
                          </a:solidFill>
                          <a:latin typeface="Courier New"/>
                          <a:cs typeface="Courier New"/>
                        </a:rPr>
                        <a:t>t1;</a:t>
                      </a:r>
                      <a:endParaRPr sz="1800">
                        <a:solidFill>
                          <a:schemeClr val="tx1"/>
                        </a:solidFill>
                        <a:latin typeface="Courier New"/>
                        <a:cs typeface="Courier New"/>
                      </a:endParaRPr>
                    </a:p>
                  </a:txBody>
                  <a:tcPr marL="0" marR="0" marT="13335" marB="0"/>
                </a:tc>
                <a:extLst>
                  <a:ext uri="{0D108BD9-81ED-4DB2-BD59-A6C34878D82A}">
                    <a16:rowId xmlns:a16="http://schemas.microsoft.com/office/drawing/2014/main" val="10002"/>
                  </a:ext>
                </a:extLst>
              </a:tr>
              <a:tr h="310455">
                <a:tc>
                  <a:txBody>
                    <a:bodyPr/>
                    <a:lstStyle/>
                    <a:p>
                      <a:pPr marL="31750">
                        <a:lnSpc>
                          <a:spcPct val="100000"/>
                        </a:lnSpc>
                        <a:spcBef>
                          <a:spcPts val="105"/>
                        </a:spcBef>
                      </a:pPr>
                      <a:r>
                        <a:rPr sz="1800" spc="-5" dirty="0">
                          <a:solidFill>
                            <a:schemeClr val="tx1"/>
                          </a:solidFill>
                          <a:latin typeface="Courier New"/>
                          <a:cs typeface="Courier New"/>
                        </a:rPr>
                        <a:t>t4</a:t>
                      </a:r>
                      <a:endParaRPr sz="1800">
                        <a:solidFill>
                          <a:schemeClr val="tx1"/>
                        </a:solidFill>
                        <a:latin typeface="Courier New"/>
                        <a:cs typeface="Courier New"/>
                      </a:endParaRPr>
                    </a:p>
                  </a:txBody>
                  <a:tcPr marL="0" marR="0" marT="13335" marB="0"/>
                </a:tc>
                <a:tc>
                  <a:txBody>
                    <a:bodyPr/>
                    <a:lstStyle/>
                    <a:p>
                      <a:pPr algn="ctr">
                        <a:lnSpc>
                          <a:spcPct val="100000"/>
                        </a:lnSpc>
                        <a:spcBef>
                          <a:spcPts val="105"/>
                        </a:spcBef>
                      </a:pPr>
                      <a:r>
                        <a:rPr sz="1800" dirty="0">
                          <a:solidFill>
                            <a:schemeClr val="tx1"/>
                          </a:solidFill>
                          <a:latin typeface="Courier New"/>
                          <a:cs typeface="Courier New"/>
                        </a:rPr>
                        <a:t>=</a:t>
                      </a:r>
                      <a:endParaRPr sz="1800">
                        <a:solidFill>
                          <a:schemeClr val="tx1"/>
                        </a:solidFill>
                        <a:latin typeface="Courier New"/>
                        <a:cs typeface="Courier New"/>
                      </a:endParaRPr>
                    </a:p>
                  </a:txBody>
                  <a:tcPr marL="0" marR="0" marT="13335" marB="0"/>
                </a:tc>
                <a:tc>
                  <a:txBody>
                    <a:bodyPr/>
                    <a:lstStyle/>
                    <a:p>
                      <a:pPr marL="67945">
                        <a:lnSpc>
                          <a:spcPct val="100000"/>
                        </a:lnSpc>
                        <a:spcBef>
                          <a:spcPts val="105"/>
                        </a:spcBef>
                      </a:pPr>
                      <a:r>
                        <a:rPr sz="1800" dirty="0">
                          <a:solidFill>
                            <a:schemeClr val="tx1"/>
                          </a:solidFill>
                          <a:latin typeface="Courier New"/>
                          <a:cs typeface="Courier New"/>
                        </a:rPr>
                        <a:t>a *</a:t>
                      </a:r>
                      <a:r>
                        <a:rPr sz="1800" spc="-60" dirty="0">
                          <a:solidFill>
                            <a:schemeClr val="tx1"/>
                          </a:solidFill>
                          <a:latin typeface="Courier New"/>
                          <a:cs typeface="Courier New"/>
                        </a:rPr>
                        <a:t> </a:t>
                      </a:r>
                      <a:r>
                        <a:rPr sz="1800" spc="-5" dirty="0">
                          <a:solidFill>
                            <a:schemeClr val="tx1"/>
                          </a:solidFill>
                          <a:latin typeface="Courier New"/>
                          <a:cs typeface="Courier New"/>
                        </a:rPr>
                        <a:t>b;</a:t>
                      </a:r>
                      <a:endParaRPr sz="1800">
                        <a:solidFill>
                          <a:schemeClr val="tx1"/>
                        </a:solidFill>
                        <a:latin typeface="Courier New"/>
                        <a:cs typeface="Courier New"/>
                      </a:endParaRPr>
                    </a:p>
                  </a:txBody>
                  <a:tcPr marL="0" marR="0" marT="13335" marB="0"/>
                </a:tc>
                <a:extLst>
                  <a:ext uri="{0D108BD9-81ED-4DB2-BD59-A6C34878D82A}">
                    <a16:rowId xmlns:a16="http://schemas.microsoft.com/office/drawing/2014/main" val="10003"/>
                  </a:ext>
                </a:extLst>
              </a:tr>
            </a:tbl>
          </a:graphicData>
        </a:graphic>
      </p:graphicFrame>
      <p:sp>
        <p:nvSpPr>
          <p:cNvPr id="66" name="object 66"/>
          <p:cNvSpPr txBox="1"/>
          <p:nvPr/>
        </p:nvSpPr>
        <p:spPr>
          <a:xfrm>
            <a:off x="6078538" y="3282950"/>
            <a:ext cx="1808162" cy="300038"/>
          </a:xfrm>
          <a:prstGeom prst="rect">
            <a:avLst/>
          </a:prstGeom>
        </p:spPr>
        <p:txBody>
          <a:bodyPr lIns="0" tIns="12700" rIns="0" bIns="0">
            <a:spAutoFit/>
          </a:bodyPr>
          <a:lstStyle/>
          <a:p>
            <a:pPr marL="12700" fontAlgn="auto">
              <a:spcBef>
                <a:spcPts val="100"/>
              </a:spcBef>
              <a:spcAft>
                <a:spcPts val="0"/>
              </a:spcAft>
              <a:defRPr/>
            </a:pPr>
            <a:r>
              <a:rPr spc="-5" dirty="0">
                <a:latin typeface="Courier New"/>
                <a:cs typeface="Courier New"/>
              </a:rPr>
              <a:t>t5 </a:t>
            </a:r>
            <a:r>
              <a:rPr dirty="0">
                <a:latin typeface="Courier New"/>
                <a:cs typeface="Courier New"/>
              </a:rPr>
              <a:t>= </a:t>
            </a:r>
            <a:r>
              <a:rPr spc="-5" dirty="0">
                <a:latin typeface="Courier New"/>
                <a:cs typeface="Courier New"/>
              </a:rPr>
              <a:t>t4 </a:t>
            </a:r>
            <a:r>
              <a:rPr dirty="0">
                <a:latin typeface="Courier New"/>
                <a:cs typeface="Courier New"/>
              </a:rPr>
              <a:t>+</a:t>
            </a:r>
            <a:r>
              <a:rPr spc="-100" dirty="0">
                <a:latin typeface="Courier New"/>
                <a:cs typeface="Courier New"/>
              </a:rPr>
              <a:t> </a:t>
            </a:r>
            <a:r>
              <a:rPr spc="-5" dirty="0">
                <a:latin typeface="Courier New"/>
                <a:cs typeface="Courier New"/>
              </a:rPr>
              <a:t>t3;</a:t>
            </a:r>
            <a:endParaRPr>
              <a:latin typeface="Courier New"/>
              <a:cs typeface="Courier New"/>
            </a:endParaRPr>
          </a:p>
        </p:txBody>
      </p:sp>
      <p:sp>
        <p:nvSpPr>
          <p:cNvPr id="67" name="object 67"/>
          <p:cNvSpPr txBox="1"/>
          <p:nvPr/>
        </p:nvSpPr>
        <p:spPr>
          <a:xfrm>
            <a:off x="6078538" y="3644900"/>
            <a:ext cx="985837" cy="300038"/>
          </a:xfrm>
          <a:prstGeom prst="rect">
            <a:avLst/>
          </a:prstGeom>
        </p:spPr>
        <p:txBody>
          <a:bodyPr lIns="0" tIns="12700" rIns="0" bIns="0">
            <a:spAutoFit/>
          </a:bodyPr>
          <a:lstStyle/>
          <a:p>
            <a:pPr marL="12700" fontAlgn="auto">
              <a:spcBef>
                <a:spcPts val="100"/>
              </a:spcBef>
              <a:spcAft>
                <a:spcPts val="0"/>
              </a:spcAft>
              <a:defRPr/>
            </a:pPr>
            <a:r>
              <a:rPr dirty="0">
                <a:latin typeface="Courier New"/>
                <a:cs typeface="Courier New"/>
              </a:rPr>
              <a:t>x =</a:t>
            </a:r>
            <a:r>
              <a:rPr spc="-105" dirty="0">
                <a:latin typeface="Courier New"/>
                <a:cs typeface="Courier New"/>
              </a:rPr>
              <a:t> </a:t>
            </a:r>
            <a:r>
              <a:rPr spc="-5" dirty="0">
                <a:latin typeface="Courier New"/>
                <a:cs typeface="Courier New"/>
              </a:rPr>
              <a:t>t5;</a:t>
            </a:r>
            <a:endParaRPr>
              <a:latin typeface="Courier New"/>
              <a:cs typeface="Courier New"/>
            </a:endParaRPr>
          </a:p>
        </p:txBody>
      </p:sp>
      <p:sp>
        <p:nvSpPr>
          <p:cNvPr id="68"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Assignment: Example</a:t>
            </a:r>
            <a:r>
              <a:rPr lang="en-US" sz="3200" b="1" spc="-5" dirty="0"/>
              <a:t>(CO3)</a:t>
            </a:r>
            <a:endParaRPr lang="en-US" sz="3200" b="1" dirty="0"/>
          </a:p>
        </p:txBody>
      </p:sp>
      <p:sp>
        <p:nvSpPr>
          <p:cNvPr id="70" name="Date Placeholder 69"/>
          <p:cNvSpPr>
            <a:spLocks noGrp="1"/>
          </p:cNvSpPr>
          <p:nvPr>
            <p:ph type="dt" sz="half" idx="10"/>
          </p:nvPr>
        </p:nvSpPr>
        <p:spPr/>
        <p:txBody>
          <a:bodyPr/>
          <a:lstStyle/>
          <a:p>
            <a:fld id="{9A4A480C-1AFD-45CE-B21E-5DFF65CDD4D7}" type="datetime1">
              <a:rPr lang="en-US" smtClean="0"/>
              <a:t>11/11/2024</a:t>
            </a:fld>
            <a:endParaRPr lang="en-US"/>
          </a:p>
        </p:txBody>
      </p:sp>
      <p:sp>
        <p:nvSpPr>
          <p:cNvPr id="71" name="Slide Number Placeholder 70"/>
          <p:cNvSpPr>
            <a:spLocks noGrp="1"/>
          </p:cNvSpPr>
          <p:nvPr>
            <p:ph type="sldNum" sz="quarter" idx="12"/>
          </p:nvPr>
        </p:nvSpPr>
        <p:spPr/>
        <p:txBody>
          <a:bodyPr/>
          <a:lstStyle/>
          <a:p>
            <a:fld id="{B6F15528-21DE-4FAA-801E-634DDDAF4B2B}" type="slidenum">
              <a:rPr lang="en-US" smtClean="0"/>
              <a:pPr/>
              <a:t>59</a:t>
            </a:fld>
            <a:endParaRPr lang="en-US"/>
          </a:p>
        </p:txBody>
      </p:sp>
      <p:sp>
        <p:nvSpPr>
          <p:cNvPr id="72" name="Footer Placeholder 71"/>
          <p:cNvSpPr>
            <a:spLocks noGrp="1"/>
          </p:cNvSpPr>
          <p:nvPr>
            <p:ph type="ftr" sz="quarter" idx="11"/>
          </p:nvPr>
        </p:nvSpPr>
        <p:spPr>
          <a:xfrm>
            <a:off x="3124200" y="6356350"/>
            <a:ext cx="3581400" cy="365125"/>
          </a:xfrm>
        </p:spPr>
        <p:txBody>
          <a:bodyPr/>
          <a:lstStyle/>
          <a:p>
            <a:r>
              <a:rPr lang="it-IT"/>
              <a:t>Vivek Kumar Sharma              CD Unit -3</a:t>
            </a:r>
            <a:endParaRPr lang="en-US" dirty="0"/>
          </a:p>
        </p:txBody>
      </p:sp>
      <p:pic>
        <p:nvPicPr>
          <p:cNvPr id="73" name="Picture 7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0788" y="1482725"/>
            <a:ext cx="2951162" cy="268288"/>
          </a:xfrm>
          <a:prstGeom prst="rect">
            <a:avLst/>
          </a:prstGeom>
        </p:spPr>
        <p:txBody>
          <a:bodyPr lIns="0" tIns="12700" rIns="0" bIns="0">
            <a:spAutoFit/>
          </a:bodyPr>
          <a:lstStyle/>
          <a:p>
            <a:pPr marL="12700" fontAlgn="auto">
              <a:spcBef>
                <a:spcPts val="100"/>
              </a:spcBef>
              <a:spcAft>
                <a:spcPts val="0"/>
              </a:spcAft>
              <a:defRPr/>
            </a:pPr>
            <a:r>
              <a:rPr sz="1600" dirty="0">
                <a:latin typeface="Courier New"/>
                <a:cs typeface="Courier New"/>
              </a:rPr>
              <a:t>a &lt; b </a:t>
            </a:r>
            <a:r>
              <a:rPr sz="1600" spc="-5" dirty="0">
                <a:latin typeface="Courier New"/>
                <a:cs typeface="Courier New"/>
              </a:rPr>
              <a:t>or </a:t>
            </a:r>
            <a:r>
              <a:rPr sz="1600" dirty="0">
                <a:latin typeface="Courier New"/>
                <a:cs typeface="Courier New"/>
              </a:rPr>
              <a:t>c &lt; d </a:t>
            </a:r>
            <a:r>
              <a:rPr sz="1600" spc="-5" dirty="0">
                <a:latin typeface="Courier New"/>
                <a:cs typeface="Courier New"/>
              </a:rPr>
              <a:t>and </a:t>
            </a:r>
            <a:r>
              <a:rPr sz="1600" dirty="0">
                <a:latin typeface="Courier New"/>
                <a:cs typeface="Courier New"/>
              </a:rPr>
              <a:t>e &lt;</a:t>
            </a:r>
            <a:r>
              <a:rPr sz="1600" spc="-130" dirty="0">
                <a:latin typeface="Courier New"/>
                <a:cs typeface="Courier New"/>
              </a:rPr>
              <a:t> </a:t>
            </a:r>
            <a:r>
              <a:rPr sz="1600" dirty="0">
                <a:latin typeface="Courier New"/>
                <a:cs typeface="Courier New"/>
              </a:rPr>
              <a:t>f</a:t>
            </a:r>
            <a:endParaRPr sz="1600">
              <a:latin typeface="Courier New"/>
              <a:cs typeface="Courier New"/>
            </a:endParaRPr>
          </a:p>
        </p:txBody>
      </p:sp>
      <p:graphicFrame>
        <p:nvGraphicFramePr>
          <p:cNvPr id="4" name="object 4"/>
          <p:cNvGraphicFramePr>
            <a:graphicFrameLocks noGrp="1"/>
          </p:cNvGraphicFramePr>
          <p:nvPr/>
        </p:nvGraphicFramePr>
        <p:xfrm>
          <a:off x="5849938" y="1676400"/>
          <a:ext cx="2197100" cy="3114677"/>
        </p:xfrm>
        <a:graphic>
          <a:graphicData uri="http://schemas.openxmlformats.org/drawingml/2006/table">
            <a:tbl>
              <a:tblPr/>
              <a:tblGrid>
                <a:gridCol w="404812">
                  <a:extLst>
                    <a:ext uri="{9D8B030D-6E8A-4147-A177-3AD203B41FA5}">
                      <a16:colId xmlns:a16="http://schemas.microsoft.com/office/drawing/2014/main" val="20000"/>
                    </a:ext>
                  </a:extLst>
                </a:gridCol>
                <a:gridCol w="320675">
                  <a:extLst>
                    <a:ext uri="{9D8B030D-6E8A-4147-A177-3AD203B41FA5}">
                      <a16:colId xmlns:a16="http://schemas.microsoft.com/office/drawing/2014/main" val="20001"/>
                    </a:ext>
                  </a:extLst>
                </a:gridCol>
                <a:gridCol w="212725">
                  <a:extLst>
                    <a:ext uri="{9D8B030D-6E8A-4147-A177-3AD203B41FA5}">
                      <a16:colId xmlns:a16="http://schemas.microsoft.com/office/drawing/2014/main" val="20002"/>
                    </a:ext>
                  </a:extLst>
                </a:gridCol>
                <a:gridCol w="427038">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298450">
                  <a:extLst>
                    <a:ext uri="{9D8B030D-6E8A-4147-A177-3AD203B41FA5}">
                      <a16:colId xmlns:a16="http://schemas.microsoft.com/office/drawing/2014/main" val="20005"/>
                    </a:ext>
                  </a:extLst>
                </a:gridCol>
              </a:tblGrid>
              <a:tr h="261938">
                <a:tc>
                  <a:txBody>
                    <a:bodyPr/>
                    <a:lstStyle/>
                    <a:p>
                      <a:pPr marL="0" marR="0" lvl="0" indent="0" algn="ctr"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00:</a:t>
                      </a:r>
                    </a:p>
                  </a:txBody>
                  <a:tcPr marL="0" marR="0" marT="0"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if a</a:t>
                      </a:r>
                    </a:p>
                  </a:txBody>
                  <a:tcPr marL="0" marR="0" marT="0"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 b</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0" marB="0"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03</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23850">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01:</a:t>
                      </a:r>
                    </a:p>
                  </a:txBody>
                  <a:tcPr marL="0" marR="0" marT="31115"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t1 =</a:t>
                      </a:r>
                    </a:p>
                  </a:txBody>
                  <a:tcPr marL="0" marR="0" marT="31115"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23850">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02:</a:t>
                      </a:r>
                    </a:p>
                  </a:txBody>
                  <a:tcPr marL="0" marR="0" marT="31115"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31115"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04</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23850">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03:</a:t>
                      </a:r>
                    </a:p>
                  </a:txBody>
                  <a:tcPr marL="0" marR="0" marT="31115"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t1 =</a:t>
                      </a:r>
                    </a:p>
                  </a:txBody>
                  <a:tcPr marL="0" marR="0" marT="31115"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04:</a:t>
                      </a:r>
                    </a:p>
                  </a:txBody>
                  <a:tcPr marL="0" marR="0" marT="31115"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if c</a:t>
                      </a:r>
                    </a:p>
                  </a:txBody>
                  <a:tcPr marL="0" marR="0" marT="31115"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 d</a:t>
                      </a:r>
                    </a:p>
                  </a:txBody>
                  <a:tcPr marL="0" marR="0" marT="31115"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07</a:t>
                      </a:r>
                    </a:p>
                  </a:txBody>
                  <a:tcPr marL="0" marR="0" marT="31115"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61938">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05:</a:t>
                      </a:r>
                    </a:p>
                  </a:txBody>
                  <a:tcPr marL="0" marR="0" marT="31115"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t2 =</a:t>
                      </a:r>
                    </a:p>
                  </a:txBody>
                  <a:tcPr marL="0" marR="0" marT="31115"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38150">
                <a:tc>
                  <a:txBody>
                    <a:bodyPr/>
                    <a:lstStyle/>
                    <a:p>
                      <a:pPr marL="0" marR="0" lvl="0" indent="0" algn="ctr" defTabSz="914400" rtl="0" eaLnBrk="1" fontAlgn="base" latinLnBrk="0" hangingPunct="1">
                        <a:lnSpc>
                          <a:spcPct val="100000"/>
                        </a:lnSpc>
                        <a:spcBef>
                          <a:spcPts val="725"/>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06:</a:t>
                      </a:r>
                    </a:p>
                  </a:txBody>
                  <a:tcPr marL="0" marR="0" marT="92710" marB="0" horzOverflow="overflow">
                    <a:lnL>
                      <a:noFill/>
                    </a:lnL>
                    <a:lnR>
                      <a:noFill/>
                    </a:lnR>
                    <a:lnT>
                      <a:noFill/>
                    </a:lnT>
                    <a:lnB>
                      <a:noFill/>
                    </a:lnB>
                    <a:lnTlToBr>
                      <a:noFill/>
                    </a:lnTlToBr>
                    <a:lnBlToTr>
                      <a:noFill/>
                    </a:lnBlToTr>
                    <a:noFill/>
                  </a:tcPr>
                </a:tc>
                <a:tc gridSpan="2">
                  <a:txBody>
                    <a:bodyPr/>
                    <a:lstStyle/>
                    <a:p>
                      <a:pPr marL="52388" marR="0" lvl="0" indent="0" algn="l" defTabSz="914400" rtl="0" eaLnBrk="1" fontAlgn="base" latinLnBrk="0" hangingPunct="1">
                        <a:lnSpc>
                          <a:spcPct val="100000"/>
                        </a:lnSpc>
                        <a:spcBef>
                          <a:spcPts val="725"/>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92710" marB="0"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52388" marR="0" lvl="0" indent="0" algn="l" defTabSz="914400" rtl="0" eaLnBrk="1" fontAlgn="base" latinLnBrk="0" hangingPunct="1">
                        <a:lnSpc>
                          <a:spcPct val="100000"/>
                        </a:lnSpc>
                        <a:spcBef>
                          <a:spcPts val="725"/>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08</a:t>
                      </a:r>
                    </a:p>
                  </a:txBody>
                  <a:tcPr marL="0" marR="0" marT="9271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71463">
                <a:tc>
                  <a:txBody>
                    <a:bodyPr/>
                    <a:lstStyle/>
                    <a:p>
                      <a:pPr marL="0" marR="0" lvl="0" indent="0" algn="ctr"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07:</a:t>
                      </a: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t2</a:t>
                      </a: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a:t>
                      </a: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23850">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08:</a:t>
                      </a:r>
                    </a:p>
                  </a:txBody>
                  <a:tcPr marL="0" marR="0" marT="3175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if</a:t>
                      </a:r>
                    </a:p>
                  </a:txBody>
                  <a:tcPr marL="0" marR="0" marT="3175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e</a:t>
                      </a:r>
                    </a:p>
                  </a:txBody>
                  <a:tcPr marL="0" marR="0" marT="3175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 f</a:t>
                      </a:r>
                    </a:p>
                  </a:txBody>
                  <a:tcPr marL="0" marR="0" marT="3175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31750" marB="0"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11</a:t>
                      </a:r>
                    </a:p>
                  </a:txBody>
                  <a:tcPr marL="0" marR="0" marT="3175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261938">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09:</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t3</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a:t>
                      </a:r>
                    </a:p>
                  </a:txBody>
                  <a:tcPr marL="0" marR="0" marT="31115"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0</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 name="object 5"/>
          <p:cNvSpPr txBox="1"/>
          <p:nvPr/>
        </p:nvSpPr>
        <p:spPr>
          <a:xfrm>
            <a:off x="612775" y="365918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41019" name="object 6"/>
          <p:cNvSpPr txBox="1">
            <a:spLocks noChangeArrowheads="1"/>
          </p:cNvSpPr>
          <p:nvPr/>
        </p:nvSpPr>
        <p:spPr bwMode="auto">
          <a:xfrm>
            <a:off x="2517775" y="24717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41020" name="object 7"/>
          <p:cNvSpPr txBox="1">
            <a:spLocks noChangeArrowheads="1"/>
          </p:cNvSpPr>
          <p:nvPr/>
        </p:nvSpPr>
        <p:spPr bwMode="auto">
          <a:xfrm>
            <a:off x="3736975" y="3005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41021" name="object 8"/>
          <p:cNvSpPr txBox="1">
            <a:spLocks noChangeArrowheads="1"/>
          </p:cNvSpPr>
          <p:nvPr/>
        </p:nvSpPr>
        <p:spPr bwMode="auto">
          <a:xfrm>
            <a:off x="2822575" y="35401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9" name="object 9"/>
          <p:cNvSpPr txBox="1"/>
          <p:nvPr/>
        </p:nvSpPr>
        <p:spPr>
          <a:xfrm>
            <a:off x="2136775" y="414813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41023" name="object 10"/>
          <p:cNvSpPr txBox="1">
            <a:spLocks noChangeArrowheads="1"/>
          </p:cNvSpPr>
          <p:nvPr/>
        </p:nvSpPr>
        <p:spPr bwMode="auto">
          <a:xfrm>
            <a:off x="4651375" y="35401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11" name="object 11"/>
          <p:cNvSpPr txBox="1"/>
          <p:nvPr/>
        </p:nvSpPr>
        <p:spPr>
          <a:xfrm>
            <a:off x="4041775" y="414813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41025" name="object 12"/>
          <p:cNvSpPr txBox="1">
            <a:spLocks noChangeArrowheads="1"/>
          </p:cNvSpPr>
          <p:nvPr/>
        </p:nvSpPr>
        <p:spPr bwMode="auto">
          <a:xfrm>
            <a:off x="1222375" y="3005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41026" name="object 13"/>
          <p:cNvSpPr>
            <a:spLocks noChangeArrowheads="1"/>
          </p:cNvSpPr>
          <p:nvPr/>
        </p:nvSpPr>
        <p:spPr bwMode="auto">
          <a:xfrm>
            <a:off x="1371600" y="2667000"/>
            <a:ext cx="990600" cy="304800"/>
          </a:xfrm>
          <a:custGeom>
            <a:avLst/>
            <a:gdLst>
              <a:gd name="T0" fmla="*/ 0 w 990600"/>
              <a:gd name="T1" fmla="*/ 0 h 304800"/>
              <a:gd name="T2" fmla="*/ 990600 w 990600"/>
              <a:gd name="T3" fmla="*/ 304800 h 304800"/>
            </a:gdLst>
            <a:ahLst/>
            <a:cxnLst/>
            <a:rect l="T0" t="T1" r="T2" b="T3"/>
            <a:pathLst>
              <a:path w="990600" h="304800">
                <a:moveTo>
                  <a:pt x="0" y="304800"/>
                </a:moveTo>
                <a:lnTo>
                  <a:pt x="990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27" name="object 14"/>
          <p:cNvSpPr>
            <a:spLocks noChangeArrowheads="1"/>
          </p:cNvSpPr>
          <p:nvPr/>
        </p:nvSpPr>
        <p:spPr bwMode="auto">
          <a:xfrm>
            <a:off x="2819400" y="26670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28" name="object 15"/>
          <p:cNvSpPr>
            <a:spLocks noChangeArrowheads="1"/>
          </p:cNvSpPr>
          <p:nvPr/>
        </p:nvSpPr>
        <p:spPr bwMode="auto">
          <a:xfrm>
            <a:off x="2971800" y="3200400"/>
            <a:ext cx="685800" cy="304800"/>
          </a:xfrm>
          <a:custGeom>
            <a:avLst/>
            <a:gdLst>
              <a:gd name="T0" fmla="*/ 0 w 685800"/>
              <a:gd name="T1" fmla="*/ 0 h 304800"/>
              <a:gd name="T2" fmla="*/ 685800 w 685800"/>
              <a:gd name="T3" fmla="*/ 304800 h 304800"/>
            </a:gdLst>
            <a:ahLst/>
            <a:cxnLst/>
            <a:rect l="T0" t="T1" r="T2" b="T3"/>
            <a:pathLst>
              <a:path w="685800" h="304800">
                <a:moveTo>
                  <a:pt x="0" y="304800"/>
                </a:moveTo>
                <a:lnTo>
                  <a:pt x="685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29" name="object 16"/>
          <p:cNvSpPr>
            <a:spLocks noChangeArrowheads="1"/>
          </p:cNvSpPr>
          <p:nvPr/>
        </p:nvSpPr>
        <p:spPr bwMode="auto">
          <a:xfrm>
            <a:off x="3962400" y="32004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0" name="object 17"/>
          <p:cNvSpPr>
            <a:spLocks noChangeArrowheads="1"/>
          </p:cNvSpPr>
          <p:nvPr/>
        </p:nvSpPr>
        <p:spPr bwMode="auto">
          <a:xfrm>
            <a:off x="2895600" y="3810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1" name="object 18"/>
          <p:cNvSpPr>
            <a:spLocks noChangeArrowheads="1"/>
          </p:cNvSpPr>
          <p:nvPr/>
        </p:nvSpPr>
        <p:spPr bwMode="auto">
          <a:xfrm>
            <a:off x="4724400" y="3810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2" name="object 19"/>
          <p:cNvSpPr>
            <a:spLocks noChangeArrowheads="1"/>
          </p:cNvSpPr>
          <p:nvPr/>
        </p:nvSpPr>
        <p:spPr bwMode="auto">
          <a:xfrm>
            <a:off x="1295400" y="32766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3" name="object 20"/>
          <p:cNvSpPr>
            <a:spLocks noChangeArrowheads="1"/>
          </p:cNvSpPr>
          <p:nvPr/>
        </p:nvSpPr>
        <p:spPr bwMode="auto">
          <a:xfrm>
            <a:off x="762000" y="3962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4" name="object 21"/>
          <p:cNvSpPr>
            <a:spLocks noChangeArrowheads="1"/>
          </p:cNvSpPr>
          <p:nvPr/>
        </p:nvSpPr>
        <p:spPr bwMode="auto">
          <a:xfrm>
            <a:off x="1828800" y="3962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5" name="object 22"/>
          <p:cNvSpPr>
            <a:spLocks noChangeArrowheads="1"/>
          </p:cNvSpPr>
          <p:nvPr/>
        </p:nvSpPr>
        <p:spPr bwMode="auto">
          <a:xfrm>
            <a:off x="2286000" y="4495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6" name="object 23"/>
          <p:cNvSpPr>
            <a:spLocks noChangeArrowheads="1"/>
          </p:cNvSpPr>
          <p:nvPr/>
        </p:nvSpPr>
        <p:spPr bwMode="auto">
          <a:xfrm>
            <a:off x="3352800" y="4495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7" name="object 24"/>
          <p:cNvSpPr>
            <a:spLocks noChangeArrowheads="1"/>
          </p:cNvSpPr>
          <p:nvPr/>
        </p:nvSpPr>
        <p:spPr bwMode="auto">
          <a:xfrm>
            <a:off x="4191000" y="4495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8" name="object 25"/>
          <p:cNvSpPr>
            <a:spLocks noChangeArrowheads="1"/>
          </p:cNvSpPr>
          <p:nvPr/>
        </p:nvSpPr>
        <p:spPr bwMode="auto">
          <a:xfrm>
            <a:off x="5257800" y="4495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39" name="object 26"/>
          <p:cNvSpPr>
            <a:spLocks noChangeArrowheads="1"/>
          </p:cNvSpPr>
          <p:nvPr/>
        </p:nvSpPr>
        <p:spPr bwMode="auto">
          <a:xfrm>
            <a:off x="4724400" y="4495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graphicFrame>
        <p:nvGraphicFramePr>
          <p:cNvPr id="27" name="object 27"/>
          <p:cNvGraphicFramePr>
            <a:graphicFrameLocks noGrp="1"/>
          </p:cNvGraphicFramePr>
          <p:nvPr/>
        </p:nvGraphicFramePr>
        <p:xfrm>
          <a:off x="2193925" y="4916488"/>
          <a:ext cx="5638800" cy="1171576"/>
        </p:xfrm>
        <a:graphic>
          <a:graphicData uri="http://schemas.openxmlformats.org/drawingml/2006/table">
            <a:tbl>
              <a:tblPr/>
              <a:tblGrid>
                <a:gridCol w="4060825">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044575">
                  <a:extLst>
                    <a:ext uri="{9D8B030D-6E8A-4147-A177-3AD203B41FA5}">
                      <a16:colId xmlns:a16="http://schemas.microsoft.com/office/drawing/2014/main" val="20002"/>
                    </a:ext>
                  </a:extLst>
                </a:gridCol>
              </a:tblGrid>
              <a:tr h="280988">
                <a:tc>
                  <a:txBody>
                    <a:bodyPr/>
                    <a:lstStyle/>
                    <a:p>
                      <a:pPr marL="0" marR="0" lvl="0" indent="0" algn="r" defTabSz="914400" rtl="0" eaLnBrk="1" fontAlgn="base" latinLnBrk="0" hangingPunct="1">
                        <a:lnSpc>
                          <a:spcPts val="1713"/>
                        </a:lnSpc>
                        <a:spcBef>
                          <a:spcPct val="0"/>
                        </a:spcBef>
                        <a:spcAft>
                          <a:spcPct val="0"/>
                        </a:spcAft>
                        <a:buClrTx/>
                        <a:buSzTx/>
                        <a:buFontTx/>
                        <a:buNone/>
                        <a:tabLst>
                          <a:tab pos="531813" algn="l"/>
                          <a:tab pos="1065213" algn="l"/>
                          <a:tab pos="1903413" algn="l"/>
                          <a:tab pos="2436813" algn="l"/>
                          <a:tab pos="2970213" algn="l"/>
                          <a:tab pos="3654425" algn="l"/>
                        </a:tabLst>
                      </a:pPr>
                      <a:r>
                        <a:rPr kumimoji="0" lang="en-US" sz="1600" b="0" i="0" u="none" strike="noStrike" cap="none" normalizeH="0" baseline="0">
                          <a:ln>
                            <a:noFill/>
                          </a:ln>
                          <a:solidFill>
                            <a:schemeClr val="tx1"/>
                          </a:solidFill>
                          <a:effectLst/>
                          <a:latin typeface="Courier New" pitchFamily="49" charset="0"/>
                          <a:cs typeface="Courier New" pitchFamily="49" charset="0"/>
                        </a:rPr>
                        <a:t>c	&lt;	d	e	&lt;	f	</a:t>
                      </a:r>
                      <a:r>
                        <a:rPr kumimoji="0" lang="en-US" sz="2100" b="0" i="0" u="none" strike="noStrike" cap="none" normalizeH="0" baseline="10000">
                          <a:ln>
                            <a:noFill/>
                          </a:ln>
                          <a:solidFill>
                            <a:schemeClr val="tx1"/>
                          </a:solidFill>
                          <a:effectLst/>
                          <a:latin typeface="Courier New" pitchFamily="49" charset="0"/>
                          <a:cs typeface="Courier New" pitchFamily="49" charset="0"/>
                        </a:rPr>
                        <a:t>10:</a:t>
                      </a: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12</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r" defTabSz="914400" rtl="0" eaLnBrk="1" fontAlgn="base" latinLnBrk="0" hangingPunct="1">
                        <a:lnSpc>
                          <a:spcPct val="100000"/>
                        </a:lnSpc>
                        <a:spcBef>
                          <a:spcPts val="10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11:</a:t>
                      </a:r>
                    </a:p>
                  </a:txBody>
                  <a:tcPr marL="0" marR="0" marT="1270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10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t3 =</a:t>
                      </a:r>
                    </a:p>
                  </a:txBody>
                  <a:tcPr marL="0" marR="0" marT="1270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10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a:t>
                      </a:r>
                    </a:p>
                  </a:txBody>
                  <a:tcPr marL="0" marR="0" marT="1270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23850">
                <a:tc>
                  <a:txBody>
                    <a:bodyPr/>
                    <a:lstStyle/>
                    <a:p>
                      <a:pPr marL="0" marR="0" lvl="0" indent="0" algn="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12:</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t4 =</a:t>
                      </a:r>
                    </a:p>
                  </a:txBody>
                  <a:tcPr marL="0" marR="0" marT="31115"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t2 and t3</a:t>
                      </a:r>
                    </a:p>
                  </a:txBody>
                  <a:tcPr marL="0" marR="0" marT="31115"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61938">
                <a:tc>
                  <a:txBody>
                    <a:bodyPr/>
                    <a:lstStyle/>
                    <a:p>
                      <a:pPr marL="0" marR="0" lvl="0" indent="0" algn="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13:</a:t>
                      </a:r>
                    </a:p>
                  </a:txBody>
                  <a:tcPr marL="0" marR="0" marT="31115"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t5 =</a:t>
                      </a:r>
                    </a:p>
                  </a:txBody>
                  <a:tcPr marL="0" marR="0" marT="31115"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ct val="100000"/>
                        </a:lnSpc>
                        <a:spcBef>
                          <a:spcPts val="25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t1 or t4</a:t>
                      </a:r>
                    </a:p>
                  </a:txBody>
                  <a:tcPr marL="0" marR="0" marT="31115"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1053" name="object 28"/>
          <p:cNvSpPr>
            <a:spLocks noChangeArrowheads="1"/>
          </p:cNvSpPr>
          <p:nvPr/>
        </p:nvSpPr>
        <p:spPr bwMode="auto">
          <a:xfrm>
            <a:off x="2819400" y="4495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54" name="object 29"/>
          <p:cNvSpPr txBox="1">
            <a:spLocks noChangeArrowheads="1"/>
          </p:cNvSpPr>
          <p:nvPr/>
        </p:nvSpPr>
        <p:spPr bwMode="auto">
          <a:xfrm>
            <a:off x="688975" y="43449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a	&lt;	b</a:t>
            </a:r>
          </a:p>
        </p:txBody>
      </p:sp>
      <p:sp>
        <p:nvSpPr>
          <p:cNvPr id="41055" name="object 30"/>
          <p:cNvSpPr>
            <a:spLocks noChangeArrowheads="1"/>
          </p:cNvSpPr>
          <p:nvPr/>
        </p:nvSpPr>
        <p:spPr bwMode="auto">
          <a:xfrm>
            <a:off x="1295400" y="3962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 name="object 31"/>
          <p:cNvSpPr txBox="1"/>
          <p:nvPr/>
        </p:nvSpPr>
        <p:spPr>
          <a:xfrm>
            <a:off x="2455863" y="312578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or</a:t>
            </a:r>
            <a:endParaRPr sz="1600">
              <a:latin typeface="Courier New"/>
              <a:cs typeface="Courier New"/>
            </a:endParaRPr>
          </a:p>
        </p:txBody>
      </p:sp>
      <p:sp>
        <p:nvSpPr>
          <p:cNvPr id="41057" name="object 32"/>
          <p:cNvSpPr>
            <a:spLocks noChangeArrowheads="1"/>
          </p:cNvSpPr>
          <p:nvPr/>
        </p:nvSpPr>
        <p:spPr bwMode="auto">
          <a:xfrm>
            <a:off x="2590800" y="27432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3" name="object 33"/>
          <p:cNvSpPr txBox="1"/>
          <p:nvPr/>
        </p:nvSpPr>
        <p:spPr>
          <a:xfrm>
            <a:off x="3614738" y="3614738"/>
            <a:ext cx="39052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and</a:t>
            </a:r>
            <a:endParaRPr sz="1600">
              <a:latin typeface="Courier New"/>
              <a:cs typeface="Courier New"/>
            </a:endParaRPr>
          </a:p>
        </p:txBody>
      </p:sp>
      <p:sp>
        <p:nvSpPr>
          <p:cNvPr id="41059" name="object 34"/>
          <p:cNvSpPr>
            <a:spLocks noChangeArrowheads="1"/>
          </p:cNvSpPr>
          <p:nvPr/>
        </p:nvSpPr>
        <p:spPr bwMode="auto">
          <a:xfrm>
            <a:off x="3810000" y="32321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60" name="object 35"/>
          <p:cNvSpPr>
            <a:spLocks noChangeArrowheads="1"/>
          </p:cNvSpPr>
          <p:nvPr/>
        </p:nvSpPr>
        <p:spPr bwMode="auto">
          <a:xfrm>
            <a:off x="1371600" y="3276600"/>
            <a:ext cx="304800" cy="304800"/>
          </a:xfrm>
          <a:custGeom>
            <a:avLst/>
            <a:gdLst>
              <a:gd name="T0" fmla="*/ 0 w 304800"/>
              <a:gd name="T1" fmla="*/ 0 h 304800"/>
              <a:gd name="T2" fmla="*/ 304800 w 304800"/>
              <a:gd name="T3" fmla="*/ 304800 h 304800"/>
            </a:gdLst>
            <a:ahLst/>
            <a:cxnLst/>
            <a:rect l="T0" t="T1" r="T2" b="T3"/>
            <a:pathLst>
              <a:path w="304800" h="304800">
                <a:moveTo>
                  <a:pt x="0" y="0"/>
                </a:moveTo>
                <a:lnTo>
                  <a:pt x="3048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61" name="object 36"/>
          <p:cNvSpPr>
            <a:spLocks noChangeArrowheads="1"/>
          </p:cNvSpPr>
          <p:nvPr/>
        </p:nvSpPr>
        <p:spPr bwMode="auto">
          <a:xfrm>
            <a:off x="914400" y="3276600"/>
            <a:ext cx="304800" cy="304800"/>
          </a:xfrm>
          <a:custGeom>
            <a:avLst/>
            <a:gdLst>
              <a:gd name="T0" fmla="*/ 0 w 304800"/>
              <a:gd name="T1" fmla="*/ 0 h 304800"/>
              <a:gd name="T2" fmla="*/ 304800 w 304800"/>
              <a:gd name="T3" fmla="*/ 304800 h 304800"/>
            </a:gdLst>
            <a:ahLst/>
            <a:cxnLst/>
            <a:rect l="T0" t="T1" r="T2" b="T3"/>
            <a:pathLst>
              <a:path w="304800" h="304800">
                <a:moveTo>
                  <a:pt x="3048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62" name="object 37"/>
          <p:cNvSpPr>
            <a:spLocks noChangeArrowheads="1"/>
          </p:cNvSpPr>
          <p:nvPr/>
        </p:nvSpPr>
        <p:spPr bwMode="auto">
          <a:xfrm>
            <a:off x="2971800" y="3810000"/>
            <a:ext cx="304800" cy="304800"/>
          </a:xfrm>
          <a:custGeom>
            <a:avLst/>
            <a:gdLst>
              <a:gd name="T0" fmla="*/ 0 w 304800"/>
              <a:gd name="T1" fmla="*/ 0 h 304800"/>
              <a:gd name="T2" fmla="*/ 304800 w 304800"/>
              <a:gd name="T3" fmla="*/ 304800 h 304800"/>
            </a:gdLst>
            <a:ahLst/>
            <a:cxnLst/>
            <a:rect l="T0" t="T1" r="T2" b="T3"/>
            <a:pathLst>
              <a:path w="304800" h="304800">
                <a:moveTo>
                  <a:pt x="0" y="0"/>
                </a:moveTo>
                <a:lnTo>
                  <a:pt x="3048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63" name="object 38"/>
          <p:cNvSpPr>
            <a:spLocks noChangeArrowheads="1"/>
          </p:cNvSpPr>
          <p:nvPr/>
        </p:nvSpPr>
        <p:spPr bwMode="auto">
          <a:xfrm>
            <a:off x="2514600" y="3810000"/>
            <a:ext cx="304800" cy="304800"/>
          </a:xfrm>
          <a:custGeom>
            <a:avLst/>
            <a:gdLst>
              <a:gd name="T0" fmla="*/ 0 w 304800"/>
              <a:gd name="T1" fmla="*/ 0 h 304800"/>
              <a:gd name="T2" fmla="*/ 304800 w 304800"/>
              <a:gd name="T3" fmla="*/ 304800 h 304800"/>
            </a:gdLst>
            <a:ahLst/>
            <a:cxnLst/>
            <a:rect l="T0" t="T1" r="T2" b="T3"/>
            <a:pathLst>
              <a:path w="304800" h="304800">
                <a:moveTo>
                  <a:pt x="3048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64" name="object 39"/>
          <p:cNvSpPr>
            <a:spLocks noChangeArrowheads="1"/>
          </p:cNvSpPr>
          <p:nvPr/>
        </p:nvSpPr>
        <p:spPr bwMode="auto">
          <a:xfrm>
            <a:off x="4800600" y="3810000"/>
            <a:ext cx="304800" cy="304800"/>
          </a:xfrm>
          <a:custGeom>
            <a:avLst/>
            <a:gdLst>
              <a:gd name="T0" fmla="*/ 0 w 304800"/>
              <a:gd name="T1" fmla="*/ 0 h 304800"/>
              <a:gd name="T2" fmla="*/ 304800 w 304800"/>
              <a:gd name="T3" fmla="*/ 304800 h 304800"/>
            </a:gdLst>
            <a:ahLst/>
            <a:cxnLst/>
            <a:rect l="T0" t="T1" r="T2" b="T3"/>
            <a:pathLst>
              <a:path w="304800" h="304800">
                <a:moveTo>
                  <a:pt x="0" y="0"/>
                </a:moveTo>
                <a:lnTo>
                  <a:pt x="3048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065" name="object 40"/>
          <p:cNvSpPr>
            <a:spLocks noChangeArrowheads="1"/>
          </p:cNvSpPr>
          <p:nvPr/>
        </p:nvSpPr>
        <p:spPr bwMode="auto">
          <a:xfrm>
            <a:off x="4343400" y="3810000"/>
            <a:ext cx="304800" cy="304800"/>
          </a:xfrm>
          <a:custGeom>
            <a:avLst/>
            <a:gdLst>
              <a:gd name="T0" fmla="*/ 0 w 304800"/>
              <a:gd name="T1" fmla="*/ 0 h 304800"/>
              <a:gd name="T2" fmla="*/ 304800 w 304800"/>
              <a:gd name="T3" fmla="*/ 304800 h 304800"/>
            </a:gdLst>
            <a:ahLst/>
            <a:cxnLst/>
            <a:rect l="T0" t="T1" r="T2" b="T3"/>
            <a:pathLst>
              <a:path w="304800" h="304800">
                <a:moveTo>
                  <a:pt x="3048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Boolean Expressions: Example</a:t>
            </a:r>
            <a:r>
              <a:rPr lang="en-US" sz="3200" b="1" spc="-5" dirty="0"/>
              <a:t>(CO3)</a:t>
            </a:r>
            <a:endParaRPr lang="en-US" sz="3200" b="1" dirty="0"/>
          </a:p>
        </p:txBody>
      </p:sp>
      <p:sp>
        <p:nvSpPr>
          <p:cNvPr id="43" name="Date Placeholder 42"/>
          <p:cNvSpPr>
            <a:spLocks noGrp="1"/>
          </p:cNvSpPr>
          <p:nvPr>
            <p:ph type="dt" sz="half" idx="10"/>
          </p:nvPr>
        </p:nvSpPr>
        <p:spPr/>
        <p:txBody>
          <a:bodyPr/>
          <a:lstStyle/>
          <a:p>
            <a:fld id="{72ECFC03-19BF-42EF-9359-6FF5322AB71E}" type="datetime1">
              <a:rPr lang="en-US" smtClean="0"/>
              <a:t>11/11/2024</a:t>
            </a:fld>
            <a:endParaRPr lang="en-US"/>
          </a:p>
        </p:txBody>
      </p:sp>
      <p:sp>
        <p:nvSpPr>
          <p:cNvPr id="44" name="Slide Number Placeholder 43"/>
          <p:cNvSpPr>
            <a:spLocks noGrp="1"/>
          </p:cNvSpPr>
          <p:nvPr>
            <p:ph type="sldNum" sz="quarter" idx="12"/>
          </p:nvPr>
        </p:nvSpPr>
        <p:spPr/>
        <p:txBody>
          <a:bodyPr/>
          <a:lstStyle/>
          <a:p>
            <a:fld id="{B6F15528-21DE-4FAA-801E-634DDDAF4B2B}" type="slidenum">
              <a:rPr lang="en-US" smtClean="0"/>
              <a:pPr/>
              <a:t>60</a:t>
            </a:fld>
            <a:endParaRPr lang="en-US"/>
          </a:p>
        </p:txBody>
      </p:sp>
      <p:sp>
        <p:nvSpPr>
          <p:cNvPr id="45" name="Footer Placeholder 44"/>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46" name="Picture 4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object 3"/>
          <p:cNvSpPr txBox="1">
            <a:spLocks noChangeArrowheads="1"/>
          </p:cNvSpPr>
          <p:nvPr/>
        </p:nvSpPr>
        <p:spPr bwMode="auto">
          <a:xfrm>
            <a:off x="1754188" y="1482725"/>
            <a:ext cx="2951162" cy="876300"/>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a &lt; b </a:t>
            </a:r>
            <a:r>
              <a:rPr lang="en-US" sz="1600" b="1">
                <a:latin typeface="Courier New" pitchFamily="49" charset="0"/>
                <a:cs typeface="Courier New" pitchFamily="49" charset="0"/>
              </a:rPr>
              <a:t>or </a:t>
            </a:r>
            <a:r>
              <a:rPr lang="en-US" sz="1600">
                <a:latin typeface="Courier New" pitchFamily="49" charset="0"/>
                <a:cs typeface="Courier New" pitchFamily="49" charset="0"/>
              </a:rPr>
              <a:t>c &lt; d </a:t>
            </a:r>
            <a:r>
              <a:rPr lang="en-US" sz="1600" b="1">
                <a:latin typeface="Courier New" pitchFamily="49" charset="0"/>
                <a:cs typeface="Courier New" pitchFamily="49" charset="0"/>
              </a:rPr>
              <a:t>and </a:t>
            </a:r>
            <a:r>
              <a:rPr lang="en-US" sz="1600">
                <a:latin typeface="Courier New" pitchFamily="49" charset="0"/>
                <a:cs typeface="Courier New" pitchFamily="49" charset="0"/>
              </a:rPr>
              <a:t>e &lt; f</a:t>
            </a:r>
          </a:p>
          <a:p>
            <a:pPr marL="12700">
              <a:spcBef>
                <a:spcPts val="50"/>
              </a:spcBef>
            </a:pPr>
            <a:endParaRPr lang="en-US" sz="2400">
              <a:latin typeface="Times New Roman" pitchFamily="18" charset="0"/>
              <a:cs typeface="Times New Roman" pitchFamily="18" charset="0"/>
            </a:endParaRPr>
          </a:p>
          <a:p>
            <a:pPr marL="12700" algn="ctr"/>
            <a:r>
              <a:rPr lang="en-US" sz="1600">
                <a:latin typeface="Courier New" pitchFamily="49" charset="0"/>
                <a:cs typeface="Courier New" pitchFamily="49" charset="0"/>
              </a:rPr>
              <a:t>E</a:t>
            </a:r>
          </a:p>
        </p:txBody>
      </p:sp>
      <p:sp>
        <p:nvSpPr>
          <p:cNvPr id="50180" name="object 4"/>
          <p:cNvSpPr txBox="1">
            <a:spLocks noChangeArrowheads="1"/>
          </p:cNvSpPr>
          <p:nvPr/>
        </p:nvSpPr>
        <p:spPr bwMode="auto">
          <a:xfrm>
            <a:off x="4270375" y="26257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0181" name="object 5"/>
          <p:cNvSpPr txBox="1">
            <a:spLocks noChangeArrowheads="1"/>
          </p:cNvSpPr>
          <p:nvPr/>
        </p:nvSpPr>
        <p:spPr bwMode="auto">
          <a:xfrm>
            <a:off x="3355975" y="3157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6" name="object 6"/>
          <p:cNvSpPr txBox="1"/>
          <p:nvPr/>
        </p:nvSpPr>
        <p:spPr>
          <a:xfrm>
            <a:off x="2670175" y="37687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0183" name="object 7"/>
          <p:cNvSpPr txBox="1">
            <a:spLocks noChangeArrowheads="1"/>
          </p:cNvSpPr>
          <p:nvPr/>
        </p:nvSpPr>
        <p:spPr bwMode="auto">
          <a:xfrm>
            <a:off x="5184775" y="3157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8" name="object 8"/>
          <p:cNvSpPr txBox="1"/>
          <p:nvPr/>
        </p:nvSpPr>
        <p:spPr>
          <a:xfrm>
            <a:off x="4575175" y="37687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0185" name="object 9"/>
          <p:cNvSpPr txBox="1">
            <a:spLocks noChangeArrowheads="1"/>
          </p:cNvSpPr>
          <p:nvPr/>
        </p:nvSpPr>
        <p:spPr bwMode="auto">
          <a:xfrm>
            <a:off x="1755775" y="26257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0186" name="object 10"/>
          <p:cNvSpPr>
            <a:spLocks noChangeArrowheads="1"/>
          </p:cNvSpPr>
          <p:nvPr/>
        </p:nvSpPr>
        <p:spPr bwMode="auto">
          <a:xfrm>
            <a:off x="1905000" y="2286000"/>
            <a:ext cx="990600" cy="304800"/>
          </a:xfrm>
          <a:custGeom>
            <a:avLst/>
            <a:gdLst>
              <a:gd name="T0" fmla="*/ 0 w 990600"/>
              <a:gd name="T1" fmla="*/ 0 h 304800"/>
              <a:gd name="T2" fmla="*/ 990600 w 990600"/>
              <a:gd name="T3" fmla="*/ 304800 h 304800"/>
            </a:gdLst>
            <a:ahLst/>
            <a:cxnLst/>
            <a:rect l="T0" t="T1" r="T2" b="T3"/>
            <a:pathLst>
              <a:path w="990600" h="304800">
                <a:moveTo>
                  <a:pt x="0" y="304800"/>
                </a:moveTo>
                <a:lnTo>
                  <a:pt x="990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87" name="object 11"/>
          <p:cNvSpPr>
            <a:spLocks noChangeArrowheads="1"/>
          </p:cNvSpPr>
          <p:nvPr/>
        </p:nvSpPr>
        <p:spPr bwMode="auto">
          <a:xfrm>
            <a:off x="3352800" y="22860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88" name="object 12"/>
          <p:cNvSpPr>
            <a:spLocks noChangeArrowheads="1"/>
          </p:cNvSpPr>
          <p:nvPr/>
        </p:nvSpPr>
        <p:spPr bwMode="auto">
          <a:xfrm>
            <a:off x="3505200" y="2819400"/>
            <a:ext cx="685800" cy="304800"/>
          </a:xfrm>
          <a:custGeom>
            <a:avLst/>
            <a:gdLst>
              <a:gd name="T0" fmla="*/ 0 w 685800"/>
              <a:gd name="T1" fmla="*/ 0 h 304800"/>
              <a:gd name="T2" fmla="*/ 685800 w 685800"/>
              <a:gd name="T3" fmla="*/ 304800 h 304800"/>
            </a:gdLst>
            <a:ahLst/>
            <a:cxnLst/>
            <a:rect l="T0" t="T1" r="T2" b="T3"/>
            <a:pathLst>
              <a:path w="685800" h="304800">
                <a:moveTo>
                  <a:pt x="0" y="304800"/>
                </a:moveTo>
                <a:lnTo>
                  <a:pt x="685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89" name="object 13"/>
          <p:cNvSpPr>
            <a:spLocks noChangeArrowheads="1"/>
          </p:cNvSpPr>
          <p:nvPr/>
        </p:nvSpPr>
        <p:spPr bwMode="auto">
          <a:xfrm>
            <a:off x="4495800" y="28194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0" name="object 14"/>
          <p:cNvSpPr>
            <a:spLocks noChangeArrowheads="1"/>
          </p:cNvSpPr>
          <p:nvPr/>
        </p:nvSpPr>
        <p:spPr bwMode="auto">
          <a:xfrm>
            <a:off x="3429000" y="3429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1" name="object 15"/>
          <p:cNvSpPr>
            <a:spLocks noChangeArrowheads="1"/>
          </p:cNvSpPr>
          <p:nvPr/>
        </p:nvSpPr>
        <p:spPr bwMode="auto">
          <a:xfrm>
            <a:off x="5257800" y="3429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2" name="object 16"/>
          <p:cNvSpPr>
            <a:spLocks noChangeArrowheads="1"/>
          </p:cNvSpPr>
          <p:nvPr/>
        </p:nvSpPr>
        <p:spPr bwMode="auto">
          <a:xfrm>
            <a:off x="1828800" y="28956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3" name="object 17"/>
          <p:cNvSpPr>
            <a:spLocks noChangeArrowheads="1"/>
          </p:cNvSpPr>
          <p:nvPr/>
        </p:nvSpPr>
        <p:spPr bwMode="auto">
          <a:xfrm>
            <a:off x="1295400" y="3581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4" name="object 18"/>
          <p:cNvSpPr>
            <a:spLocks noChangeArrowheads="1"/>
          </p:cNvSpPr>
          <p:nvPr/>
        </p:nvSpPr>
        <p:spPr bwMode="auto">
          <a:xfrm>
            <a:off x="2362200" y="3581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5" name="object 19"/>
          <p:cNvSpPr>
            <a:spLocks noChangeArrowheads="1"/>
          </p:cNvSpPr>
          <p:nvPr/>
        </p:nvSpPr>
        <p:spPr bwMode="auto">
          <a:xfrm>
            <a:off x="28194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6" name="object 20"/>
          <p:cNvSpPr>
            <a:spLocks noChangeArrowheads="1"/>
          </p:cNvSpPr>
          <p:nvPr/>
        </p:nvSpPr>
        <p:spPr bwMode="auto">
          <a:xfrm>
            <a:off x="38862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7" name="object 21"/>
          <p:cNvSpPr>
            <a:spLocks noChangeArrowheads="1"/>
          </p:cNvSpPr>
          <p:nvPr/>
        </p:nvSpPr>
        <p:spPr bwMode="auto">
          <a:xfrm>
            <a:off x="47244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8" name="object 22"/>
          <p:cNvSpPr>
            <a:spLocks noChangeArrowheads="1"/>
          </p:cNvSpPr>
          <p:nvPr/>
        </p:nvSpPr>
        <p:spPr bwMode="auto">
          <a:xfrm>
            <a:off x="57912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199" name="object 23"/>
          <p:cNvSpPr txBox="1">
            <a:spLocks noChangeArrowheads="1"/>
          </p:cNvSpPr>
          <p:nvPr/>
        </p:nvSpPr>
        <p:spPr bwMode="auto">
          <a:xfrm>
            <a:off x="4651375" y="44973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e	&lt;	f</a:t>
            </a:r>
          </a:p>
        </p:txBody>
      </p:sp>
      <p:sp>
        <p:nvSpPr>
          <p:cNvPr id="50200" name="object 24"/>
          <p:cNvSpPr>
            <a:spLocks noChangeArrowheads="1"/>
          </p:cNvSpPr>
          <p:nvPr/>
        </p:nvSpPr>
        <p:spPr bwMode="auto">
          <a:xfrm>
            <a:off x="52578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01" name="object 25"/>
          <p:cNvSpPr txBox="1">
            <a:spLocks noChangeArrowheads="1"/>
          </p:cNvSpPr>
          <p:nvPr/>
        </p:nvSpPr>
        <p:spPr bwMode="auto">
          <a:xfrm>
            <a:off x="2746375" y="44973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c	&lt;	d</a:t>
            </a:r>
          </a:p>
        </p:txBody>
      </p:sp>
      <p:sp>
        <p:nvSpPr>
          <p:cNvPr id="50202" name="object 26"/>
          <p:cNvSpPr>
            <a:spLocks noChangeArrowheads="1"/>
          </p:cNvSpPr>
          <p:nvPr/>
        </p:nvSpPr>
        <p:spPr bwMode="auto">
          <a:xfrm>
            <a:off x="33528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03" name="object 27"/>
          <p:cNvSpPr txBox="1">
            <a:spLocks noChangeArrowheads="1"/>
          </p:cNvSpPr>
          <p:nvPr/>
        </p:nvSpPr>
        <p:spPr bwMode="auto">
          <a:xfrm>
            <a:off x="1222375" y="39639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a	&lt;	b</a:t>
            </a:r>
          </a:p>
        </p:txBody>
      </p:sp>
      <p:sp>
        <p:nvSpPr>
          <p:cNvPr id="50204" name="object 28"/>
          <p:cNvSpPr>
            <a:spLocks noChangeArrowheads="1"/>
          </p:cNvSpPr>
          <p:nvPr/>
        </p:nvSpPr>
        <p:spPr bwMode="auto">
          <a:xfrm>
            <a:off x="1828800" y="3581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9" name="object 29"/>
          <p:cNvSpPr txBox="1"/>
          <p:nvPr/>
        </p:nvSpPr>
        <p:spPr>
          <a:xfrm>
            <a:off x="2989263" y="27892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or</a:t>
            </a:r>
            <a:endParaRPr sz="1600">
              <a:latin typeface="Courier New"/>
              <a:cs typeface="Courier New"/>
            </a:endParaRPr>
          </a:p>
        </p:txBody>
      </p:sp>
      <p:sp>
        <p:nvSpPr>
          <p:cNvPr id="50206" name="object 30"/>
          <p:cNvSpPr>
            <a:spLocks noChangeArrowheads="1"/>
          </p:cNvSpPr>
          <p:nvPr/>
        </p:nvSpPr>
        <p:spPr bwMode="auto">
          <a:xfrm>
            <a:off x="3124200" y="24066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 name="object 31"/>
          <p:cNvSpPr txBox="1"/>
          <p:nvPr/>
        </p:nvSpPr>
        <p:spPr>
          <a:xfrm>
            <a:off x="4148138" y="3278188"/>
            <a:ext cx="39052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and</a:t>
            </a:r>
            <a:endParaRPr sz="1600">
              <a:latin typeface="Courier New"/>
              <a:cs typeface="Courier New"/>
            </a:endParaRPr>
          </a:p>
        </p:txBody>
      </p:sp>
      <p:sp>
        <p:nvSpPr>
          <p:cNvPr id="50208" name="object 32"/>
          <p:cNvSpPr>
            <a:spLocks noChangeArrowheads="1"/>
          </p:cNvSpPr>
          <p:nvPr/>
        </p:nvSpPr>
        <p:spPr bwMode="auto">
          <a:xfrm>
            <a:off x="4343400" y="28956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3" name="object 33"/>
          <p:cNvSpPr txBox="1"/>
          <p:nvPr/>
        </p:nvSpPr>
        <p:spPr>
          <a:xfrm>
            <a:off x="1146175" y="323373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0210" name="object 34"/>
          <p:cNvSpPr>
            <a:spLocks noChangeArrowheads="1"/>
          </p:cNvSpPr>
          <p:nvPr/>
        </p:nvSpPr>
        <p:spPr bwMode="auto">
          <a:xfrm>
            <a:off x="1295400" y="2895600"/>
            <a:ext cx="381000" cy="304800"/>
          </a:xfrm>
          <a:custGeom>
            <a:avLst/>
            <a:gdLst>
              <a:gd name="T0" fmla="*/ 0 w 381000"/>
              <a:gd name="T1" fmla="*/ 0 h 304800"/>
              <a:gd name="T2" fmla="*/ 381000 w 381000"/>
              <a:gd name="T3" fmla="*/ 304800 h 304800"/>
            </a:gdLst>
            <a:ahLst/>
            <a:cxnLst/>
            <a:rect l="T0" t="T1" r="T2" b="T3"/>
            <a:pathLst>
              <a:path w="381000" h="304800">
                <a:moveTo>
                  <a:pt x="0" y="304800"/>
                </a:moveTo>
                <a:lnTo>
                  <a:pt x="3810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11" name="object 35"/>
          <p:cNvSpPr>
            <a:spLocks noChangeArrowheads="1"/>
          </p:cNvSpPr>
          <p:nvPr/>
        </p:nvSpPr>
        <p:spPr bwMode="auto">
          <a:xfrm>
            <a:off x="2895600" y="3429000"/>
            <a:ext cx="381000" cy="304800"/>
          </a:xfrm>
          <a:custGeom>
            <a:avLst/>
            <a:gdLst>
              <a:gd name="T0" fmla="*/ 0 w 381000"/>
              <a:gd name="T1" fmla="*/ 0 h 304800"/>
              <a:gd name="T2" fmla="*/ 381000 w 381000"/>
              <a:gd name="T3" fmla="*/ 304800 h 304800"/>
            </a:gdLst>
            <a:ahLst/>
            <a:cxnLst/>
            <a:rect l="T0" t="T1" r="T2" b="T3"/>
            <a:pathLst>
              <a:path w="381000" h="304800">
                <a:moveTo>
                  <a:pt x="0" y="304800"/>
                </a:moveTo>
                <a:lnTo>
                  <a:pt x="3810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12" name="object 36"/>
          <p:cNvSpPr>
            <a:spLocks noChangeArrowheads="1"/>
          </p:cNvSpPr>
          <p:nvPr/>
        </p:nvSpPr>
        <p:spPr bwMode="auto">
          <a:xfrm>
            <a:off x="4724400" y="3429000"/>
            <a:ext cx="381000" cy="304800"/>
          </a:xfrm>
          <a:custGeom>
            <a:avLst/>
            <a:gdLst>
              <a:gd name="T0" fmla="*/ 0 w 381000"/>
              <a:gd name="T1" fmla="*/ 0 h 304800"/>
              <a:gd name="T2" fmla="*/ 381000 w 381000"/>
              <a:gd name="T3" fmla="*/ 304800 h 304800"/>
            </a:gdLst>
            <a:ahLst/>
            <a:cxnLst/>
            <a:rect l="T0" t="T1" r="T2" b="T3"/>
            <a:pathLst>
              <a:path w="381000" h="304800">
                <a:moveTo>
                  <a:pt x="0" y="304800"/>
                </a:moveTo>
                <a:lnTo>
                  <a:pt x="3810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13" name="object 37"/>
          <p:cNvSpPr>
            <a:spLocks noChangeArrowheads="1"/>
          </p:cNvSpPr>
          <p:nvPr/>
        </p:nvSpPr>
        <p:spPr bwMode="auto">
          <a:xfrm>
            <a:off x="5410200" y="3429000"/>
            <a:ext cx="381000" cy="304800"/>
          </a:xfrm>
          <a:custGeom>
            <a:avLst/>
            <a:gdLst>
              <a:gd name="T0" fmla="*/ 0 w 381000"/>
              <a:gd name="T1" fmla="*/ 0 h 304800"/>
              <a:gd name="T2" fmla="*/ 381000 w 381000"/>
              <a:gd name="T3" fmla="*/ 304800 h 304800"/>
            </a:gdLst>
            <a:ahLst/>
            <a:cxnLst/>
            <a:rect l="T0" t="T1" r="T2" b="T3"/>
            <a:pathLst>
              <a:path w="381000" h="304800">
                <a:moveTo>
                  <a:pt x="3810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14" name="object 38"/>
          <p:cNvSpPr>
            <a:spLocks noChangeArrowheads="1"/>
          </p:cNvSpPr>
          <p:nvPr/>
        </p:nvSpPr>
        <p:spPr bwMode="auto">
          <a:xfrm>
            <a:off x="3505200" y="3429000"/>
            <a:ext cx="381000" cy="304800"/>
          </a:xfrm>
          <a:custGeom>
            <a:avLst/>
            <a:gdLst>
              <a:gd name="T0" fmla="*/ 0 w 381000"/>
              <a:gd name="T1" fmla="*/ 0 h 304800"/>
              <a:gd name="T2" fmla="*/ 381000 w 381000"/>
              <a:gd name="T3" fmla="*/ 304800 h 304800"/>
            </a:gdLst>
            <a:ahLst/>
            <a:cxnLst/>
            <a:rect l="T0" t="T1" r="T2" b="T3"/>
            <a:pathLst>
              <a:path w="381000" h="304800">
                <a:moveTo>
                  <a:pt x="3810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0215" name="object 39"/>
          <p:cNvSpPr>
            <a:spLocks noChangeArrowheads="1"/>
          </p:cNvSpPr>
          <p:nvPr/>
        </p:nvSpPr>
        <p:spPr bwMode="auto">
          <a:xfrm>
            <a:off x="1981200" y="2895600"/>
            <a:ext cx="381000" cy="304800"/>
          </a:xfrm>
          <a:custGeom>
            <a:avLst/>
            <a:gdLst>
              <a:gd name="T0" fmla="*/ 0 w 381000"/>
              <a:gd name="T1" fmla="*/ 0 h 304800"/>
              <a:gd name="T2" fmla="*/ 381000 w 381000"/>
              <a:gd name="T3" fmla="*/ 304800 h 304800"/>
            </a:gdLst>
            <a:ahLst/>
            <a:cxnLst/>
            <a:rect l="T0" t="T1" r="T2" b="T3"/>
            <a:pathLst>
              <a:path w="381000" h="304800">
                <a:moveTo>
                  <a:pt x="3810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0" name="Title 1"/>
          <p:cNvSpPr txBox="1">
            <a:spLocks/>
          </p:cNvSpPr>
          <p:nvPr/>
        </p:nvSpPr>
        <p:spPr>
          <a:xfrm>
            <a:off x="1371600" y="0"/>
            <a:ext cx="7772400" cy="9906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Boolean Expression: Short Circuit  Evaluation</a:t>
            </a:r>
            <a:r>
              <a:rPr lang="en-US" sz="3200" b="1" spc="-5" dirty="0"/>
              <a:t>(CO3)</a:t>
            </a:r>
            <a:endParaRPr lang="en-US" sz="3200" b="1" dirty="0"/>
          </a:p>
        </p:txBody>
      </p:sp>
      <p:sp>
        <p:nvSpPr>
          <p:cNvPr id="42" name="Date Placeholder 41"/>
          <p:cNvSpPr>
            <a:spLocks noGrp="1"/>
          </p:cNvSpPr>
          <p:nvPr>
            <p:ph type="dt" sz="half" idx="10"/>
          </p:nvPr>
        </p:nvSpPr>
        <p:spPr/>
        <p:txBody>
          <a:bodyPr/>
          <a:lstStyle/>
          <a:p>
            <a:fld id="{81B804C0-E79A-4E1C-8790-87CA7649183E}" type="datetime1">
              <a:rPr lang="en-US" smtClean="0"/>
              <a:t>11/11/2024</a:t>
            </a:fld>
            <a:endParaRPr lang="en-US"/>
          </a:p>
        </p:txBody>
      </p:sp>
      <p:sp>
        <p:nvSpPr>
          <p:cNvPr id="43" name="Slide Number Placeholder 42"/>
          <p:cNvSpPr>
            <a:spLocks noGrp="1"/>
          </p:cNvSpPr>
          <p:nvPr>
            <p:ph type="sldNum" sz="quarter" idx="12"/>
          </p:nvPr>
        </p:nvSpPr>
        <p:spPr/>
        <p:txBody>
          <a:bodyPr/>
          <a:lstStyle/>
          <a:p>
            <a:fld id="{B6F15528-21DE-4FAA-801E-634DDDAF4B2B}" type="slidenum">
              <a:rPr lang="en-US" smtClean="0"/>
              <a:pPr/>
              <a:t>61</a:t>
            </a:fld>
            <a:endParaRPr lang="en-US"/>
          </a:p>
        </p:txBody>
      </p:sp>
      <p:sp>
        <p:nvSpPr>
          <p:cNvPr id="44" name="Footer Placeholder 43"/>
          <p:cNvSpPr>
            <a:spLocks noGrp="1"/>
          </p:cNvSpPr>
          <p:nvPr>
            <p:ph type="ftr" sz="quarter" idx="11"/>
          </p:nvPr>
        </p:nvSpPr>
        <p:spPr>
          <a:xfrm>
            <a:off x="3124200" y="6356350"/>
            <a:ext cx="3733800" cy="365125"/>
          </a:xfrm>
        </p:spPr>
        <p:txBody>
          <a:bodyPr/>
          <a:lstStyle/>
          <a:p>
            <a:r>
              <a:rPr lang="it-IT"/>
              <a:t>Vivek Kumar Sharma              CD Unit -3</a:t>
            </a:r>
            <a:endParaRPr lang="en-US" dirty="0"/>
          </a:p>
        </p:txBody>
      </p:sp>
      <p:pic>
        <p:nvPicPr>
          <p:cNvPr id="45" name="Picture 4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object 3"/>
          <p:cNvSpPr txBox="1">
            <a:spLocks noChangeArrowheads="1"/>
          </p:cNvSpPr>
          <p:nvPr/>
        </p:nvSpPr>
        <p:spPr bwMode="auto">
          <a:xfrm>
            <a:off x="915988" y="1482725"/>
            <a:ext cx="2951162" cy="876300"/>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a &lt; b </a:t>
            </a:r>
            <a:r>
              <a:rPr lang="en-US" sz="1600" b="1">
                <a:latin typeface="Courier New" pitchFamily="49" charset="0"/>
                <a:cs typeface="Courier New" pitchFamily="49" charset="0"/>
              </a:rPr>
              <a:t>or </a:t>
            </a:r>
            <a:r>
              <a:rPr lang="en-US" sz="1600">
                <a:latin typeface="Courier New" pitchFamily="49" charset="0"/>
                <a:cs typeface="Courier New" pitchFamily="49" charset="0"/>
              </a:rPr>
              <a:t>c &lt; d </a:t>
            </a:r>
            <a:r>
              <a:rPr lang="en-US" sz="1600" b="1">
                <a:latin typeface="Courier New" pitchFamily="49" charset="0"/>
                <a:cs typeface="Courier New" pitchFamily="49" charset="0"/>
              </a:rPr>
              <a:t>and </a:t>
            </a:r>
            <a:r>
              <a:rPr lang="en-US" sz="1600">
                <a:latin typeface="Courier New" pitchFamily="49" charset="0"/>
                <a:cs typeface="Courier New" pitchFamily="49" charset="0"/>
              </a:rPr>
              <a:t>e &lt; f</a:t>
            </a:r>
          </a:p>
          <a:p>
            <a:pPr marL="12700">
              <a:spcBef>
                <a:spcPts val="50"/>
              </a:spcBef>
            </a:pPr>
            <a:endParaRPr lang="en-US" sz="2400">
              <a:latin typeface="Times New Roman" pitchFamily="18" charset="0"/>
              <a:cs typeface="Times New Roman" pitchFamily="18" charset="0"/>
            </a:endParaRPr>
          </a:p>
          <a:p>
            <a:pPr marL="12700" algn="ctr"/>
            <a:r>
              <a:rPr lang="en-US" sz="1600">
                <a:latin typeface="Courier New" pitchFamily="49" charset="0"/>
                <a:cs typeface="Courier New" pitchFamily="49" charset="0"/>
              </a:rPr>
              <a:t>E</a:t>
            </a:r>
          </a:p>
        </p:txBody>
      </p:sp>
      <p:sp>
        <p:nvSpPr>
          <p:cNvPr id="54276" name="object 4"/>
          <p:cNvSpPr txBox="1">
            <a:spLocks noChangeArrowheads="1"/>
          </p:cNvSpPr>
          <p:nvPr/>
        </p:nvSpPr>
        <p:spPr bwMode="auto">
          <a:xfrm>
            <a:off x="3432175" y="26257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4277" name="object 5"/>
          <p:cNvSpPr txBox="1">
            <a:spLocks noChangeArrowheads="1"/>
          </p:cNvSpPr>
          <p:nvPr/>
        </p:nvSpPr>
        <p:spPr bwMode="auto">
          <a:xfrm>
            <a:off x="2517775" y="3157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6" name="object 6"/>
          <p:cNvSpPr txBox="1"/>
          <p:nvPr/>
        </p:nvSpPr>
        <p:spPr>
          <a:xfrm>
            <a:off x="1831975" y="37687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4279" name="object 7"/>
          <p:cNvSpPr txBox="1">
            <a:spLocks noChangeArrowheads="1"/>
          </p:cNvSpPr>
          <p:nvPr/>
        </p:nvSpPr>
        <p:spPr bwMode="auto">
          <a:xfrm>
            <a:off x="4346575" y="3157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8" name="object 8"/>
          <p:cNvSpPr txBox="1"/>
          <p:nvPr/>
        </p:nvSpPr>
        <p:spPr>
          <a:xfrm>
            <a:off x="3736975" y="37687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4281" name="object 9"/>
          <p:cNvSpPr txBox="1">
            <a:spLocks noChangeArrowheads="1"/>
          </p:cNvSpPr>
          <p:nvPr/>
        </p:nvSpPr>
        <p:spPr bwMode="auto">
          <a:xfrm>
            <a:off x="917575" y="26257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4282" name="object 10"/>
          <p:cNvSpPr>
            <a:spLocks noChangeArrowheads="1"/>
          </p:cNvSpPr>
          <p:nvPr/>
        </p:nvSpPr>
        <p:spPr bwMode="auto">
          <a:xfrm>
            <a:off x="1066800" y="2286000"/>
            <a:ext cx="990600" cy="304800"/>
          </a:xfrm>
          <a:custGeom>
            <a:avLst/>
            <a:gdLst>
              <a:gd name="T0" fmla="*/ 0 w 990600"/>
              <a:gd name="T1" fmla="*/ 0 h 304800"/>
              <a:gd name="T2" fmla="*/ 990600 w 990600"/>
              <a:gd name="T3" fmla="*/ 304800 h 304800"/>
            </a:gdLst>
            <a:ahLst/>
            <a:cxnLst/>
            <a:rect l="T0" t="T1" r="T2" b="T3"/>
            <a:pathLst>
              <a:path w="990600" h="304800">
                <a:moveTo>
                  <a:pt x="0" y="304800"/>
                </a:moveTo>
                <a:lnTo>
                  <a:pt x="990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3" name="object 11"/>
          <p:cNvSpPr>
            <a:spLocks noChangeArrowheads="1"/>
          </p:cNvSpPr>
          <p:nvPr/>
        </p:nvSpPr>
        <p:spPr bwMode="auto">
          <a:xfrm>
            <a:off x="2514600" y="22860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4" name="object 12"/>
          <p:cNvSpPr>
            <a:spLocks noChangeArrowheads="1"/>
          </p:cNvSpPr>
          <p:nvPr/>
        </p:nvSpPr>
        <p:spPr bwMode="auto">
          <a:xfrm>
            <a:off x="2667000" y="2819400"/>
            <a:ext cx="685800" cy="304800"/>
          </a:xfrm>
          <a:custGeom>
            <a:avLst/>
            <a:gdLst>
              <a:gd name="T0" fmla="*/ 0 w 685800"/>
              <a:gd name="T1" fmla="*/ 0 h 304800"/>
              <a:gd name="T2" fmla="*/ 685800 w 685800"/>
              <a:gd name="T3" fmla="*/ 304800 h 304800"/>
            </a:gdLst>
            <a:ahLst/>
            <a:cxnLst/>
            <a:rect l="T0" t="T1" r="T2" b="T3"/>
            <a:pathLst>
              <a:path w="685800" h="304800">
                <a:moveTo>
                  <a:pt x="0" y="304800"/>
                </a:moveTo>
                <a:lnTo>
                  <a:pt x="685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5" name="object 13"/>
          <p:cNvSpPr>
            <a:spLocks noChangeArrowheads="1"/>
          </p:cNvSpPr>
          <p:nvPr/>
        </p:nvSpPr>
        <p:spPr bwMode="auto">
          <a:xfrm>
            <a:off x="3657600" y="28194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6" name="object 14"/>
          <p:cNvSpPr>
            <a:spLocks noChangeArrowheads="1"/>
          </p:cNvSpPr>
          <p:nvPr/>
        </p:nvSpPr>
        <p:spPr bwMode="auto">
          <a:xfrm>
            <a:off x="2590800" y="3429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7" name="object 15"/>
          <p:cNvSpPr>
            <a:spLocks noChangeArrowheads="1"/>
          </p:cNvSpPr>
          <p:nvPr/>
        </p:nvSpPr>
        <p:spPr bwMode="auto">
          <a:xfrm>
            <a:off x="4419600" y="3429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8" name="object 16"/>
          <p:cNvSpPr>
            <a:spLocks noChangeArrowheads="1"/>
          </p:cNvSpPr>
          <p:nvPr/>
        </p:nvSpPr>
        <p:spPr bwMode="auto">
          <a:xfrm>
            <a:off x="990600" y="28956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89" name="object 17"/>
          <p:cNvSpPr>
            <a:spLocks noChangeArrowheads="1"/>
          </p:cNvSpPr>
          <p:nvPr/>
        </p:nvSpPr>
        <p:spPr bwMode="auto">
          <a:xfrm>
            <a:off x="457200" y="3581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0" name="object 18"/>
          <p:cNvSpPr>
            <a:spLocks noChangeArrowheads="1"/>
          </p:cNvSpPr>
          <p:nvPr/>
        </p:nvSpPr>
        <p:spPr bwMode="auto">
          <a:xfrm>
            <a:off x="1524000" y="3581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1" name="object 19"/>
          <p:cNvSpPr>
            <a:spLocks noChangeArrowheads="1"/>
          </p:cNvSpPr>
          <p:nvPr/>
        </p:nvSpPr>
        <p:spPr bwMode="auto">
          <a:xfrm>
            <a:off x="19812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2" name="object 20"/>
          <p:cNvSpPr>
            <a:spLocks noChangeArrowheads="1"/>
          </p:cNvSpPr>
          <p:nvPr/>
        </p:nvSpPr>
        <p:spPr bwMode="auto">
          <a:xfrm>
            <a:off x="30480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3" name="object 21"/>
          <p:cNvSpPr>
            <a:spLocks noChangeArrowheads="1"/>
          </p:cNvSpPr>
          <p:nvPr/>
        </p:nvSpPr>
        <p:spPr bwMode="auto">
          <a:xfrm>
            <a:off x="38862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4" name="object 22"/>
          <p:cNvSpPr>
            <a:spLocks noChangeArrowheads="1"/>
          </p:cNvSpPr>
          <p:nvPr/>
        </p:nvSpPr>
        <p:spPr bwMode="auto">
          <a:xfrm>
            <a:off x="49530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5" name="object 23"/>
          <p:cNvSpPr txBox="1">
            <a:spLocks noChangeArrowheads="1"/>
          </p:cNvSpPr>
          <p:nvPr/>
        </p:nvSpPr>
        <p:spPr bwMode="auto">
          <a:xfrm>
            <a:off x="3813175" y="44973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e	&lt;	f</a:t>
            </a:r>
          </a:p>
        </p:txBody>
      </p:sp>
      <p:sp>
        <p:nvSpPr>
          <p:cNvPr id="54296" name="object 24"/>
          <p:cNvSpPr>
            <a:spLocks noChangeArrowheads="1"/>
          </p:cNvSpPr>
          <p:nvPr/>
        </p:nvSpPr>
        <p:spPr bwMode="auto">
          <a:xfrm>
            <a:off x="44196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7" name="object 25"/>
          <p:cNvSpPr txBox="1">
            <a:spLocks noChangeArrowheads="1"/>
          </p:cNvSpPr>
          <p:nvPr/>
        </p:nvSpPr>
        <p:spPr bwMode="auto">
          <a:xfrm>
            <a:off x="1908175" y="44973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c	&lt;	d</a:t>
            </a:r>
          </a:p>
        </p:txBody>
      </p:sp>
      <p:sp>
        <p:nvSpPr>
          <p:cNvPr id="54298" name="object 26"/>
          <p:cNvSpPr>
            <a:spLocks noChangeArrowheads="1"/>
          </p:cNvSpPr>
          <p:nvPr/>
        </p:nvSpPr>
        <p:spPr bwMode="auto">
          <a:xfrm>
            <a:off x="2514600" y="41148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299" name="object 27"/>
          <p:cNvSpPr txBox="1">
            <a:spLocks noChangeArrowheads="1"/>
          </p:cNvSpPr>
          <p:nvPr/>
        </p:nvSpPr>
        <p:spPr bwMode="auto">
          <a:xfrm>
            <a:off x="384175" y="39639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a	&lt;	b</a:t>
            </a:r>
          </a:p>
        </p:txBody>
      </p:sp>
      <p:sp>
        <p:nvSpPr>
          <p:cNvPr id="54300" name="object 28"/>
          <p:cNvSpPr>
            <a:spLocks noChangeArrowheads="1"/>
          </p:cNvSpPr>
          <p:nvPr/>
        </p:nvSpPr>
        <p:spPr bwMode="auto">
          <a:xfrm>
            <a:off x="990600" y="3581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9" name="object 29"/>
          <p:cNvSpPr txBox="1"/>
          <p:nvPr/>
        </p:nvSpPr>
        <p:spPr>
          <a:xfrm>
            <a:off x="2151063" y="27892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or</a:t>
            </a:r>
            <a:endParaRPr sz="1600">
              <a:latin typeface="Courier New"/>
              <a:cs typeface="Courier New"/>
            </a:endParaRPr>
          </a:p>
        </p:txBody>
      </p:sp>
      <p:sp>
        <p:nvSpPr>
          <p:cNvPr id="54302" name="object 30"/>
          <p:cNvSpPr>
            <a:spLocks noChangeArrowheads="1"/>
          </p:cNvSpPr>
          <p:nvPr/>
        </p:nvSpPr>
        <p:spPr bwMode="auto">
          <a:xfrm>
            <a:off x="2286000" y="24066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 name="object 31"/>
          <p:cNvSpPr txBox="1"/>
          <p:nvPr/>
        </p:nvSpPr>
        <p:spPr>
          <a:xfrm>
            <a:off x="3309938" y="3278188"/>
            <a:ext cx="39052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and</a:t>
            </a:r>
            <a:endParaRPr sz="1600">
              <a:latin typeface="Courier New"/>
              <a:cs typeface="Courier New"/>
            </a:endParaRPr>
          </a:p>
        </p:txBody>
      </p:sp>
      <p:sp>
        <p:nvSpPr>
          <p:cNvPr id="54304" name="object 32"/>
          <p:cNvSpPr>
            <a:spLocks noChangeArrowheads="1"/>
          </p:cNvSpPr>
          <p:nvPr/>
        </p:nvSpPr>
        <p:spPr bwMode="auto">
          <a:xfrm>
            <a:off x="3505200" y="28956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3" name="object 33"/>
          <p:cNvSpPr txBox="1"/>
          <p:nvPr/>
        </p:nvSpPr>
        <p:spPr>
          <a:xfrm>
            <a:off x="307975" y="323373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4306" name="object 34"/>
          <p:cNvSpPr>
            <a:spLocks noChangeArrowheads="1"/>
          </p:cNvSpPr>
          <p:nvPr/>
        </p:nvSpPr>
        <p:spPr bwMode="auto">
          <a:xfrm>
            <a:off x="457200" y="28956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307" name="object 35"/>
          <p:cNvSpPr>
            <a:spLocks noChangeArrowheads="1"/>
          </p:cNvSpPr>
          <p:nvPr/>
        </p:nvSpPr>
        <p:spPr bwMode="auto">
          <a:xfrm>
            <a:off x="1066800" y="28956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graphicFrame>
        <p:nvGraphicFramePr>
          <p:cNvPr id="36" name="object 36"/>
          <p:cNvGraphicFramePr>
            <a:graphicFrameLocks noGrp="1"/>
          </p:cNvGraphicFramePr>
          <p:nvPr/>
        </p:nvGraphicFramePr>
        <p:xfrm>
          <a:off x="5507038" y="3962400"/>
          <a:ext cx="2516187" cy="1298575"/>
        </p:xfrm>
        <a:graphic>
          <a:graphicData uri="http://schemas.openxmlformats.org/drawingml/2006/table">
            <a:tbl>
              <a:tblPr/>
              <a:tblGrid>
                <a:gridCol w="404812">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960438">
                  <a:extLst>
                    <a:ext uri="{9D8B030D-6E8A-4147-A177-3AD203B41FA5}">
                      <a16:colId xmlns:a16="http://schemas.microsoft.com/office/drawing/2014/main" val="20002"/>
                    </a:ext>
                  </a:extLst>
                </a:gridCol>
                <a:gridCol w="617537">
                  <a:extLst>
                    <a:ext uri="{9D8B030D-6E8A-4147-A177-3AD203B41FA5}">
                      <a16:colId xmlns:a16="http://schemas.microsoft.com/office/drawing/2014/main" val="20003"/>
                    </a:ext>
                  </a:extLst>
                </a:gridCol>
              </a:tblGrid>
              <a:tr h="4349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438"/>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if a</a:t>
                      </a:r>
                    </a:p>
                    <a:p>
                      <a:pPr marL="52388" marR="0" lvl="0" indent="0" algn="l" defTabSz="914400" rtl="0" eaLnBrk="1" fontAlgn="base" latinLnBrk="0" hangingPunct="1">
                        <a:lnSpc>
                          <a:spcPts val="167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goto</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438"/>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 b goto</a:t>
                      </a:r>
                    </a:p>
                    <a:p>
                      <a:pPr marL="52388" marR="0" lvl="0" indent="0" algn="l" defTabSz="914400" rtl="0" eaLnBrk="1" fontAlgn="base" latinLnBrk="0" hangingPunct="1">
                        <a:lnSpc>
                          <a:spcPts val="167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L1</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45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Ltrue</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862013">
                <a:tc>
                  <a:txBody>
                    <a:bodyPr/>
                    <a:lstStyle/>
                    <a:p>
                      <a:pPr marL="31750" marR="0" lvl="0" indent="0" algn="l" defTabSz="914400" rtl="0" eaLnBrk="1" fontAlgn="base" latinLnBrk="0" hangingPunct="1">
                        <a:lnSpc>
                          <a:spcPts val="162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L1:</a:t>
                      </a:r>
                    </a:p>
                    <a:p>
                      <a:pPr marL="31750"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8" charset="0"/>
                        <a:cs typeface="Times New Roman" pitchFamily="18" charset="0"/>
                      </a:endParaRPr>
                    </a:p>
                    <a:p>
                      <a:pPr marL="3175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L2:</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67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if c  goto</a:t>
                      </a:r>
                    </a:p>
                    <a:p>
                      <a:pPr marL="52388" marR="0" lvl="0" indent="0" algn="l" defTabSz="914400" rtl="0" eaLnBrk="1" fontAlgn="base" latinLnBrk="0" hangingPunct="1">
                        <a:lnSpc>
                          <a:spcPts val="167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if e  goto</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67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 d goto  Lfalse</a:t>
                      </a:r>
                    </a:p>
                    <a:p>
                      <a:pPr marL="52388" marR="0" lvl="0" indent="0" algn="l" defTabSz="914400" rtl="0" eaLnBrk="1" fontAlgn="base" latinLnBrk="0" hangingPunct="1">
                        <a:lnSpc>
                          <a:spcPts val="167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 f goto  Lfalse</a:t>
                      </a:r>
                    </a:p>
                  </a:txBody>
                  <a:tcPr marL="0" marR="0" marT="0" marB="0" horzOverflow="overflow">
                    <a:lnL>
                      <a:noFill/>
                    </a:lnL>
                    <a:lnR>
                      <a:noFill/>
                    </a:lnR>
                    <a:lnT>
                      <a:noFill/>
                    </a:lnT>
                    <a:lnB>
                      <a:noFill/>
                    </a:lnB>
                    <a:lnTlToBr>
                      <a:noFill/>
                    </a:lnTlToBr>
                    <a:lnBlToTr>
                      <a:noFill/>
                    </a:lnBlToTr>
                    <a:noFill/>
                  </a:tcPr>
                </a:tc>
                <a:tc>
                  <a:txBody>
                    <a:bodyPr/>
                    <a:lstStyle/>
                    <a:p>
                      <a:pPr marL="52388" marR="0" lvl="0" indent="0" algn="l" defTabSz="914400" rtl="0" eaLnBrk="1" fontAlgn="base" latinLnBrk="0" hangingPunct="1">
                        <a:lnSpc>
                          <a:spcPts val="1625"/>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L2</a:t>
                      </a:r>
                    </a:p>
                    <a:p>
                      <a:pPr marL="52388"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8" charset="0"/>
                        <a:cs typeface="Times New Roman" pitchFamily="18" charset="0"/>
                      </a:endParaRPr>
                    </a:p>
                    <a:p>
                      <a:pPr marL="52388"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ourier New" pitchFamily="49" charset="0"/>
                          <a:cs typeface="Courier New" pitchFamily="49" charset="0"/>
                        </a:rPr>
                        <a:t>Ltrue</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4317" name="object 37"/>
          <p:cNvSpPr>
            <a:spLocks noChangeArrowheads="1"/>
          </p:cNvSpPr>
          <p:nvPr/>
        </p:nvSpPr>
        <p:spPr bwMode="auto">
          <a:xfrm>
            <a:off x="2057400" y="34290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318" name="object 38"/>
          <p:cNvSpPr>
            <a:spLocks noChangeArrowheads="1"/>
          </p:cNvSpPr>
          <p:nvPr/>
        </p:nvSpPr>
        <p:spPr bwMode="auto">
          <a:xfrm>
            <a:off x="2667000" y="34290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319" name="object 39"/>
          <p:cNvSpPr>
            <a:spLocks noChangeArrowheads="1"/>
          </p:cNvSpPr>
          <p:nvPr/>
        </p:nvSpPr>
        <p:spPr bwMode="auto">
          <a:xfrm>
            <a:off x="3886200" y="34290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4320" name="object 40"/>
          <p:cNvSpPr>
            <a:spLocks noChangeArrowheads="1"/>
          </p:cNvSpPr>
          <p:nvPr/>
        </p:nvSpPr>
        <p:spPr bwMode="auto">
          <a:xfrm>
            <a:off x="4495800" y="34290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Boolean Expression: Short Circuit  Evaluation</a:t>
            </a:r>
          </a:p>
        </p:txBody>
      </p:sp>
      <p:sp>
        <p:nvSpPr>
          <p:cNvPr id="43" name="Date Placeholder 42"/>
          <p:cNvSpPr>
            <a:spLocks noGrp="1"/>
          </p:cNvSpPr>
          <p:nvPr>
            <p:ph type="dt" sz="half" idx="10"/>
          </p:nvPr>
        </p:nvSpPr>
        <p:spPr/>
        <p:txBody>
          <a:bodyPr/>
          <a:lstStyle/>
          <a:p>
            <a:fld id="{8B33DCBB-929C-473C-91C3-496DDBA09A9E}" type="datetime1">
              <a:rPr lang="en-US" smtClean="0"/>
              <a:t>11/11/2024</a:t>
            </a:fld>
            <a:endParaRPr lang="en-US"/>
          </a:p>
        </p:txBody>
      </p:sp>
      <p:sp>
        <p:nvSpPr>
          <p:cNvPr id="44" name="Slide Number Placeholder 43"/>
          <p:cNvSpPr>
            <a:spLocks noGrp="1"/>
          </p:cNvSpPr>
          <p:nvPr>
            <p:ph type="sldNum" sz="quarter" idx="12"/>
          </p:nvPr>
        </p:nvSpPr>
        <p:spPr/>
        <p:txBody>
          <a:bodyPr/>
          <a:lstStyle/>
          <a:p>
            <a:fld id="{B6F15528-21DE-4FAA-801E-634DDDAF4B2B}" type="slidenum">
              <a:rPr lang="en-US" smtClean="0"/>
              <a:pPr/>
              <a:t>62</a:t>
            </a:fld>
            <a:endParaRPr lang="en-US"/>
          </a:p>
        </p:txBody>
      </p:sp>
      <p:sp>
        <p:nvSpPr>
          <p:cNvPr id="45" name="Footer Placeholder 44"/>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pic>
        <p:nvPicPr>
          <p:cNvPr id="46" name="Picture 4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object 2"/>
          <p:cNvSpPr>
            <a:spLocks noChangeArrowheads="1"/>
          </p:cNvSpPr>
          <p:nvPr/>
        </p:nvSpPr>
        <p:spPr bwMode="auto">
          <a:xfrm>
            <a:off x="609600" y="4572000"/>
            <a:ext cx="1524000" cy="1066800"/>
          </a:xfrm>
          <a:custGeom>
            <a:avLst/>
            <a:gdLst>
              <a:gd name="T0" fmla="*/ 0 w 1524000"/>
              <a:gd name="T1" fmla="*/ 0 h 1066800"/>
              <a:gd name="T2" fmla="*/ 1524000 w 1524000"/>
              <a:gd name="T3" fmla="*/ 1066800 h 1066800"/>
            </a:gdLst>
            <a:ahLst/>
            <a:cxnLst/>
            <a:rect l="T0" t="T1" r="T2" b="T3"/>
            <a:pathLst>
              <a:path w="1524000" h="1066800">
                <a:moveTo>
                  <a:pt x="1524000" y="0"/>
                </a:moveTo>
                <a:lnTo>
                  <a:pt x="0" y="0"/>
                </a:lnTo>
                <a:lnTo>
                  <a:pt x="0" y="1066800"/>
                </a:lnTo>
                <a:lnTo>
                  <a:pt x="1524000" y="1066800"/>
                </a:lnTo>
                <a:lnTo>
                  <a:pt x="1524000" y="0"/>
                </a:lnTo>
                <a:close/>
              </a:path>
            </a:pathLst>
          </a:custGeom>
          <a:solidFill>
            <a:srgbClr val="7F0000">
              <a:alpha val="23921"/>
            </a:srgbClr>
          </a:solidFill>
          <a:ln w="9525">
            <a:noFill/>
            <a:miter lim="800000"/>
            <a:headEnd/>
            <a:tailEnd/>
          </a:ln>
        </p:spPr>
        <p:txBody>
          <a:bodyPr lIns="0" tIns="0" rIns="0" bIns="0"/>
          <a:lstStyle/>
          <a:p>
            <a:endParaRPr lang="en-US">
              <a:latin typeface="Calibri" pitchFamily="34" charset="0"/>
            </a:endParaRPr>
          </a:p>
        </p:txBody>
      </p:sp>
      <p:sp>
        <p:nvSpPr>
          <p:cNvPr id="57348" name="object 4"/>
          <p:cNvSpPr txBox="1">
            <a:spLocks noChangeArrowheads="1"/>
          </p:cNvSpPr>
          <p:nvPr/>
        </p:nvSpPr>
        <p:spPr bwMode="auto">
          <a:xfrm>
            <a:off x="763588" y="1201738"/>
            <a:ext cx="1854200" cy="1876425"/>
          </a:xfrm>
          <a:prstGeom prst="rect">
            <a:avLst/>
          </a:prstGeom>
          <a:noFill/>
          <a:ln w="9525">
            <a:noFill/>
            <a:miter lim="800000"/>
            <a:headEnd/>
            <a:tailEnd/>
          </a:ln>
        </p:spPr>
        <p:txBody>
          <a:bodyPr lIns="0" tIns="12700" rIns="0" bIns="0">
            <a:spAutoFit/>
          </a:bodyPr>
          <a:lstStyle/>
          <a:p>
            <a:pPr marL="255588" indent="-242888">
              <a:lnSpc>
                <a:spcPct val="152000"/>
              </a:lnSpc>
              <a:spcBef>
                <a:spcPts val="100"/>
              </a:spcBef>
            </a:pPr>
            <a:r>
              <a:rPr lang="en-US" sz="1600">
                <a:latin typeface="Courier New" pitchFamily="49" charset="0"/>
                <a:cs typeface="Courier New" pitchFamily="49" charset="0"/>
              </a:rPr>
              <a:t>while a &lt; b do  if c &lt; d then</a:t>
            </a:r>
          </a:p>
          <a:p>
            <a:pPr marL="255588" indent="-242888">
              <a:lnSpc>
                <a:spcPts val="2925"/>
              </a:lnSpc>
              <a:spcBef>
                <a:spcPts val="250"/>
              </a:spcBef>
            </a:pPr>
            <a:r>
              <a:rPr lang="en-US" sz="1600">
                <a:latin typeface="Courier New" pitchFamily="49" charset="0"/>
                <a:cs typeface="Courier New" pitchFamily="49" charset="0"/>
              </a:rPr>
              <a:t>x = y + z  else</a:t>
            </a:r>
          </a:p>
          <a:p>
            <a:pPr marL="255588" indent="-242888">
              <a:spcBef>
                <a:spcPts val="725"/>
              </a:spcBef>
            </a:pPr>
            <a:r>
              <a:rPr lang="en-US" sz="1600">
                <a:latin typeface="Courier New" pitchFamily="49" charset="0"/>
                <a:cs typeface="Courier New" pitchFamily="49" charset="0"/>
              </a:rPr>
              <a:t>x = y - z</a:t>
            </a:r>
          </a:p>
        </p:txBody>
      </p:sp>
      <p:sp>
        <p:nvSpPr>
          <p:cNvPr id="5" name="object 5"/>
          <p:cNvSpPr txBox="1"/>
          <p:nvPr/>
        </p:nvSpPr>
        <p:spPr>
          <a:xfrm>
            <a:off x="3011488" y="1406525"/>
            <a:ext cx="1982787" cy="207963"/>
          </a:xfrm>
          <a:prstGeom prst="rect">
            <a:avLst/>
          </a:prstGeom>
        </p:spPr>
        <p:txBody>
          <a:bodyPr lIns="0" tIns="12700" rIns="0" bIns="0">
            <a:spAutoFit/>
          </a:bodyPr>
          <a:lstStyle/>
          <a:p>
            <a:pPr marL="50800">
              <a:spcBef>
                <a:spcPts val="100"/>
              </a:spcBef>
              <a:tabLst>
                <a:tab pos="1878013" algn="l"/>
              </a:tabLst>
            </a:pPr>
            <a:r>
              <a:rPr lang="en-US" sz="1200">
                <a:latin typeface="Courier New" pitchFamily="49" charset="0"/>
                <a:cs typeface="Courier New" pitchFamily="49" charset="0"/>
              </a:rPr>
              <a:t>S </a:t>
            </a:r>
            <a:r>
              <a:rPr lang="en-US" sz="1200">
                <a:latin typeface="Symbol" pitchFamily="18" charset="2"/>
              </a:rPr>
              <a:t></a:t>
            </a:r>
            <a:r>
              <a:rPr lang="en-US" sz="1200">
                <a:latin typeface="Times New Roman" pitchFamily="18" charset="0"/>
                <a:cs typeface="Times New Roman" pitchFamily="18" charset="0"/>
              </a:rPr>
              <a:t>   </a:t>
            </a:r>
            <a:r>
              <a:rPr lang="en-US" sz="1200">
                <a:latin typeface="Courier New" pitchFamily="49" charset="0"/>
                <a:cs typeface="Courier New" pitchFamily="49" charset="0"/>
              </a:rPr>
              <a:t>while E do S</a:t>
            </a:r>
            <a:r>
              <a:rPr lang="en-US" sz="1000" baseline="-24000">
                <a:latin typeface="Courier New" pitchFamily="49" charset="0"/>
                <a:cs typeface="Courier New" pitchFamily="49" charset="0"/>
              </a:rPr>
              <a:t>1	</a:t>
            </a:r>
            <a:r>
              <a:rPr lang="en-US" sz="1200">
                <a:latin typeface="Lucida Sans Unicode" pitchFamily="34" charset="0"/>
              </a:rPr>
              <a:t>‖</a:t>
            </a:r>
          </a:p>
        </p:txBody>
      </p:sp>
      <p:sp>
        <p:nvSpPr>
          <p:cNvPr id="57353" name="object 9"/>
          <p:cNvSpPr txBox="1">
            <a:spLocks noChangeArrowheads="1"/>
          </p:cNvSpPr>
          <p:nvPr/>
        </p:nvSpPr>
        <p:spPr bwMode="auto">
          <a:xfrm>
            <a:off x="2670175" y="3386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57354" name="object 10"/>
          <p:cNvSpPr txBox="1">
            <a:spLocks noChangeArrowheads="1"/>
          </p:cNvSpPr>
          <p:nvPr/>
        </p:nvSpPr>
        <p:spPr bwMode="auto">
          <a:xfrm>
            <a:off x="3889375" y="3919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57355" name="object 11"/>
          <p:cNvSpPr txBox="1">
            <a:spLocks noChangeArrowheads="1"/>
          </p:cNvSpPr>
          <p:nvPr/>
        </p:nvSpPr>
        <p:spPr bwMode="auto">
          <a:xfrm>
            <a:off x="3203575" y="44545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12" name="object 12"/>
          <p:cNvSpPr txBox="1"/>
          <p:nvPr/>
        </p:nvSpPr>
        <p:spPr>
          <a:xfrm>
            <a:off x="2593975" y="506253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7357" name="object 13"/>
          <p:cNvSpPr txBox="1">
            <a:spLocks noChangeArrowheads="1"/>
          </p:cNvSpPr>
          <p:nvPr/>
        </p:nvSpPr>
        <p:spPr bwMode="auto">
          <a:xfrm>
            <a:off x="1298575" y="39639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7358" name="object 14"/>
          <p:cNvSpPr>
            <a:spLocks noChangeArrowheads="1"/>
          </p:cNvSpPr>
          <p:nvPr/>
        </p:nvSpPr>
        <p:spPr bwMode="auto">
          <a:xfrm>
            <a:off x="1447800" y="3657600"/>
            <a:ext cx="1066800" cy="304800"/>
          </a:xfrm>
          <a:custGeom>
            <a:avLst/>
            <a:gdLst>
              <a:gd name="T0" fmla="*/ 0 w 1066800"/>
              <a:gd name="T1" fmla="*/ 0 h 304800"/>
              <a:gd name="T2" fmla="*/ 1066800 w 1066800"/>
              <a:gd name="T3" fmla="*/ 304800 h 304800"/>
            </a:gdLst>
            <a:ahLst/>
            <a:cxnLst/>
            <a:rect l="T0" t="T1" r="T2" b="T3"/>
            <a:pathLst>
              <a:path w="1066800" h="304800">
                <a:moveTo>
                  <a:pt x="0" y="304800"/>
                </a:moveTo>
                <a:lnTo>
                  <a:pt x="1066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59" name="object 15"/>
          <p:cNvSpPr>
            <a:spLocks noChangeArrowheads="1"/>
          </p:cNvSpPr>
          <p:nvPr/>
        </p:nvSpPr>
        <p:spPr bwMode="auto">
          <a:xfrm>
            <a:off x="2971800" y="35814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0" name="object 16"/>
          <p:cNvSpPr>
            <a:spLocks noChangeArrowheads="1"/>
          </p:cNvSpPr>
          <p:nvPr/>
        </p:nvSpPr>
        <p:spPr bwMode="auto">
          <a:xfrm>
            <a:off x="2895600" y="4114800"/>
            <a:ext cx="914400" cy="304800"/>
          </a:xfrm>
          <a:custGeom>
            <a:avLst/>
            <a:gdLst>
              <a:gd name="T0" fmla="*/ 0 w 914400"/>
              <a:gd name="T1" fmla="*/ 0 h 304800"/>
              <a:gd name="T2" fmla="*/ 914400 w 914400"/>
              <a:gd name="T3" fmla="*/ 304800 h 304800"/>
            </a:gdLst>
            <a:ahLst/>
            <a:cxnLst/>
            <a:rect l="T0" t="T1" r="T2" b="T3"/>
            <a:pathLst>
              <a:path w="914400" h="304800">
                <a:moveTo>
                  <a:pt x="0" y="304800"/>
                </a:moveTo>
                <a:lnTo>
                  <a:pt x="914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1" name="object 17"/>
          <p:cNvSpPr>
            <a:spLocks noChangeArrowheads="1"/>
          </p:cNvSpPr>
          <p:nvPr/>
        </p:nvSpPr>
        <p:spPr bwMode="auto">
          <a:xfrm>
            <a:off x="4038600" y="4191000"/>
            <a:ext cx="381000" cy="228600"/>
          </a:xfrm>
          <a:custGeom>
            <a:avLst/>
            <a:gdLst>
              <a:gd name="T0" fmla="*/ 0 w 381000"/>
              <a:gd name="T1" fmla="*/ 0 h 228600"/>
              <a:gd name="T2" fmla="*/ 381000 w 381000"/>
              <a:gd name="T3" fmla="*/ 228600 h 228600"/>
            </a:gdLst>
            <a:ahLst/>
            <a:cxnLst/>
            <a:rect l="T0" t="T1" r="T2" b="T3"/>
            <a:pathLst>
              <a:path w="381000" h="228600">
                <a:moveTo>
                  <a:pt x="381000" y="2286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2" name="object 18"/>
          <p:cNvSpPr>
            <a:spLocks noChangeArrowheads="1"/>
          </p:cNvSpPr>
          <p:nvPr/>
        </p:nvSpPr>
        <p:spPr bwMode="auto">
          <a:xfrm>
            <a:off x="32766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3" name="object 19"/>
          <p:cNvSpPr>
            <a:spLocks noChangeArrowheads="1"/>
          </p:cNvSpPr>
          <p:nvPr/>
        </p:nvSpPr>
        <p:spPr bwMode="auto">
          <a:xfrm>
            <a:off x="44958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4" name="object 20"/>
          <p:cNvSpPr>
            <a:spLocks noChangeArrowheads="1"/>
          </p:cNvSpPr>
          <p:nvPr/>
        </p:nvSpPr>
        <p:spPr bwMode="auto">
          <a:xfrm>
            <a:off x="1371600" y="42354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5" name="object 21"/>
          <p:cNvSpPr>
            <a:spLocks noChangeArrowheads="1"/>
          </p:cNvSpPr>
          <p:nvPr/>
        </p:nvSpPr>
        <p:spPr bwMode="auto">
          <a:xfrm>
            <a:off x="8382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6" name="object 22"/>
          <p:cNvSpPr>
            <a:spLocks noChangeArrowheads="1"/>
          </p:cNvSpPr>
          <p:nvPr/>
        </p:nvSpPr>
        <p:spPr bwMode="auto">
          <a:xfrm>
            <a:off x="19050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7" name="object 23"/>
          <p:cNvSpPr>
            <a:spLocks noChangeArrowheads="1"/>
          </p:cNvSpPr>
          <p:nvPr/>
        </p:nvSpPr>
        <p:spPr bwMode="auto">
          <a:xfrm>
            <a:off x="2743200" y="54102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8" name="object 24"/>
          <p:cNvSpPr>
            <a:spLocks noChangeArrowheads="1"/>
          </p:cNvSpPr>
          <p:nvPr/>
        </p:nvSpPr>
        <p:spPr bwMode="auto">
          <a:xfrm>
            <a:off x="3810000" y="54102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69" name="object 25"/>
          <p:cNvSpPr txBox="1">
            <a:spLocks noChangeArrowheads="1"/>
          </p:cNvSpPr>
          <p:nvPr/>
        </p:nvSpPr>
        <p:spPr bwMode="auto">
          <a:xfrm>
            <a:off x="2670175" y="57927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c	&lt;	d</a:t>
            </a:r>
          </a:p>
        </p:txBody>
      </p:sp>
      <p:sp>
        <p:nvSpPr>
          <p:cNvPr id="57370" name="object 26"/>
          <p:cNvSpPr>
            <a:spLocks noChangeArrowheads="1"/>
          </p:cNvSpPr>
          <p:nvPr/>
        </p:nvSpPr>
        <p:spPr bwMode="auto">
          <a:xfrm>
            <a:off x="3276600" y="54102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71" name="object 27"/>
          <p:cNvSpPr txBox="1">
            <a:spLocks noChangeArrowheads="1"/>
          </p:cNvSpPr>
          <p:nvPr/>
        </p:nvSpPr>
        <p:spPr bwMode="auto">
          <a:xfrm>
            <a:off x="1311275" y="5303838"/>
            <a:ext cx="668338" cy="268287"/>
          </a:xfrm>
          <a:prstGeom prst="rect">
            <a:avLst/>
          </a:prstGeom>
          <a:noFill/>
          <a:ln w="9525">
            <a:noFill/>
            <a:miter lim="800000"/>
            <a:headEnd/>
            <a:tailEnd/>
          </a:ln>
        </p:spPr>
        <p:txBody>
          <a:bodyPr lIns="0" tIns="12700" rIns="0" bIns="0">
            <a:spAutoFit/>
          </a:bodyPr>
          <a:lstStyle/>
          <a:p>
            <a:pPr>
              <a:spcBef>
                <a:spcPts val="100"/>
              </a:spcBef>
              <a:tabLst>
                <a:tab pos="531813" algn="l"/>
              </a:tabLst>
            </a:pPr>
            <a:r>
              <a:rPr lang="en-US" sz="1600">
                <a:latin typeface="Courier New" pitchFamily="49" charset="0"/>
                <a:cs typeface="Courier New" pitchFamily="49" charset="0"/>
              </a:rPr>
              <a:t>&lt;	b</a:t>
            </a:r>
          </a:p>
        </p:txBody>
      </p:sp>
      <p:sp>
        <p:nvSpPr>
          <p:cNvPr id="57372" name="object 28"/>
          <p:cNvSpPr>
            <a:spLocks noChangeArrowheads="1"/>
          </p:cNvSpPr>
          <p:nvPr/>
        </p:nvSpPr>
        <p:spPr bwMode="auto">
          <a:xfrm>
            <a:off x="13716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9" name="object 29"/>
          <p:cNvSpPr txBox="1"/>
          <p:nvPr/>
        </p:nvSpPr>
        <p:spPr>
          <a:xfrm>
            <a:off x="2532063" y="39195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do</a:t>
            </a:r>
            <a:endParaRPr sz="1600">
              <a:latin typeface="Courier New"/>
              <a:cs typeface="Courier New"/>
            </a:endParaRPr>
          </a:p>
        </p:txBody>
      </p:sp>
      <p:sp>
        <p:nvSpPr>
          <p:cNvPr id="57374" name="object 30"/>
          <p:cNvSpPr>
            <a:spLocks noChangeArrowheads="1"/>
          </p:cNvSpPr>
          <p:nvPr/>
        </p:nvSpPr>
        <p:spPr bwMode="auto">
          <a:xfrm>
            <a:off x="2667000" y="3733800"/>
            <a:ext cx="0" cy="152400"/>
          </a:xfrm>
          <a:custGeom>
            <a:avLst/>
            <a:gdLst>
              <a:gd name="T0" fmla="*/ 0 h 152400"/>
              <a:gd name="T1" fmla="*/ 152400 h 152400"/>
            </a:gdLst>
            <a:ahLst/>
            <a:cxnLst/>
            <a:rect l="0" t="T0" r="0" b="T1"/>
            <a:pathLst>
              <a:path h="152400">
                <a:moveTo>
                  <a:pt x="0" y="0"/>
                </a:moveTo>
                <a:lnTo>
                  <a:pt x="0" y="1524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 name="object 31"/>
          <p:cNvSpPr txBox="1"/>
          <p:nvPr/>
        </p:nvSpPr>
        <p:spPr>
          <a:xfrm>
            <a:off x="2608263" y="4437063"/>
            <a:ext cx="269875"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if</a:t>
            </a:r>
            <a:endParaRPr sz="1600">
              <a:latin typeface="Courier New"/>
              <a:cs typeface="Courier New"/>
            </a:endParaRPr>
          </a:p>
        </p:txBody>
      </p:sp>
      <p:sp>
        <p:nvSpPr>
          <p:cNvPr id="57376" name="object 32"/>
          <p:cNvSpPr>
            <a:spLocks noChangeArrowheads="1"/>
          </p:cNvSpPr>
          <p:nvPr/>
        </p:nvSpPr>
        <p:spPr bwMode="auto">
          <a:xfrm>
            <a:off x="3962400" y="4191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3" name="object 33"/>
          <p:cNvSpPr txBox="1"/>
          <p:nvPr/>
        </p:nvSpPr>
        <p:spPr>
          <a:xfrm>
            <a:off x="701675" y="4573588"/>
            <a:ext cx="1352550" cy="268287"/>
          </a:xfrm>
          <a:prstGeom prst="rect">
            <a:avLst/>
          </a:prstGeom>
        </p:spPr>
        <p:txBody>
          <a:bodyPr lIns="0" tIns="12700" rIns="0" bIns="0">
            <a:spAutoFit/>
          </a:bodyPr>
          <a:lstStyle/>
          <a:p>
            <a:pPr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7378" name="object 34"/>
          <p:cNvSpPr>
            <a:spLocks noChangeArrowheads="1"/>
          </p:cNvSpPr>
          <p:nvPr/>
        </p:nvSpPr>
        <p:spPr bwMode="auto">
          <a:xfrm>
            <a:off x="838200" y="423545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79" name="object 35"/>
          <p:cNvSpPr>
            <a:spLocks noChangeArrowheads="1"/>
          </p:cNvSpPr>
          <p:nvPr/>
        </p:nvSpPr>
        <p:spPr bwMode="auto">
          <a:xfrm>
            <a:off x="1447800" y="423545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6" name="object 36"/>
          <p:cNvSpPr txBox="1"/>
          <p:nvPr/>
        </p:nvSpPr>
        <p:spPr>
          <a:xfrm>
            <a:off x="254000" y="3919538"/>
            <a:ext cx="635000"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while</a:t>
            </a:r>
            <a:endParaRPr sz="1600">
              <a:latin typeface="Courier New"/>
              <a:cs typeface="Courier New"/>
            </a:endParaRPr>
          </a:p>
        </p:txBody>
      </p:sp>
      <p:sp>
        <p:nvSpPr>
          <p:cNvPr id="57381" name="object 37"/>
          <p:cNvSpPr>
            <a:spLocks noChangeArrowheads="1"/>
          </p:cNvSpPr>
          <p:nvPr/>
        </p:nvSpPr>
        <p:spPr bwMode="auto">
          <a:xfrm>
            <a:off x="685800" y="3581400"/>
            <a:ext cx="1752600" cy="304800"/>
          </a:xfrm>
          <a:custGeom>
            <a:avLst/>
            <a:gdLst>
              <a:gd name="T0" fmla="*/ 0 w 1752600"/>
              <a:gd name="T1" fmla="*/ 0 h 304800"/>
              <a:gd name="T2" fmla="*/ 1752600 w 1752600"/>
              <a:gd name="T3" fmla="*/ 304800 h 304800"/>
            </a:gdLst>
            <a:ahLst/>
            <a:cxnLst/>
            <a:rect l="T0" t="T1" r="T2" b="T3"/>
            <a:pathLst>
              <a:path w="1752600" h="304800">
                <a:moveTo>
                  <a:pt x="0" y="304800"/>
                </a:moveTo>
                <a:lnTo>
                  <a:pt x="1752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82" name="object 38"/>
          <p:cNvSpPr txBox="1">
            <a:spLocks noChangeArrowheads="1"/>
          </p:cNvSpPr>
          <p:nvPr/>
        </p:nvSpPr>
        <p:spPr bwMode="auto">
          <a:xfrm>
            <a:off x="777875" y="5335588"/>
            <a:ext cx="134938" cy="268287"/>
          </a:xfrm>
          <a:prstGeom prst="rect">
            <a:avLst/>
          </a:prstGeom>
          <a:noFill/>
          <a:ln w="9525">
            <a:noFill/>
            <a:miter lim="800000"/>
            <a:headEnd/>
            <a:tailEnd/>
          </a:ln>
        </p:spPr>
        <p:txBody>
          <a:bodyPr lIns="0" tIns="12700" rIns="0" bIns="0">
            <a:spAutoFit/>
          </a:bodyPr>
          <a:lstStyle/>
          <a:p>
            <a:pPr>
              <a:spcBef>
                <a:spcPts val="100"/>
              </a:spcBef>
            </a:pPr>
            <a:r>
              <a:rPr lang="en-US" sz="1600">
                <a:latin typeface="Courier New" pitchFamily="49" charset="0"/>
                <a:cs typeface="Courier New" pitchFamily="49" charset="0"/>
              </a:rPr>
              <a:t>a</a:t>
            </a:r>
          </a:p>
        </p:txBody>
      </p:sp>
      <p:sp>
        <p:nvSpPr>
          <p:cNvPr id="57383" name="object 39"/>
          <p:cNvSpPr>
            <a:spLocks noChangeArrowheads="1"/>
          </p:cNvSpPr>
          <p:nvPr/>
        </p:nvSpPr>
        <p:spPr bwMode="auto">
          <a:xfrm>
            <a:off x="3352800" y="4191000"/>
            <a:ext cx="533400" cy="228600"/>
          </a:xfrm>
          <a:custGeom>
            <a:avLst/>
            <a:gdLst>
              <a:gd name="T0" fmla="*/ 0 w 533400"/>
              <a:gd name="T1" fmla="*/ 0 h 228600"/>
              <a:gd name="T2" fmla="*/ 533400 w 533400"/>
              <a:gd name="T3" fmla="*/ 228600 h 228600"/>
            </a:gdLst>
            <a:ahLst/>
            <a:cxnLst/>
            <a:rect l="T0" t="T1" r="T2" b="T3"/>
            <a:pathLst>
              <a:path w="533400" h="228600">
                <a:moveTo>
                  <a:pt x="0" y="228600"/>
                </a:moveTo>
                <a:lnTo>
                  <a:pt x="533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0" name="object 40"/>
          <p:cNvSpPr txBox="1"/>
          <p:nvPr/>
        </p:nvSpPr>
        <p:spPr>
          <a:xfrm>
            <a:off x="3667125" y="4437063"/>
            <a:ext cx="514350"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t</a:t>
            </a:r>
            <a:r>
              <a:rPr sz="1600" b="1" spc="-10" dirty="0">
                <a:latin typeface="Courier New"/>
                <a:cs typeface="Courier New"/>
              </a:rPr>
              <a:t>h</a:t>
            </a:r>
            <a:r>
              <a:rPr sz="1600" b="1" spc="5" dirty="0">
                <a:latin typeface="Courier New"/>
                <a:cs typeface="Courier New"/>
              </a:rPr>
              <a:t>e</a:t>
            </a:r>
            <a:r>
              <a:rPr sz="1600" b="1" dirty="0">
                <a:latin typeface="Courier New"/>
                <a:cs typeface="Courier New"/>
              </a:rPr>
              <a:t>n</a:t>
            </a:r>
            <a:endParaRPr sz="1600">
              <a:latin typeface="Courier New"/>
              <a:cs typeface="Courier New"/>
            </a:endParaRPr>
          </a:p>
        </p:txBody>
      </p:sp>
      <p:sp>
        <p:nvSpPr>
          <p:cNvPr id="57385" name="object 41"/>
          <p:cNvSpPr>
            <a:spLocks noChangeArrowheads="1"/>
          </p:cNvSpPr>
          <p:nvPr/>
        </p:nvSpPr>
        <p:spPr bwMode="auto">
          <a:xfrm>
            <a:off x="2743200" y="47244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86" name="object 42"/>
          <p:cNvSpPr>
            <a:spLocks noChangeArrowheads="1"/>
          </p:cNvSpPr>
          <p:nvPr/>
        </p:nvSpPr>
        <p:spPr bwMode="auto">
          <a:xfrm>
            <a:off x="3352800" y="47244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87" name="object 43"/>
          <p:cNvSpPr>
            <a:spLocks noChangeArrowheads="1"/>
          </p:cNvSpPr>
          <p:nvPr/>
        </p:nvSpPr>
        <p:spPr bwMode="auto">
          <a:xfrm>
            <a:off x="53340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4" name="object 44"/>
          <p:cNvSpPr txBox="1"/>
          <p:nvPr/>
        </p:nvSpPr>
        <p:spPr>
          <a:xfrm>
            <a:off x="4422775" y="4437063"/>
            <a:ext cx="985838" cy="269875"/>
          </a:xfrm>
          <a:prstGeom prst="rect">
            <a:avLst/>
          </a:prstGeom>
        </p:spPr>
        <p:txBody>
          <a:bodyPr lIns="0" tIns="12700" rIns="0" bIns="0">
            <a:spAutoFit/>
          </a:bodyPr>
          <a:lstStyle/>
          <a:p>
            <a:pPr marL="12700" fontAlgn="auto">
              <a:spcBef>
                <a:spcPts val="100"/>
              </a:spcBef>
              <a:spcAft>
                <a:spcPts val="0"/>
              </a:spcAft>
              <a:defRPr/>
            </a:pPr>
            <a:r>
              <a:rPr sz="2400" baseline="-5208" dirty="0">
                <a:latin typeface="Courier New"/>
                <a:cs typeface="Courier New"/>
              </a:rPr>
              <a:t>S </a:t>
            </a:r>
            <a:r>
              <a:rPr sz="1600" b="1" spc="-5" dirty="0">
                <a:latin typeface="Courier New"/>
                <a:cs typeface="Courier New"/>
              </a:rPr>
              <a:t>then</a:t>
            </a:r>
            <a:r>
              <a:rPr sz="1600" b="1" spc="-220" dirty="0">
                <a:latin typeface="Courier New"/>
                <a:cs typeface="Courier New"/>
              </a:rPr>
              <a:t> </a:t>
            </a:r>
            <a:r>
              <a:rPr sz="2400" baseline="-5208" dirty="0">
                <a:latin typeface="Courier New"/>
                <a:cs typeface="Courier New"/>
              </a:rPr>
              <a:t>S</a:t>
            </a:r>
            <a:endParaRPr sz="2400" baseline="-5208">
              <a:latin typeface="Courier New"/>
              <a:cs typeface="Courier New"/>
            </a:endParaRPr>
          </a:p>
        </p:txBody>
      </p:sp>
      <p:sp>
        <p:nvSpPr>
          <p:cNvPr id="57389" name="object 45"/>
          <p:cNvSpPr>
            <a:spLocks noChangeArrowheads="1"/>
          </p:cNvSpPr>
          <p:nvPr/>
        </p:nvSpPr>
        <p:spPr bwMode="auto">
          <a:xfrm>
            <a:off x="4114800" y="41148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90" name="object 46"/>
          <p:cNvSpPr>
            <a:spLocks noChangeArrowheads="1"/>
          </p:cNvSpPr>
          <p:nvPr/>
        </p:nvSpPr>
        <p:spPr bwMode="auto">
          <a:xfrm>
            <a:off x="4267200" y="41148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91" name="object 47"/>
          <p:cNvSpPr>
            <a:spLocks noChangeArrowheads="1"/>
          </p:cNvSpPr>
          <p:nvPr/>
        </p:nvSpPr>
        <p:spPr bwMode="auto">
          <a:xfrm>
            <a:off x="41148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92" name="object 48"/>
          <p:cNvSpPr>
            <a:spLocks noChangeArrowheads="1"/>
          </p:cNvSpPr>
          <p:nvPr/>
        </p:nvSpPr>
        <p:spPr bwMode="auto">
          <a:xfrm>
            <a:off x="49530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7393" name="object 49"/>
          <p:cNvSpPr>
            <a:spLocks noChangeArrowheads="1"/>
          </p:cNvSpPr>
          <p:nvPr/>
        </p:nvSpPr>
        <p:spPr bwMode="auto">
          <a:xfrm>
            <a:off x="2895600" y="3124200"/>
            <a:ext cx="0" cy="377825"/>
          </a:xfrm>
          <a:custGeom>
            <a:avLst/>
            <a:gdLst>
              <a:gd name="T0" fmla="*/ 0 h 377189"/>
              <a:gd name="T1" fmla="*/ 377189 h 377189"/>
            </a:gdLst>
            <a:ahLst/>
            <a:cxnLst/>
            <a:rect l="0" t="T0" r="0" b="T1"/>
            <a:pathLst>
              <a:path h="377189">
                <a:moveTo>
                  <a:pt x="0" y="0"/>
                </a:moveTo>
                <a:lnTo>
                  <a:pt x="0" y="37718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7394" name="object 50"/>
          <p:cNvSpPr>
            <a:spLocks noChangeArrowheads="1"/>
          </p:cNvSpPr>
          <p:nvPr/>
        </p:nvSpPr>
        <p:spPr bwMode="auto">
          <a:xfrm>
            <a:off x="2852738" y="3495675"/>
            <a:ext cx="85725" cy="85725"/>
          </a:xfrm>
          <a:custGeom>
            <a:avLst/>
            <a:gdLst>
              <a:gd name="T0" fmla="*/ 0 w 86360"/>
              <a:gd name="T1" fmla="*/ 0 h 85089"/>
              <a:gd name="T2" fmla="*/ 86360 w 86360"/>
              <a:gd name="T3" fmla="*/ 85089 h 85089"/>
            </a:gdLst>
            <a:ahLst/>
            <a:cxnLst/>
            <a:rect l="T0" t="T1" r="T2" b="T3"/>
            <a:pathLst>
              <a:path w="86360" h="85089">
                <a:moveTo>
                  <a:pt x="86360" y="0"/>
                </a:moveTo>
                <a:lnTo>
                  <a:pt x="0" y="0"/>
                </a:lnTo>
                <a:lnTo>
                  <a:pt x="43180" y="85089"/>
                </a:lnTo>
                <a:lnTo>
                  <a:pt x="8636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7395" name="object 51"/>
          <p:cNvSpPr txBox="1">
            <a:spLocks noChangeArrowheads="1"/>
          </p:cNvSpPr>
          <p:nvPr/>
        </p:nvSpPr>
        <p:spPr bwMode="auto">
          <a:xfrm>
            <a:off x="2971800" y="3076575"/>
            <a:ext cx="1092200" cy="430213"/>
          </a:xfrm>
          <a:prstGeom prst="rect">
            <a:avLst/>
          </a:prstGeom>
          <a:noFill/>
          <a:ln w="9525">
            <a:noFill/>
            <a:miter lim="800000"/>
            <a:headEnd/>
            <a:tailEnd/>
          </a:ln>
        </p:spPr>
        <p:txBody>
          <a:bodyPr lIns="0" tIns="12700" rIns="0" bIns="0">
            <a:spAutoFit/>
          </a:bodyPr>
          <a:lstStyle/>
          <a:p>
            <a:pPr marL="12700">
              <a:lnSpc>
                <a:spcPct val="133000"/>
              </a:lnSpc>
              <a:spcBef>
                <a:spcPts val="100"/>
              </a:spcBef>
            </a:pPr>
            <a:r>
              <a:rPr lang="en-US" sz="1000">
                <a:latin typeface="Courier New" pitchFamily="49" charset="0"/>
                <a:cs typeface="Courier New" pitchFamily="49" charset="0"/>
              </a:rPr>
              <a:t>S.next = Lnext  S.begin = L1</a:t>
            </a:r>
          </a:p>
        </p:txBody>
      </p:sp>
      <p:sp>
        <p:nvSpPr>
          <p:cNvPr id="52" name="object 52"/>
          <p:cNvSpPr txBox="1"/>
          <p:nvPr/>
        </p:nvSpPr>
        <p:spPr>
          <a:xfrm>
            <a:off x="1525588" y="3933825"/>
            <a:ext cx="8636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E.true </a:t>
            </a:r>
            <a:r>
              <a:rPr sz="1000" dirty="0">
                <a:latin typeface="Courier New"/>
                <a:cs typeface="Courier New"/>
              </a:rPr>
              <a:t>=</a:t>
            </a:r>
            <a:r>
              <a:rPr sz="1000" spc="-90" dirty="0">
                <a:latin typeface="Courier New"/>
                <a:cs typeface="Courier New"/>
              </a:rPr>
              <a:t> </a:t>
            </a:r>
            <a:r>
              <a:rPr sz="1000" spc="-5" dirty="0">
                <a:latin typeface="Courier New"/>
                <a:cs typeface="Courier New"/>
              </a:rPr>
              <a:t>L2</a:t>
            </a:r>
            <a:endParaRPr sz="1000">
              <a:latin typeface="Courier New"/>
              <a:cs typeface="Courier New"/>
            </a:endParaRPr>
          </a:p>
        </p:txBody>
      </p:sp>
      <p:sp>
        <p:nvSpPr>
          <p:cNvPr id="53" name="object 53"/>
          <p:cNvSpPr txBox="1"/>
          <p:nvPr/>
        </p:nvSpPr>
        <p:spPr>
          <a:xfrm>
            <a:off x="1525588" y="4135438"/>
            <a:ext cx="11684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Lnext</a:t>
            </a:r>
            <a:endParaRPr sz="1000">
              <a:latin typeface="Courier New"/>
              <a:cs typeface="Courier New"/>
            </a:endParaRPr>
          </a:p>
        </p:txBody>
      </p:sp>
      <p:sp>
        <p:nvSpPr>
          <p:cNvPr id="57398" name="object 54"/>
          <p:cNvSpPr>
            <a:spLocks noChangeArrowheads="1"/>
          </p:cNvSpPr>
          <p:nvPr/>
        </p:nvSpPr>
        <p:spPr bwMode="auto">
          <a:xfrm>
            <a:off x="1978025" y="3581400"/>
            <a:ext cx="917575" cy="352425"/>
          </a:xfrm>
          <a:custGeom>
            <a:avLst/>
            <a:gdLst>
              <a:gd name="T0" fmla="*/ 0 w 916939"/>
              <a:gd name="T1" fmla="*/ 0 h 353060"/>
              <a:gd name="T2" fmla="*/ 916939 w 916939"/>
              <a:gd name="T3" fmla="*/ 353060 h 353060"/>
            </a:gdLst>
            <a:ahLst/>
            <a:cxnLst/>
            <a:rect l="T0" t="T1" r="T2" b="T3"/>
            <a:pathLst>
              <a:path w="916939" h="353060">
                <a:moveTo>
                  <a:pt x="916939" y="0"/>
                </a:moveTo>
                <a:lnTo>
                  <a:pt x="0"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7399" name="object 55"/>
          <p:cNvSpPr>
            <a:spLocks noChangeArrowheads="1"/>
          </p:cNvSpPr>
          <p:nvPr/>
        </p:nvSpPr>
        <p:spPr bwMode="auto">
          <a:xfrm>
            <a:off x="1905000" y="3892550"/>
            <a:ext cx="95250" cy="79375"/>
          </a:xfrm>
          <a:custGeom>
            <a:avLst/>
            <a:gdLst>
              <a:gd name="T0" fmla="*/ 0 w 95250"/>
              <a:gd name="T1" fmla="*/ 0 h 78739"/>
              <a:gd name="T2" fmla="*/ 95250 w 95250"/>
              <a:gd name="T3" fmla="*/ 78739 h 78739"/>
            </a:gdLst>
            <a:ahLst/>
            <a:cxnLst/>
            <a:rect l="T0" t="T1" r="T2" b="T3"/>
            <a:pathLst>
              <a:path w="95250" h="78739">
                <a:moveTo>
                  <a:pt x="64769" y="0"/>
                </a:moveTo>
                <a:lnTo>
                  <a:pt x="0" y="69850"/>
                </a:lnTo>
                <a:lnTo>
                  <a:pt x="95250" y="78739"/>
                </a:lnTo>
                <a:lnTo>
                  <a:pt x="6476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6" name="object 56"/>
          <p:cNvSpPr txBox="1"/>
          <p:nvPr/>
        </p:nvSpPr>
        <p:spPr>
          <a:xfrm>
            <a:off x="4114800" y="3889375"/>
            <a:ext cx="865188"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S.next </a:t>
            </a:r>
            <a:r>
              <a:rPr sz="1000" dirty="0">
                <a:latin typeface="Courier New"/>
                <a:cs typeface="Courier New"/>
              </a:rPr>
              <a:t>=</a:t>
            </a:r>
            <a:r>
              <a:rPr sz="1000" spc="-90" dirty="0">
                <a:latin typeface="Courier New"/>
                <a:cs typeface="Courier New"/>
              </a:rPr>
              <a:t> </a:t>
            </a:r>
            <a:r>
              <a:rPr sz="1000" dirty="0">
                <a:latin typeface="Courier New"/>
                <a:cs typeface="Courier New"/>
              </a:rPr>
              <a:t>L1</a:t>
            </a:r>
            <a:endParaRPr sz="1000">
              <a:latin typeface="Courier New"/>
              <a:cs typeface="Courier New"/>
            </a:endParaRPr>
          </a:p>
        </p:txBody>
      </p:sp>
      <p:sp>
        <p:nvSpPr>
          <p:cNvPr id="57401" name="object 57"/>
          <p:cNvSpPr>
            <a:spLocks noChangeArrowheads="1"/>
          </p:cNvSpPr>
          <p:nvPr/>
        </p:nvSpPr>
        <p:spPr bwMode="auto">
          <a:xfrm>
            <a:off x="2895600" y="3581400"/>
            <a:ext cx="917575" cy="352425"/>
          </a:xfrm>
          <a:custGeom>
            <a:avLst/>
            <a:gdLst>
              <a:gd name="T0" fmla="*/ 0 w 916939"/>
              <a:gd name="T1" fmla="*/ 0 h 353060"/>
              <a:gd name="T2" fmla="*/ 916939 w 916939"/>
              <a:gd name="T3" fmla="*/ 353060 h 353060"/>
            </a:gdLst>
            <a:ahLst/>
            <a:cxnLst/>
            <a:rect l="T0" t="T1" r="T2" b="T3"/>
            <a:pathLst>
              <a:path w="916939" h="353060">
                <a:moveTo>
                  <a:pt x="0" y="0"/>
                </a:moveTo>
                <a:lnTo>
                  <a:pt x="916939"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7402" name="object 58"/>
          <p:cNvSpPr>
            <a:spLocks noChangeArrowheads="1"/>
          </p:cNvSpPr>
          <p:nvPr/>
        </p:nvSpPr>
        <p:spPr bwMode="auto">
          <a:xfrm>
            <a:off x="3790950" y="3892550"/>
            <a:ext cx="95250" cy="79375"/>
          </a:xfrm>
          <a:custGeom>
            <a:avLst/>
            <a:gdLst>
              <a:gd name="T0" fmla="*/ 0 w 95250"/>
              <a:gd name="T1" fmla="*/ 0 h 78739"/>
              <a:gd name="T2" fmla="*/ 95250 w 95250"/>
              <a:gd name="T3" fmla="*/ 78739 h 78739"/>
            </a:gdLst>
            <a:ahLst/>
            <a:cxnLst/>
            <a:rect l="T0" t="T1" r="T2" b="T3"/>
            <a:pathLst>
              <a:path w="95250" h="78739">
                <a:moveTo>
                  <a:pt x="30479" y="0"/>
                </a:moveTo>
                <a:lnTo>
                  <a:pt x="0" y="78739"/>
                </a:lnTo>
                <a:lnTo>
                  <a:pt x="95250" y="69850"/>
                </a:lnTo>
                <a:lnTo>
                  <a:pt x="3047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9" name="object 59"/>
          <p:cNvSpPr txBox="1"/>
          <p:nvPr/>
        </p:nvSpPr>
        <p:spPr>
          <a:xfrm>
            <a:off x="5943600" y="3276600"/>
            <a:ext cx="2514600" cy="914400"/>
          </a:xfrm>
          <a:prstGeom prst="rect">
            <a:avLst/>
          </a:prstGeom>
          <a:solidFill>
            <a:srgbClr val="7F0000">
              <a:alpha val="23999"/>
            </a:srgbClr>
          </a:solidFill>
        </p:spPr>
        <p:txBody>
          <a:bodyPr lIns="0" tIns="46990" rIns="0" bIns="0">
            <a:spAutoFit/>
          </a:bodyPr>
          <a:lstStyle/>
          <a:p>
            <a:pPr marL="90170" fontAlgn="auto">
              <a:spcBef>
                <a:spcPts val="370"/>
              </a:spcBef>
              <a:spcAft>
                <a:spcPts val="0"/>
              </a:spcAft>
              <a:defRPr/>
            </a:pPr>
            <a:r>
              <a:rPr sz="1400" spc="-5" dirty="0">
                <a:latin typeface="Courier New"/>
                <a:cs typeface="Courier New"/>
              </a:rPr>
              <a:t>L1: </a:t>
            </a:r>
            <a:r>
              <a:rPr sz="1400" dirty="0">
                <a:latin typeface="Courier New"/>
                <a:cs typeface="Courier New"/>
              </a:rPr>
              <a:t>if a &lt; b </a:t>
            </a:r>
            <a:r>
              <a:rPr sz="1400" spc="-5" dirty="0">
                <a:latin typeface="Courier New"/>
                <a:cs typeface="Courier New"/>
              </a:rPr>
              <a:t>goto</a:t>
            </a:r>
            <a:r>
              <a:rPr sz="1400" spc="-90" dirty="0">
                <a:latin typeface="Courier New"/>
                <a:cs typeface="Courier New"/>
              </a:rPr>
              <a:t> </a:t>
            </a:r>
            <a:r>
              <a:rPr sz="1400" spc="-5" dirty="0">
                <a:latin typeface="Courier New"/>
                <a:cs typeface="Courier New"/>
              </a:rPr>
              <a:t>L2</a:t>
            </a:r>
            <a:endParaRPr sz="1400">
              <a:latin typeface="Courier New"/>
              <a:cs typeface="Courier New"/>
            </a:endParaRPr>
          </a:p>
          <a:p>
            <a:pPr marL="515620" fontAlgn="auto">
              <a:spcBef>
                <a:spcPts val="870"/>
              </a:spcBef>
              <a:spcAft>
                <a:spcPts val="0"/>
              </a:spcAft>
              <a:defRPr/>
            </a:pPr>
            <a:r>
              <a:rPr sz="1400" spc="-5" dirty="0">
                <a:latin typeface="Courier New"/>
                <a:cs typeface="Courier New"/>
              </a:rPr>
              <a:t>goto Lnext</a:t>
            </a:r>
            <a:endParaRPr sz="1400">
              <a:latin typeface="Courier New"/>
              <a:cs typeface="Courier New"/>
            </a:endParaRPr>
          </a:p>
          <a:p>
            <a:pPr marL="90170" fontAlgn="auto">
              <a:spcBef>
                <a:spcPts val="870"/>
              </a:spcBef>
              <a:spcAft>
                <a:spcPts val="0"/>
              </a:spcAft>
              <a:defRPr/>
            </a:pPr>
            <a:r>
              <a:rPr sz="1400" spc="-5" dirty="0">
                <a:latin typeface="Courier New"/>
                <a:cs typeface="Courier New"/>
              </a:rPr>
              <a:t>L2:</a:t>
            </a:r>
            <a:endParaRPr sz="1400">
              <a:latin typeface="Courier New"/>
              <a:cs typeface="Courier New"/>
            </a:endParaRPr>
          </a:p>
        </p:txBody>
      </p:sp>
      <p:sp>
        <p:nvSpPr>
          <p:cNvPr id="60" name="Title 1"/>
          <p:cNvSpPr txBox="1">
            <a:spLocks/>
          </p:cNvSpPr>
          <p:nvPr/>
        </p:nvSpPr>
        <p:spPr>
          <a:xfrm>
            <a:off x="1371600" y="0"/>
            <a:ext cx="7772400" cy="9906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Combining Boolean and Control Flow  Statements</a:t>
            </a:r>
          </a:p>
        </p:txBody>
      </p:sp>
      <p:sp>
        <p:nvSpPr>
          <p:cNvPr id="62" name="Date Placeholder 61"/>
          <p:cNvSpPr>
            <a:spLocks noGrp="1"/>
          </p:cNvSpPr>
          <p:nvPr>
            <p:ph type="dt" sz="half" idx="10"/>
          </p:nvPr>
        </p:nvSpPr>
        <p:spPr/>
        <p:txBody>
          <a:bodyPr/>
          <a:lstStyle/>
          <a:p>
            <a:fld id="{37CB023F-7327-42CD-BC12-29A41F2F2500}" type="datetime1">
              <a:rPr lang="en-US" smtClean="0"/>
              <a:t>11/11/2024</a:t>
            </a:fld>
            <a:endParaRPr lang="en-US"/>
          </a:p>
        </p:txBody>
      </p:sp>
      <p:sp>
        <p:nvSpPr>
          <p:cNvPr id="63" name="Slide Number Placeholder 62"/>
          <p:cNvSpPr>
            <a:spLocks noGrp="1"/>
          </p:cNvSpPr>
          <p:nvPr>
            <p:ph type="sldNum" sz="quarter" idx="12"/>
          </p:nvPr>
        </p:nvSpPr>
        <p:spPr/>
        <p:txBody>
          <a:bodyPr/>
          <a:lstStyle/>
          <a:p>
            <a:fld id="{B6F15528-21DE-4FAA-801E-634DDDAF4B2B}" type="slidenum">
              <a:rPr lang="en-US" smtClean="0"/>
              <a:pPr/>
              <a:t>63</a:t>
            </a:fld>
            <a:endParaRPr lang="en-US"/>
          </a:p>
        </p:txBody>
      </p:sp>
      <p:sp>
        <p:nvSpPr>
          <p:cNvPr id="64" name="Footer Placeholder 63"/>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61" name="Picture 6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object 2"/>
          <p:cNvSpPr>
            <a:spLocks noChangeArrowheads="1"/>
          </p:cNvSpPr>
          <p:nvPr/>
        </p:nvSpPr>
        <p:spPr bwMode="auto">
          <a:xfrm>
            <a:off x="2514600" y="5105400"/>
            <a:ext cx="1524000" cy="1066800"/>
          </a:xfrm>
          <a:custGeom>
            <a:avLst/>
            <a:gdLst>
              <a:gd name="T0" fmla="*/ 0 w 1524000"/>
              <a:gd name="T1" fmla="*/ 0 h 1066800"/>
              <a:gd name="T2" fmla="*/ 1524000 w 1524000"/>
              <a:gd name="T3" fmla="*/ 1066800 h 1066800"/>
            </a:gdLst>
            <a:ahLst/>
            <a:cxnLst/>
            <a:rect l="T0" t="T1" r="T2" b="T3"/>
            <a:pathLst>
              <a:path w="1524000" h="1066800">
                <a:moveTo>
                  <a:pt x="1524000" y="0"/>
                </a:moveTo>
                <a:lnTo>
                  <a:pt x="0" y="0"/>
                </a:lnTo>
                <a:lnTo>
                  <a:pt x="0" y="1066800"/>
                </a:lnTo>
                <a:lnTo>
                  <a:pt x="1524000" y="1066800"/>
                </a:lnTo>
                <a:lnTo>
                  <a:pt x="1524000" y="0"/>
                </a:lnTo>
                <a:close/>
              </a:path>
            </a:pathLst>
          </a:custGeom>
          <a:solidFill>
            <a:srgbClr val="7F0000">
              <a:alpha val="23921"/>
            </a:srgbClr>
          </a:solidFill>
          <a:ln w="9525">
            <a:noFill/>
            <a:miter lim="800000"/>
            <a:headEnd/>
            <a:tailEnd/>
          </a:ln>
        </p:spPr>
        <p:txBody>
          <a:bodyPr lIns="0" tIns="0" rIns="0" bIns="0"/>
          <a:lstStyle/>
          <a:p>
            <a:endParaRPr lang="en-US">
              <a:latin typeface="Calibri" pitchFamily="34" charset="0"/>
            </a:endParaRPr>
          </a:p>
        </p:txBody>
      </p:sp>
      <p:sp>
        <p:nvSpPr>
          <p:cNvPr id="58372" name="object 4"/>
          <p:cNvSpPr txBox="1">
            <a:spLocks noChangeArrowheads="1"/>
          </p:cNvSpPr>
          <p:nvPr/>
        </p:nvSpPr>
        <p:spPr bwMode="auto">
          <a:xfrm>
            <a:off x="763588" y="1201738"/>
            <a:ext cx="1854200" cy="1876425"/>
          </a:xfrm>
          <a:prstGeom prst="rect">
            <a:avLst/>
          </a:prstGeom>
          <a:noFill/>
          <a:ln w="9525">
            <a:noFill/>
            <a:miter lim="800000"/>
            <a:headEnd/>
            <a:tailEnd/>
          </a:ln>
        </p:spPr>
        <p:txBody>
          <a:bodyPr lIns="0" tIns="12700" rIns="0" bIns="0">
            <a:spAutoFit/>
          </a:bodyPr>
          <a:lstStyle/>
          <a:p>
            <a:pPr marL="255588" indent="-242888">
              <a:lnSpc>
                <a:spcPct val="152000"/>
              </a:lnSpc>
              <a:spcBef>
                <a:spcPts val="100"/>
              </a:spcBef>
            </a:pPr>
            <a:r>
              <a:rPr lang="en-US" sz="1600">
                <a:latin typeface="Courier New" pitchFamily="49" charset="0"/>
                <a:cs typeface="Courier New" pitchFamily="49" charset="0"/>
              </a:rPr>
              <a:t>while a &lt; b do  if c &lt; d then</a:t>
            </a:r>
          </a:p>
          <a:p>
            <a:pPr marL="255588" indent="-242888">
              <a:lnSpc>
                <a:spcPts val="2925"/>
              </a:lnSpc>
              <a:spcBef>
                <a:spcPts val="250"/>
              </a:spcBef>
            </a:pPr>
            <a:r>
              <a:rPr lang="en-US" sz="1600">
                <a:latin typeface="Courier New" pitchFamily="49" charset="0"/>
                <a:cs typeface="Courier New" pitchFamily="49" charset="0"/>
              </a:rPr>
              <a:t>x = y + z  else</a:t>
            </a:r>
          </a:p>
          <a:p>
            <a:pPr marL="255588" indent="-242888">
              <a:spcBef>
                <a:spcPts val="725"/>
              </a:spcBef>
            </a:pPr>
            <a:r>
              <a:rPr lang="en-US" sz="1600">
                <a:latin typeface="Courier New" pitchFamily="49" charset="0"/>
                <a:cs typeface="Courier New" pitchFamily="49" charset="0"/>
              </a:rPr>
              <a:t>x = y - z</a:t>
            </a:r>
          </a:p>
        </p:txBody>
      </p:sp>
      <p:sp>
        <p:nvSpPr>
          <p:cNvPr id="58377" name="object 9"/>
          <p:cNvSpPr txBox="1">
            <a:spLocks noChangeArrowheads="1"/>
          </p:cNvSpPr>
          <p:nvPr/>
        </p:nvSpPr>
        <p:spPr bwMode="auto">
          <a:xfrm>
            <a:off x="2670175" y="3386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58378" name="object 10"/>
          <p:cNvSpPr txBox="1">
            <a:spLocks noChangeArrowheads="1"/>
          </p:cNvSpPr>
          <p:nvPr/>
        </p:nvSpPr>
        <p:spPr bwMode="auto">
          <a:xfrm>
            <a:off x="3889375" y="3919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11" name="object 11"/>
          <p:cNvSpPr txBox="1"/>
          <p:nvPr/>
        </p:nvSpPr>
        <p:spPr>
          <a:xfrm>
            <a:off x="2606675" y="5140325"/>
            <a:ext cx="1352550" cy="268288"/>
          </a:xfrm>
          <a:prstGeom prst="rect">
            <a:avLst/>
          </a:prstGeom>
        </p:spPr>
        <p:txBody>
          <a:bodyPr lIns="0" tIns="12700" rIns="0" bIns="0">
            <a:spAutoFit/>
          </a:bodyPr>
          <a:lstStyle/>
          <a:p>
            <a:pPr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8380" name="object 12"/>
          <p:cNvSpPr txBox="1">
            <a:spLocks noChangeArrowheads="1"/>
          </p:cNvSpPr>
          <p:nvPr/>
        </p:nvSpPr>
        <p:spPr bwMode="auto">
          <a:xfrm>
            <a:off x="1298575" y="39639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8381" name="object 13"/>
          <p:cNvSpPr>
            <a:spLocks noChangeArrowheads="1"/>
          </p:cNvSpPr>
          <p:nvPr/>
        </p:nvSpPr>
        <p:spPr bwMode="auto">
          <a:xfrm>
            <a:off x="1447800" y="3657600"/>
            <a:ext cx="1066800" cy="304800"/>
          </a:xfrm>
          <a:custGeom>
            <a:avLst/>
            <a:gdLst>
              <a:gd name="T0" fmla="*/ 0 w 1066800"/>
              <a:gd name="T1" fmla="*/ 0 h 304800"/>
              <a:gd name="T2" fmla="*/ 1066800 w 1066800"/>
              <a:gd name="T3" fmla="*/ 304800 h 304800"/>
            </a:gdLst>
            <a:ahLst/>
            <a:cxnLst/>
            <a:rect l="T0" t="T1" r="T2" b="T3"/>
            <a:pathLst>
              <a:path w="1066800" h="304800">
                <a:moveTo>
                  <a:pt x="0" y="304800"/>
                </a:moveTo>
                <a:lnTo>
                  <a:pt x="1066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2" name="object 14"/>
          <p:cNvSpPr>
            <a:spLocks noChangeArrowheads="1"/>
          </p:cNvSpPr>
          <p:nvPr/>
        </p:nvSpPr>
        <p:spPr bwMode="auto">
          <a:xfrm>
            <a:off x="2971800" y="35814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3" name="object 15"/>
          <p:cNvSpPr>
            <a:spLocks noChangeArrowheads="1"/>
          </p:cNvSpPr>
          <p:nvPr/>
        </p:nvSpPr>
        <p:spPr bwMode="auto">
          <a:xfrm>
            <a:off x="2895600" y="4114800"/>
            <a:ext cx="914400" cy="304800"/>
          </a:xfrm>
          <a:custGeom>
            <a:avLst/>
            <a:gdLst>
              <a:gd name="T0" fmla="*/ 0 w 914400"/>
              <a:gd name="T1" fmla="*/ 0 h 304800"/>
              <a:gd name="T2" fmla="*/ 914400 w 914400"/>
              <a:gd name="T3" fmla="*/ 304800 h 304800"/>
            </a:gdLst>
            <a:ahLst/>
            <a:cxnLst/>
            <a:rect l="T0" t="T1" r="T2" b="T3"/>
            <a:pathLst>
              <a:path w="914400" h="304800">
                <a:moveTo>
                  <a:pt x="0" y="304800"/>
                </a:moveTo>
                <a:lnTo>
                  <a:pt x="914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4" name="object 16"/>
          <p:cNvSpPr>
            <a:spLocks noChangeArrowheads="1"/>
          </p:cNvSpPr>
          <p:nvPr/>
        </p:nvSpPr>
        <p:spPr bwMode="auto">
          <a:xfrm>
            <a:off x="4038600" y="4191000"/>
            <a:ext cx="381000" cy="228600"/>
          </a:xfrm>
          <a:custGeom>
            <a:avLst/>
            <a:gdLst>
              <a:gd name="T0" fmla="*/ 0 w 381000"/>
              <a:gd name="T1" fmla="*/ 0 h 228600"/>
              <a:gd name="T2" fmla="*/ 381000 w 381000"/>
              <a:gd name="T3" fmla="*/ 228600 h 228600"/>
            </a:gdLst>
            <a:ahLst/>
            <a:cxnLst/>
            <a:rect l="T0" t="T1" r="T2" b="T3"/>
            <a:pathLst>
              <a:path w="381000" h="228600">
                <a:moveTo>
                  <a:pt x="381000" y="2286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5" name="object 17"/>
          <p:cNvSpPr>
            <a:spLocks noChangeArrowheads="1"/>
          </p:cNvSpPr>
          <p:nvPr/>
        </p:nvSpPr>
        <p:spPr bwMode="auto">
          <a:xfrm>
            <a:off x="44958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6" name="object 18"/>
          <p:cNvSpPr>
            <a:spLocks noChangeArrowheads="1"/>
          </p:cNvSpPr>
          <p:nvPr/>
        </p:nvSpPr>
        <p:spPr bwMode="auto">
          <a:xfrm>
            <a:off x="1371600" y="42354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7" name="object 19"/>
          <p:cNvSpPr>
            <a:spLocks noChangeArrowheads="1"/>
          </p:cNvSpPr>
          <p:nvPr/>
        </p:nvSpPr>
        <p:spPr bwMode="auto">
          <a:xfrm>
            <a:off x="8382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8" name="object 20"/>
          <p:cNvSpPr>
            <a:spLocks noChangeArrowheads="1"/>
          </p:cNvSpPr>
          <p:nvPr/>
        </p:nvSpPr>
        <p:spPr bwMode="auto">
          <a:xfrm>
            <a:off x="19050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89" name="object 21"/>
          <p:cNvSpPr>
            <a:spLocks noChangeArrowheads="1"/>
          </p:cNvSpPr>
          <p:nvPr/>
        </p:nvSpPr>
        <p:spPr bwMode="auto">
          <a:xfrm>
            <a:off x="27432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90" name="object 22"/>
          <p:cNvSpPr>
            <a:spLocks noChangeArrowheads="1"/>
          </p:cNvSpPr>
          <p:nvPr/>
        </p:nvSpPr>
        <p:spPr bwMode="auto">
          <a:xfrm>
            <a:off x="38100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91" name="object 23"/>
          <p:cNvSpPr txBox="1">
            <a:spLocks noChangeArrowheads="1"/>
          </p:cNvSpPr>
          <p:nvPr/>
        </p:nvSpPr>
        <p:spPr bwMode="auto">
          <a:xfrm>
            <a:off x="2682875" y="5868988"/>
            <a:ext cx="1201738" cy="268287"/>
          </a:xfrm>
          <a:prstGeom prst="rect">
            <a:avLst/>
          </a:prstGeom>
          <a:noFill/>
          <a:ln w="9525">
            <a:noFill/>
            <a:miter lim="800000"/>
            <a:headEnd/>
            <a:tailEnd/>
          </a:ln>
        </p:spPr>
        <p:txBody>
          <a:bodyPr lIns="0" tIns="12700" rIns="0" bIns="0">
            <a:spAutoFit/>
          </a:bodyPr>
          <a:lstStyle/>
          <a:p>
            <a:pPr>
              <a:spcBef>
                <a:spcPts val="100"/>
              </a:spcBef>
              <a:tabLst>
                <a:tab pos="531813" algn="l"/>
                <a:tab pos="1065213" algn="l"/>
              </a:tabLst>
            </a:pPr>
            <a:r>
              <a:rPr lang="en-US" sz="1600">
                <a:latin typeface="Courier New" pitchFamily="49" charset="0"/>
                <a:cs typeface="Courier New" pitchFamily="49" charset="0"/>
              </a:rPr>
              <a:t>c	&lt;	d</a:t>
            </a:r>
          </a:p>
        </p:txBody>
      </p:sp>
      <p:sp>
        <p:nvSpPr>
          <p:cNvPr id="58392" name="object 24"/>
          <p:cNvSpPr>
            <a:spLocks noChangeArrowheads="1"/>
          </p:cNvSpPr>
          <p:nvPr/>
        </p:nvSpPr>
        <p:spPr bwMode="auto">
          <a:xfrm>
            <a:off x="32766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393" name="object 25"/>
          <p:cNvSpPr txBox="1">
            <a:spLocks noChangeArrowheads="1"/>
          </p:cNvSpPr>
          <p:nvPr/>
        </p:nvSpPr>
        <p:spPr bwMode="auto">
          <a:xfrm>
            <a:off x="1298575" y="5303838"/>
            <a:ext cx="6810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Lst>
            </a:pPr>
            <a:r>
              <a:rPr lang="en-US" sz="1600">
                <a:latin typeface="Courier New" pitchFamily="49" charset="0"/>
                <a:cs typeface="Courier New" pitchFamily="49" charset="0"/>
              </a:rPr>
              <a:t>&lt;	b</a:t>
            </a:r>
          </a:p>
        </p:txBody>
      </p:sp>
      <p:sp>
        <p:nvSpPr>
          <p:cNvPr id="58394" name="object 26"/>
          <p:cNvSpPr>
            <a:spLocks noChangeArrowheads="1"/>
          </p:cNvSpPr>
          <p:nvPr/>
        </p:nvSpPr>
        <p:spPr bwMode="auto">
          <a:xfrm>
            <a:off x="13716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7" name="object 27"/>
          <p:cNvSpPr txBox="1"/>
          <p:nvPr/>
        </p:nvSpPr>
        <p:spPr>
          <a:xfrm>
            <a:off x="2532063" y="39195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do</a:t>
            </a:r>
            <a:endParaRPr sz="1600">
              <a:latin typeface="Courier New"/>
              <a:cs typeface="Courier New"/>
            </a:endParaRPr>
          </a:p>
        </p:txBody>
      </p:sp>
      <p:sp>
        <p:nvSpPr>
          <p:cNvPr id="58396" name="object 28"/>
          <p:cNvSpPr>
            <a:spLocks noChangeArrowheads="1"/>
          </p:cNvSpPr>
          <p:nvPr/>
        </p:nvSpPr>
        <p:spPr bwMode="auto">
          <a:xfrm>
            <a:off x="2667000" y="3733800"/>
            <a:ext cx="0" cy="152400"/>
          </a:xfrm>
          <a:custGeom>
            <a:avLst/>
            <a:gdLst>
              <a:gd name="T0" fmla="*/ 0 h 152400"/>
              <a:gd name="T1" fmla="*/ 152400 h 152400"/>
            </a:gdLst>
            <a:ahLst/>
            <a:cxnLst/>
            <a:rect l="0" t="T0" r="0" b="T1"/>
            <a:pathLst>
              <a:path h="152400">
                <a:moveTo>
                  <a:pt x="0" y="0"/>
                </a:moveTo>
                <a:lnTo>
                  <a:pt x="0" y="1524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9" name="object 29"/>
          <p:cNvSpPr txBox="1"/>
          <p:nvPr/>
        </p:nvSpPr>
        <p:spPr>
          <a:xfrm>
            <a:off x="2608263" y="4437063"/>
            <a:ext cx="269875"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if</a:t>
            </a:r>
            <a:endParaRPr sz="1600">
              <a:latin typeface="Courier New"/>
              <a:cs typeface="Courier New"/>
            </a:endParaRPr>
          </a:p>
        </p:txBody>
      </p:sp>
      <p:sp>
        <p:nvSpPr>
          <p:cNvPr id="58398" name="object 30"/>
          <p:cNvSpPr>
            <a:spLocks noChangeArrowheads="1"/>
          </p:cNvSpPr>
          <p:nvPr/>
        </p:nvSpPr>
        <p:spPr bwMode="auto">
          <a:xfrm>
            <a:off x="3962400" y="4191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1" name="object 31"/>
          <p:cNvSpPr txBox="1"/>
          <p:nvPr/>
        </p:nvSpPr>
        <p:spPr>
          <a:xfrm>
            <a:off x="688975" y="457358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8400" name="object 32"/>
          <p:cNvSpPr>
            <a:spLocks noChangeArrowheads="1"/>
          </p:cNvSpPr>
          <p:nvPr/>
        </p:nvSpPr>
        <p:spPr bwMode="auto">
          <a:xfrm>
            <a:off x="838200" y="423545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01" name="object 33"/>
          <p:cNvSpPr>
            <a:spLocks noChangeArrowheads="1"/>
          </p:cNvSpPr>
          <p:nvPr/>
        </p:nvSpPr>
        <p:spPr bwMode="auto">
          <a:xfrm>
            <a:off x="1447800" y="423545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4" name="object 34"/>
          <p:cNvSpPr txBox="1"/>
          <p:nvPr/>
        </p:nvSpPr>
        <p:spPr>
          <a:xfrm>
            <a:off x="254000" y="3919538"/>
            <a:ext cx="635000"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while</a:t>
            </a:r>
            <a:endParaRPr sz="1600">
              <a:latin typeface="Courier New"/>
              <a:cs typeface="Courier New"/>
            </a:endParaRPr>
          </a:p>
        </p:txBody>
      </p:sp>
      <p:sp>
        <p:nvSpPr>
          <p:cNvPr id="58403" name="object 35"/>
          <p:cNvSpPr>
            <a:spLocks noChangeArrowheads="1"/>
          </p:cNvSpPr>
          <p:nvPr/>
        </p:nvSpPr>
        <p:spPr bwMode="auto">
          <a:xfrm>
            <a:off x="685800" y="3581400"/>
            <a:ext cx="1752600" cy="304800"/>
          </a:xfrm>
          <a:custGeom>
            <a:avLst/>
            <a:gdLst>
              <a:gd name="T0" fmla="*/ 0 w 1752600"/>
              <a:gd name="T1" fmla="*/ 0 h 304800"/>
              <a:gd name="T2" fmla="*/ 1752600 w 1752600"/>
              <a:gd name="T3" fmla="*/ 304800 h 304800"/>
            </a:gdLst>
            <a:ahLst/>
            <a:cxnLst/>
            <a:rect l="T0" t="T1" r="T2" b="T3"/>
            <a:pathLst>
              <a:path w="1752600" h="304800">
                <a:moveTo>
                  <a:pt x="0" y="304800"/>
                </a:moveTo>
                <a:lnTo>
                  <a:pt x="1752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04" name="object 36"/>
          <p:cNvSpPr txBox="1">
            <a:spLocks noChangeArrowheads="1"/>
          </p:cNvSpPr>
          <p:nvPr/>
        </p:nvSpPr>
        <p:spPr bwMode="auto">
          <a:xfrm>
            <a:off x="765175" y="53355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a</a:t>
            </a:r>
          </a:p>
        </p:txBody>
      </p:sp>
      <p:sp>
        <p:nvSpPr>
          <p:cNvPr id="58405" name="object 37"/>
          <p:cNvSpPr>
            <a:spLocks noChangeArrowheads="1"/>
          </p:cNvSpPr>
          <p:nvPr/>
        </p:nvSpPr>
        <p:spPr bwMode="auto">
          <a:xfrm>
            <a:off x="3352800" y="4191000"/>
            <a:ext cx="533400" cy="228600"/>
          </a:xfrm>
          <a:custGeom>
            <a:avLst/>
            <a:gdLst>
              <a:gd name="T0" fmla="*/ 0 w 533400"/>
              <a:gd name="T1" fmla="*/ 0 h 228600"/>
              <a:gd name="T2" fmla="*/ 533400 w 533400"/>
              <a:gd name="T3" fmla="*/ 228600 h 228600"/>
            </a:gdLst>
            <a:ahLst/>
            <a:cxnLst/>
            <a:rect l="T0" t="T1" r="T2" b="T3"/>
            <a:pathLst>
              <a:path w="533400" h="228600">
                <a:moveTo>
                  <a:pt x="0" y="228600"/>
                </a:moveTo>
                <a:lnTo>
                  <a:pt x="533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06" name="object 38"/>
          <p:cNvSpPr>
            <a:spLocks noChangeArrowheads="1"/>
          </p:cNvSpPr>
          <p:nvPr/>
        </p:nvSpPr>
        <p:spPr bwMode="auto">
          <a:xfrm>
            <a:off x="5334000" y="4572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9" name="object 39"/>
          <p:cNvSpPr txBox="1"/>
          <p:nvPr/>
        </p:nvSpPr>
        <p:spPr>
          <a:xfrm>
            <a:off x="4422775" y="4437063"/>
            <a:ext cx="985838" cy="269875"/>
          </a:xfrm>
          <a:prstGeom prst="rect">
            <a:avLst/>
          </a:prstGeom>
        </p:spPr>
        <p:txBody>
          <a:bodyPr lIns="0" tIns="12700" rIns="0" bIns="0">
            <a:spAutoFit/>
          </a:bodyPr>
          <a:lstStyle/>
          <a:p>
            <a:pPr marL="12700" fontAlgn="auto">
              <a:spcBef>
                <a:spcPts val="100"/>
              </a:spcBef>
              <a:spcAft>
                <a:spcPts val="0"/>
              </a:spcAft>
              <a:defRPr/>
            </a:pPr>
            <a:r>
              <a:rPr sz="2400" baseline="-5208" dirty="0">
                <a:latin typeface="Courier New"/>
                <a:cs typeface="Courier New"/>
              </a:rPr>
              <a:t>S </a:t>
            </a:r>
            <a:r>
              <a:rPr sz="1600" b="1" spc="-5" dirty="0">
                <a:latin typeface="Courier New"/>
                <a:cs typeface="Courier New"/>
              </a:rPr>
              <a:t>then</a:t>
            </a:r>
            <a:r>
              <a:rPr sz="1600" b="1" spc="-220" dirty="0">
                <a:latin typeface="Courier New"/>
                <a:cs typeface="Courier New"/>
              </a:rPr>
              <a:t> </a:t>
            </a:r>
            <a:r>
              <a:rPr sz="2400" baseline="-5208" dirty="0">
                <a:latin typeface="Courier New"/>
                <a:cs typeface="Courier New"/>
              </a:rPr>
              <a:t>S</a:t>
            </a:r>
            <a:endParaRPr sz="2400" baseline="-5208">
              <a:latin typeface="Courier New"/>
              <a:cs typeface="Courier New"/>
            </a:endParaRPr>
          </a:p>
        </p:txBody>
      </p:sp>
      <p:sp>
        <p:nvSpPr>
          <p:cNvPr id="58408" name="object 40"/>
          <p:cNvSpPr>
            <a:spLocks noChangeArrowheads="1"/>
          </p:cNvSpPr>
          <p:nvPr/>
        </p:nvSpPr>
        <p:spPr bwMode="auto">
          <a:xfrm>
            <a:off x="4114800" y="41148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09" name="object 41"/>
          <p:cNvSpPr>
            <a:spLocks noChangeArrowheads="1"/>
          </p:cNvSpPr>
          <p:nvPr/>
        </p:nvSpPr>
        <p:spPr bwMode="auto">
          <a:xfrm>
            <a:off x="4267200" y="41148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10" name="object 42"/>
          <p:cNvSpPr>
            <a:spLocks noChangeArrowheads="1"/>
          </p:cNvSpPr>
          <p:nvPr/>
        </p:nvSpPr>
        <p:spPr bwMode="auto">
          <a:xfrm>
            <a:off x="41148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11" name="object 43"/>
          <p:cNvSpPr>
            <a:spLocks noChangeArrowheads="1"/>
          </p:cNvSpPr>
          <p:nvPr/>
        </p:nvSpPr>
        <p:spPr bwMode="auto">
          <a:xfrm>
            <a:off x="49530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12" name="object 44"/>
          <p:cNvSpPr>
            <a:spLocks noChangeArrowheads="1"/>
          </p:cNvSpPr>
          <p:nvPr/>
        </p:nvSpPr>
        <p:spPr bwMode="auto">
          <a:xfrm>
            <a:off x="2895600" y="3124200"/>
            <a:ext cx="0" cy="377825"/>
          </a:xfrm>
          <a:custGeom>
            <a:avLst/>
            <a:gdLst>
              <a:gd name="T0" fmla="*/ 0 h 377189"/>
              <a:gd name="T1" fmla="*/ 377189 h 377189"/>
            </a:gdLst>
            <a:ahLst/>
            <a:cxnLst/>
            <a:rect l="0" t="T0" r="0" b="T1"/>
            <a:pathLst>
              <a:path h="377189">
                <a:moveTo>
                  <a:pt x="0" y="0"/>
                </a:moveTo>
                <a:lnTo>
                  <a:pt x="0" y="37718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8413" name="object 45"/>
          <p:cNvSpPr>
            <a:spLocks noChangeArrowheads="1"/>
          </p:cNvSpPr>
          <p:nvPr/>
        </p:nvSpPr>
        <p:spPr bwMode="auto">
          <a:xfrm>
            <a:off x="2852738" y="3495675"/>
            <a:ext cx="85725" cy="85725"/>
          </a:xfrm>
          <a:custGeom>
            <a:avLst/>
            <a:gdLst>
              <a:gd name="T0" fmla="*/ 0 w 86360"/>
              <a:gd name="T1" fmla="*/ 0 h 85089"/>
              <a:gd name="T2" fmla="*/ 86360 w 86360"/>
              <a:gd name="T3" fmla="*/ 85089 h 85089"/>
            </a:gdLst>
            <a:ahLst/>
            <a:cxnLst/>
            <a:rect l="T0" t="T1" r="T2" b="T3"/>
            <a:pathLst>
              <a:path w="86360" h="85089">
                <a:moveTo>
                  <a:pt x="86360" y="0"/>
                </a:moveTo>
                <a:lnTo>
                  <a:pt x="0" y="0"/>
                </a:lnTo>
                <a:lnTo>
                  <a:pt x="43180" y="85089"/>
                </a:lnTo>
                <a:lnTo>
                  <a:pt x="8636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8414" name="object 46"/>
          <p:cNvSpPr txBox="1">
            <a:spLocks noChangeArrowheads="1"/>
          </p:cNvSpPr>
          <p:nvPr/>
        </p:nvSpPr>
        <p:spPr bwMode="auto">
          <a:xfrm>
            <a:off x="2971800" y="3076575"/>
            <a:ext cx="1092200" cy="430213"/>
          </a:xfrm>
          <a:prstGeom prst="rect">
            <a:avLst/>
          </a:prstGeom>
          <a:noFill/>
          <a:ln w="9525">
            <a:noFill/>
            <a:miter lim="800000"/>
            <a:headEnd/>
            <a:tailEnd/>
          </a:ln>
        </p:spPr>
        <p:txBody>
          <a:bodyPr lIns="0" tIns="12700" rIns="0" bIns="0">
            <a:spAutoFit/>
          </a:bodyPr>
          <a:lstStyle/>
          <a:p>
            <a:pPr marL="12700">
              <a:lnSpc>
                <a:spcPct val="133000"/>
              </a:lnSpc>
              <a:spcBef>
                <a:spcPts val="100"/>
              </a:spcBef>
            </a:pPr>
            <a:r>
              <a:rPr lang="en-US" sz="1000">
                <a:latin typeface="Courier New" pitchFamily="49" charset="0"/>
                <a:cs typeface="Courier New" pitchFamily="49" charset="0"/>
              </a:rPr>
              <a:t>S.next = Lnext  S.begin = L1</a:t>
            </a:r>
          </a:p>
        </p:txBody>
      </p:sp>
      <p:sp>
        <p:nvSpPr>
          <p:cNvPr id="47" name="object 47"/>
          <p:cNvSpPr txBox="1"/>
          <p:nvPr/>
        </p:nvSpPr>
        <p:spPr>
          <a:xfrm>
            <a:off x="1525588" y="3933825"/>
            <a:ext cx="8636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E.true </a:t>
            </a:r>
            <a:r>
              <a:rPr sz="1000" dirty="0">
                <a:latin typeface="Courier New"/>
                <a:cs typeface="Courier New"/>
              </a:rPr>
              <a:t>=</a:t>
            </a:r>
            <a:r>
              <a:rPr sz="1000" spc="-90" dirty="0">
                <a:latin typeface="Courier New"/>
                <a:cs typeface="Courier New"/>
              </a:rPr>
              <a:t> </a:t>
            </a:r>
            <a:r>
              <a:rPr sz="1000" spc="-5" dirty="0">
                <a:latin typeface="Courier New"/>
                <a:cs typeface="Courier New"/>
              </a:rPr>
              <a:t>L2</a:t>
            </a:r>
            <a:endParaRPr sz="1000">
              <a:latin typeface="Courier New"/>
              <a:cs typeface="Courier New"/>
            </a:endParaRPr>
          </a:p>
        </p:txBody>
      </p:sp>
      <p:sp>
        <p:nvSpPr>
          <p:cNvPr id="48" name="object 48"/>
          <p:cNvSpPr txBox="1"/>
          <p:nvPr/>
        </p:nvSpPr>
        <p:spPr>
          <a:xfrm>
            <a:off x="1525588" y="4135438"/>
            <a:ext cx="11684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Lnext</a:t>
            </a:r>
            <a:endParaRPr sz="1000">
              <a:latin typeface="Courier New"/>
              <a:cs typeface="Courier New"/>
            </a:endParaRPr>
          </a:p>
        </p:txBody>
      </p:sp>
      <p:sp>
        <p:nvSpPr>
          <p:cNvPr id="58417" name="object 49"/>
          <p:cNvSpPr>
            <a:spLocks noChangeArrowheads="1"/>
          </p:cNvSpPr>
          <p:nvPr/>
        </p:nvSpPr>
        <p:spPr bwMode="auto">
          <a:xfrm>
            <a:off x="1978025" y="3581400"/>
            <a:ext cx="917575" cy="352425"/>
          </a:xfrm>
          <a:custGeom>
            <a:avLst/>
            <a:gdLst>
              <a:gd name="T0" fmla="*/ 0 w 916939"/>
              <a:gd name="T1" fmla="*/ 0 h 353060"/>
              <a:gd name="T2" fmla="*/ 916939 w 916939"/>
              <a:gd name="T3" fmla="*/ 353060 h 353060"/>
            </a:gdLst>
            <a:ahLst/>
            <a:cxnLst/>
            <a:rect l="T0" t="T1" r="T2" b="T3"/>
            <a:pathLst>
              <a:path w="916939" h="353060">
                <a:moveTo>
                  <a:pt x="916939" y="0"/>
                </a:moveTo>
                <a:lnTo>
                  <a:pt x="0"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8418" name="object 50"/>
          <p:cNvSpPr>
            <a:spLocks noChangeArrowheads="1"/>
          </p:cNvSpPr>
          <p:nvPr/>
        </p:nvSpPr>
        <p:spPr bwMode="auto">
          <a:xfrm>
            <a:off x="1905000" y="3892550"/>
            <a:ext cx="95250" cy="79375"/>
          </a:xfrm>
          <a:custGeom>
            <a:avLst/>
            <a:gdLst>
              <a:gd name="T0" fmla="*/ 0 w 95250"/>
              <a:gd name="T1" fmla="*/ 0 h 78739"/>
              <a:gd name="T2" fmla="*/ 95250 w 95250"/>
              <a:gd name="T3" fmla="*/ 78739 h 78739"/>
            </a:gdLst>
            <a:ahLst/>
            <a:cxnLst/>
            <a:rect l="T0" t="T1" r="T2" b="T3"/>
            <a:pathLst>
              <a:path w="95250" h="78739">
                <a:moveTo>
                  <a:pt x="64769" y="0"/>
                </a:moveTo>
                <a:lnTo>
                  <a:pt x="0" y="69850"/>
                </a:lnTo>
                <a:lnTo>
                  <a:pt x="95250" y="78739"/>
                </a:lnTo>
                <a:lnTo>
                  <a:pt x="6476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1" name="object 51"/>
          <p:cNvSpPr txBox="1"/>
          <p:nvPr/>
        </p:nvSpPr>
        <p:spPr>
          <a:xfrm>
            <a:off x="4114800" y="3889375"/>
            <a:ext cx="865188"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S.next </a:t>
            </a:r>
            <a:r>
              <a:rPr sz="1000" dirty="0">
                <a:latin typeface="Courier New"/>
                <a:cs typeface="Courier New"/>
              </a:rPr>
              <a:t>=</a:t>
            </a:r>
            <a:r>
              <a:rPr sz="1000" spc="-90" dirty="0">
                <a:latin typeface="Courier New"/>
                <a:cs typeface="Courier New"/>
              </a:rPr>
              <a:t> </a:t>
            </a:r>
            <a:r>
              <a:rPr sz="1000" dirty="0">
                <a:latin typeface="Courier New"/>
                <a:cs typeface="Courier New"/>
              </a:rPr>
              <a:t>L1</a:t>
            </a:r>
            <a:endParaRPr sz="1000">
              <a:latin typeface="Courier New"/>
              <a:cs typeface="Courier New"/>
            </a:endParaRPr>
          </a:p>
        </p:txBody>
      </p:sp>
      <p:sp>
        <p:nvSpPr>
          <p:cNvPr id="58420" name="object 52"/>
          <p:cNvSpPr>
            <a:spLocks noChangeArrowheads="1"/>
          </p:cNvSpPr>
          <p:nvPr/>
        </p:nvSpPr>
        <p:spPr bwMode="auto">
          <a:xfrm>
            <a:off x="2895600" y="3581400"/>
            <a:ext cx="917575" cy="352425"/>
          </a:xfrm>
          <a:custGeom>
            <a:avLst/>
            <a:gdLst>
              <a:gd name="T0" fmla="*/ 0 w 916939"/>
              <a:gd name="T1" fmla="*/ 0 h 353060"/>
              <a:gd name="T2" fmla="*/ 916939 w 916939"/>
              <a:gd name="T3" fmla="*/ 353060 h 353060"/>
            </a:gdLst>
            <a:ahLst/>
            <a:cxnLst/>
            <a:rect l="T0" t="T1" r="T2" b="T3"/>
            <a:pathLst>
              <a:path w="916939" h="353060">
                <a:moveTo>
                  <a:pt x="0" y="0"/>
                </a:moveTo>
                <a:lnTo>
                  <a:pt x="916939"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8421" name="object 53"/>
          <p:cNvSpPr>
            <a:spLocks noChangeArrowheads="1"/>
          </p:cNvSpPr>
          <p:nvPr/>
        </p:nvSpPr>
        <p:spPr bwMode="auto">
          <a:xfrm>
            <a:off x="3790950" y="3892550"/>
            <a:ext cx="95250" cy="79375"/>
          </a:xfrm>
          <a:custGeom>
            <a:avLst/>
            <a:gdLst>
              <a:gd name="T0" fmla="*/ 0 w 95250"/>
              <a:gd name="T1" fmla="*/ 0 h 78739"/>
              <a:gd name="T2" fmla="*/ 95250 w 95250"/>
              <a:gd name="T3" fmla="*/ 78739 h 78739"/>
            </a:gdLst>
            <a:ahLst/>
            <a:cxnLst/>
            <a:rect l="T0" t="T1" r="T2" b="T3"/>
            <a:pathLst>
              <a:path w="95250" h="78739">
                <a:moveTo>
                  <a:pt x="30479" y="0"/>
                </a:moveTo>
                <a:lnTo>
                  <a:pt x="0" y="78739"/>
                </a:lnTo>
                <a:lnTo>
                  <a:pt x="95250" y="69850"/>
                </a:lnTo>
                <a:lnTo>
                  <a:pt x="3047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8422" name="object 54"/>
          <p:cNvSpPr txBox="1">
            <a:spLocks noChangeArrowheads="1"/>
          </p:cNvSpPr>
          <p:nvPr/>
        </p:nvSpPr>
        <p:spPr bwMode="auto">
          <a:xfrm>
            <a:off x="6021388" y="3200400"/>
            <a:ext cx="2157412" cy="673100"/>
          </a:xfrm>
          <a:prstGeom prst="rect">
            <a:avLst/>
          </a:prstGeom>
          <a:noFill/>
          <a:ln w="9525">
            <a:noFill/>
            <a:miter lim="800000"/>
            <a:headEnd/>
            <a:tailEnd/>
          </a:ln>
        </p:spPr>
        <p:txBody>
          <a:bodyPr lIns="0" tIns="12700" rIns="0" bIns="0">
            <a:spAutoFit/>
          </a:bodyPr>
          <a:lstStyle/>
          <a:p>
            <a:pPr marL="438150" indent="-425450">
              <a:lnSpc>
                <a:spcPct val="152000"/>
              </a:lnSpc>
              <a:spcBef>
                <a:spcPts val="100"/>
              </a:spcBef>
            </a:pPr>
            <a:r>
              <a:rPr lang="en-US" sz="1400">
                <a:latin typeface="Courier New" pitchFamily="49" charset="0"/>
                <a:cs typeface="Courier New" pitchFamily="49" charset="0"/>
              </a:rPr>
              <a:t>L1: if a &lt; b goto L2  goto Lnext</a:t>
            </a:r>
          </a:p>
        </p:txBody>
      </p:sp>
      <p:sp>
        <p:nvSpPr>
          <p:cNvPr id="55" name="object 55"/>
          <p:cNvSpPr txBox="1"/>
          <p:nvPr/>
        </p:nvSpPr>
        <p:spPr>
          <a:xfrm>
            <a:off x="6021388" y="3959225"/>
            <a:ext cx="2157412" cy="238125"/>
          </a:xfrm>
          <a:prstGeom prst="rect">
            <a:avLst/>
          </a:prstGeom>
        </p:spPr>
        <p:txBody>
          <a:bodyPr lIns="0" tIns="12700" rIns="0" bIns="0">
            <a:spAutoFit/>
          </a:bodyPr>
          <a:lstStyle/>
          <a:p>
            <a:pPr marL="12700" fontAlgn="auto">
              <a:spcBef>
                <a:spcPts val="100"/>
              </a:spcBef>
              <a:spcAft>
                <a:spcPts val="0"/>
              </a:spcAft>
              <a:defRPr/>
            </a:pPr>
            <a:r>
              <a:rPr sz="1400" spc="-5" dirty="0">
                <a:latin typeface="Courier New"/>
                <a:cs typeface="Courier New"/>
              </a:rPr>
              <a:t>L2: </a:t>
            </a:r>
            <a:r>
              <a:rPr sz="1400" dirty="0">
                <a:latin typeface="Courier New"/>
                <a:cs typeface="Courier New"/>
              </a:rPr>
              <a:t>if c &lt; d </a:t>
            </a:r>
            <a:r>
              <a:rPr sz="1400" spc="-5" dirty="0">
                <a:latin typeface="Courier New"/>
                <a:cs typeface="Courier New"/>
              </a:rPr>
              <a:t>goto</a:t>
            </a:r>
            <a:r>
              <a:rPr sz="1400" spc="-110" dirty="0">
                <a:latin typeface="Courier New"/>
                <a:cs typeface="Courier New"/>
              </a:rPr>
              <a:t> </a:t>
            </a:r>
            <a:r>
              <a:rPr sz="1400" spc="-5" dirty="0">
                <a:latin typeface="Courier New"/>
                <a:cs typeface="Courier New"/>
              </a:rPr>
              <a:t>L3</a:t>
            </a:r>
            <a:endParaRPr sz="1400">
              <a:latin typeface="Courier New"/>
              <a:cs typeface="Courier New"/>
            </a:endParaRPr>
          </a:p>
        </p:txBody>
      </p:sp>
      <p:sp>
        <p:nvSpPr>
          <p:cNvPr id="56" name="object 56"/>
          <p:cNvSpPr txBox="1"/>
          <p:nvPr/>
        </p:nvSpPr>
        <p:spPr>
          <a:xfrm>
            <a:off x="6446838" y="4283075"/>
            <a:ext cx="771525" cy="238125"/>
          </a:xfrm>
          <a:prstGeom prst="rect">
            <a:avLst/>
          </a:prstGeom>
        </p:spPr>
        <p:txBody>
          <a:bodyPr lIns="0" tIns="12700" rIns="0" bIns="0">
            <a:spAutoFit/>
          </a:bodyPr>
          <a:lstStyle/>
          <a:p>
            <a:pPr marL="12700" fontAlgn="auto">
              <a:spcBef>
                <a:spcPts val="100"/>
              </a:spcBef>
              <a:spcAft>
                <a:spcPts val="0"/>
              </a:spcAft>
              <a:defRPr/>
            </a:pPr>
            <a:r>
              <a:rPr sz="1400" spc="-5" dirty="0">
                <a:latin typeface="Courier New"/>
                <a:cs typeface="Courier New"/>
              </a:rPr>
              <a:t>goto</a:t>
            </a:r>
            <a:r>
              <a:rPr sz="1400" spc="-75" dirty="0">
                <a:latin typeface="Courier New"/>
                <a:cs typeface="Courier New"/>
              </a:rPr>
              <a:t> </a:t>
            </a:r>
            <a:r>
              <a:rPr sz="1400" spc="-5" dirty="0">
                <a:latin typeface="Courier New"/>
                <a:cs typeface="Courier New"/>
              </a:rPr>
              <a:t>L4</a:t>
            </a:r>
            <a:endParaRPr sz="1400">
              <a:latin typeface="Courier New"/>
              <a:cs typeface="Courier New"/>
            </a:endParaRPr>
          </a:p>
        </p:txBody>
      </p:sp>
      <p:sp>
        <p:nvSpPr>
          <p:cNvPr id="57" name="object 57"/>
          <p:cNvSpPr txBox="1"/>
          <p:nvPr/>
        </p:nvSpPr>
        <p:spPr>
          <a:xfrm>
            <a:off x="6021388" y="4606925"/>
            <a:ext cx="344487" cy="238125"/>
          </a:xfrm>
          <a:prstGeom prst="rect">
            <a:avLst/>
          </a:prstGeom>
        </p:spPr>
        <p:txBody>
          <a:bodyPr lIns="0" tIns="12700" rIns="0" bIns="0">
            <a:spAutoFit/>
          </a:bodyPr>
          <a:lstStyle/>
          <a:p>
            <a:pPr marL="12700" fontAlgn="auto">
              <a:spcBef>
                <a:spcPts val="100"/>
              </a:spcBef>
              <a:spcAft>
                <a:spcPts val="0"/>
              </a:spcAft>
              <a:defRPr/>
            </a:pPr>
            <a:r>
              <a:rPr sz="1400" spc="-10" dirty="0">
                <a:latin typeface="Courier New"/>
                <a:cs typeface="Courier New"/>
              </a:rPr>
              <a:t>L</a:t>
            </a:r>
            <a:r>
              <a:rPr sz="1400" spc="5" dirty="0">
                <a:latin typeface="Courier New"/>
                <a:cs typeface="Courier New"/>
              </a:rPr>
              <a:t>3</a:t>
            </a:r>
            <a:r>
              <a:rPr sz="1400" dirty="0">
                <a:latin typeface="Courier New"/>
                <a:cs typeface="Courier New"/>
              </a:rPr>
              <a:t>:</a:t>
            </a:r>
            <a:endParaRPr sz="1400">
              <a:latin typeface="Courier New"/>
              <a:cs typeface="Courier New"/>
            </a:endParaRPr>
          </a:p>
        </p:txBody>
      </p:sp>
      <p:sp>
        <p:nvSpPr>
          <p:cNvPr id="58426" name="object 58"/>
          <p:cNvSpPr>
            <a:spLocks noChangeArrowheads="1"/>
          </p:cNvSpPr>
          <p:nvPr/>
        </p:nvSpPr>
        <p:spPr bwMode="auto">
          <a:xfrm>
            <a:off x="5943600" y="3962400"/>
            <a:ext cx="2514600" cy="914400"/>
          </a:xfrm>
          <a:custGeom>
            <a:avLst/>
            <a:gdLst>
              <a:gd name="T0" fmla="*/ 0 w 2514600"/>
              <a:gd name="T1" fmla="*/ 0 h 914400"/>
              <a:gd name="T2" fmla="*/ 2514600 w 2514600"/>
              <a:gd name="T3" fmla="*/ 914400 h 914400"/>
            </a:gdLst>
            <a:ahLst/>
            <a:cxnLst/>
            <a:rect l="T0" t="T1" r="T2" b="T3"/>
            <a:pathLst>
              <a:path w="2514600" h="914400">
                <a:moveTo>
                  <a:pt x="2514600" y="0"/>
                </a:moveTo>
                <a:lnTo>
                  <a:pt x="0" y="0"/>
                </a:lnTo>
                <a:lnTo>
                  <a:pt x="0" y="914400"/>
                </a:lnTo>
                <a:lnTo>
                  <a:pt x="2514600" y="914400"/>
                </a:lnTo>
                <a:lnTo>
                  <a:pt x="2514600" y="0"/>
                </a:lnTo>
                <a:close/>
              </a:path>
            </a:pathLst>
          </a:custGeom>
          <a:solidFill>
            <a:srgbClr val="7F0000">
              <a:alpha val="23921"/>
            </a:srgbClr>
          </a:solidFill>
          <a:ln w="9525">
            <a:noFill/>
            <a:miter lim="800000"/>
            <a:headEnd/>
            <a:tailEnd/>
          </a:ln>
        </p:spPr>
        <p:txBody>
          <a:bodyPr lIns="0" tIns="0" rIns="0" bIns="0"/>
          <a:lstStyle/>
          <a:p>
            <a:endParaRPr lang="en-US">
              <a:latin typeface="Calibri" pitchFamily="34" charset="0"/>
            </a:endParaRPr>
          </a:p>
        </p:txBody>
      </p:sp>
      <p:sp>
        <p:nvSpPr>
          <p:cNvPr id="59" name="object 59"/>
          <p:cNvSpPr txBox="1"/>
          <p:nvPr/>
        </p:nvSpPr>
        <p:spPr>
          <a:xfrm>
            <a:off x="3178175" y="4498975"/>
            <a:ext cx="1065213" cy="269875"/>
          </a:xfrm>
          <a:prstGeom prst="rect">
            <a:avLst/>
          </a:prstGeom>
        </p:spPr>
        <p:txBody>
          <a:bodyPr lIns="0" tIns="12700" rIns="0" bIns="0">
            <a:spAutoFit/>
          </a:bodyPr>
          <a:lstStyle/>
          <a:p>
            <a:pPr marL="38100" fontAlgn="auto">
              <a:spcBef>
                <a:spcPts val="100"/>
              </a:spcBef>
              <a:spcAft>
                <a:spcPts val="0"/>
              </a:spcAft>
              <a:defRPr/>
            </a:pPr>
            <a:r>
              <a:rPr sz="2400" baseline="12152" dirty="0">
                <a:latin typeface="Courier New"/>
                <a:cs typeface="Courier New"/>
              </a:rPr>
              <a:t>E</a:t>
            </a:r>
            <a:r>
              <a:rPr sz="2400" spc="-1139" baseline="12152" dirty="0">
                <a:latin typeface="Courier New"/>
                <a:cs typeface="Courier New"/>
              </a:rPr>
              <a:t> </a:t>
            </a:r>
            <a:r>
              <a:rPr sz="1000" spc="-210" dirty="0">
                <a:latin typeface="Courier New"/>
                <a:cs typeface="Courier New"/>
              </a:rPr>
              <a:t>E.tru</a:t>
            </a:r>
            <a:r>
              <a:rPr sz="2400" b="1" spc="-315" baseline="17361" dirty="0">
                <a:latin typeface="Courier New"/>
                <a:cs typeface="Courier New"/>
              </a:rPr>
              <a:t>t</a:t>
            </a:r>
            <a:r>
              <a:rPr sz="1000" spc="-210" dirty="0">
                <a:latin typeface="Courier New"/>
                <a:cs typeface="Courier New"/>
              </a:rPr>
              <a:t>e</a:t>
            </a:r>
            <a:r>
              <a:rPr sz="2400" b="1" spc="-315" baseline="17361" dirty="0">
                <a:latin typeface="Courier New"/>
                <a:cs typeface="Courier New"/>
              </a:rPr>
              <a:t>h</a:t>
            </a:r>
            <a:r>
              <a:rPr sz="1000" spc="-210" dirty="0">
                <a:latin typeface="Courier New"/>
                <a:cs typeface="Courier New"/>
              </a:rPr>
              <a:t>=</a:t>
            </a:r>
            <a:r>
              <a:rPr sz="2400" b="1" spc="-315" baseline="17361" dirty="0">
                <a:latin typeface="Courier New"/>
                <a:cs typeface="Courier New"/>
              </a:rPr>
              <a:t>en</a:t>
            </a:r>
            <a:r>
              <a:rPr sz="1000" spc="-210" dirty="0">
                <a:latin typeface="Courier New"/>
                <a:cs typeface="Courier New"/>
              </a:rPr>
              <a:t>L3</a:t>
            </a:r>
            <a:endParaRPr sz="1000">
              <a:latin typeface="Courier New"/>
              <a:cs typeface="Courier New"/>
            </a:endParaRPr>
          </a:p>
        </p:txBody>
      </p:sp>
      <p:sp>
        <p:nvSpPr>
          <p:cNvPr id="60" name="object 60"/>
          <p:cNvSpPr txBox="1"/>
          <p:nvPr/>
        </p:nvSpPr>
        <p:spPr>
          <a:xfrm>
            <a:off x="3354388" y="4727575"/>
            <a:ext cx="9398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L4</a:t>
            </a:r>
            <a:endParaRPr sz="1000">
              <a:latin typeface="Courier New"/>
              <a:cs typeface="Courier New"/>
            </a:endParaRPr>
          </a:p>
        </p:txBody>
      </p:sp>
      <p:sp>
        <p:nvSpPr>
          <p:cNvPr id="58429" name="object 61"/>
          <p:cNvSpPr>
            <a:spLocks noChangeArrowheads="1"/>
          </p:cNvSpPr>
          <p:nvPr/>
        </p:nvSpPr>
        <p:spPr bwMode="auto">
          <a:xfrm>
            <a:off x="3489325" y="4191000"/>
            <a:ext cx="396875" cy="330200"/>
          </a:xfrm>
          <a:custGeom>
            <a:avLst/>
            <a:gdLst>
              <a:gd name="T0" fmla="*/ 0 w 396239"/>
              <a:gd name="T1" fmla="*/ 0 h 330200"/>
              <a:gd name="T2" fmla="*/ 396239 w 396239"/>
              <a:gd name="T3" fmla="*/ 330200 h 330200"/>
            </a:gdLst>
            <a:ahLst/>
            <a:cxnLst/>
            <a:rect l="T0" t="T1" r="T2" b="T3"/>
            <a:pathLst>
              <a:path w="396239" h="330200">
                <a:moveTo>
                  <a:pt x="396239" y="0"/>
                </a:moveTo>
                <a:lnTo>
                  <a:pt x="0" y="33020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8430" name="object 62"/>
          <p:cNvSpPr>
            <a:spLocks noChangeArrowheads="1"/>
          </p:cNvSpPr>
          <p:nvPr/>
        </p:nvSpPr>
        <p:spPr bwMode="auto">
          <a:xfrm>
            <a:off x="3429000" y="4484688"/>
            <a:ext cx="92075" cy="87312"/>
          </a:xfrm>
          <a:custGeom>
            <a:avLst/>
            <a:gdLst>
              <a:gd name="T0" fmla="*/ 0 w 92710"/>
              <a:gd name="T1" fmla="*/ 0 h 87629"/>
              <a:gd name="T2" fmla="*/ 92710 w 92710"/>
              <a:gd name="T3" fmla="*/ 87629 h 87629"/>
            </a:gdLst>
            <a:ahLst/>
            <a:cxnLst/>
            <a:rect l="T0" t="T1" r="T2" b="T3"/>
            <a:pathLst>
              <a:path w="92710" h="87629">
                <a:moveTo>
                  <a:pt x="38100" y="0"/>
                </a:moveTo>
                <a:lnTo>
                  <a:pt x="0" y="87629"/>
                </a:lnTo>
                <a:lnTo>
                  <a:pt x="92710" y="66039"/>
                </a:lnTo>
                <a:lnTo>
                  <a:pt x="3810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8431" name="object 63"/>
          <p:cNvSpPr>
            <a:spLocks noChangeArrowheads="1"/>
          </p:cNvSpPr>
          <p:nvPr/>
        </p:nvSpPr>
        <p:spPr bwMode="auto">
          <a:xfrm>
            <a:off x="32766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32" name="object 64"/>
          <p:cNvSpPr>
            <a:spLocks noChangeArrowheads="1"/>
          </p:cNvSpPr>
          <p:nvPr/>
        </p:nvSpPr>
        <p:spPr bwMode="auto">
          <a:xfrm>
            <a:off x="2743200" y="47244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8433" name="object 65"/>
          <p:cNvSpPr>
            <a:spLocks noChangeArrowheads="1"/>
          </p:cNvSpPr>
          <p:nvPr/>
        </p:nvSpPr>
        <p:spPr bwMode="auto">
          <a:xfrm>
            <a:off x="3352800" y="47244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6" name="object 66"/>
          <p:cNvSpPr txBox="1"/>
          <p:nvPr/>
        </p:nvSpPr>
        <p:spPr>
          <a:xfrm>
            <a:off x="4471988" y="4660900"/>
            <a:ext cx="958850" cy="177800"/>
          </a:xfrm>
          <a:prstGeom prst="rect">
            <a:avLst/>
          </a:prstGeom>
        </p:spPr>
        <p:txBody>
          <a:bodyPr lIns="0" tIns="12700" rIns="0" bIns="0">
            <a:spAutoFit/>
          </a:bodyPr>
          <a:lstStyle/>
          <a:p>
            <a:pPr marL="38100" fontAlgn="auto">
              <a:spcBef>
                <a:spcPts val="100"/>
              </a:spcBef>
              <a:spcAft>
                <a:spcPts val="0"/>
              </a:spcAft>
              <a:defRPr/>
            </a:pPr>
            <a:r>
              <a:rPr sz="1000" spc="-5" dirty="0">
                <a:latin typeface="Courier New"/>
                <a:cs typeface="Courier New"/>
              </a:rPr>
              <a:t>S</a:t>
            </a:r>
            <a:r>
              <a:rPr sz="825" spc="-7" baseline="-25252" dirty="0">
                <a:latin typeface="Courier New"/>
                <a:cs typeface="Courier New"/>
              </a:rPr>
              <a:t>1</a:t>
            </a:r>
            <a:r>
              <a:rPr sz="1000" spc="-5" dirty="0">
                <a:latin typeface="Courier New"/>
                <a:cs typeface="Courier New"/>
              </a:rPr>
              <a:t>.next </a:t>
            </a:r>
            <a:r>
              <a:rPr sz="1000" dirty="0">
                <a:latin typeface="Courier New"/>
                <a:cs typeface="Courier New"/>
              </a:rPr>
              <a:t>=</a:t>
            </a:r>
            <a:r>
              <a:rPr sz="1000" spc="-65" dirty="0">
                <a:latin typeface="Courier New"/>
                <a:cs typeface="Courier New"/>
              </a:rPr>
              <a:t> </a:t>
            </a:r>
            <a:r>
              <a:rPr sz="1000" spc="-5" dirty="0">
                <a:latin typeface="Courier New"/>
                <a:cs typeface="Courier New"/>
              </a:rPr>
              <a:t>L1</a:t>
            </a:r>
            <a:endParaRPr sz="1000">
              <a:latin typeface="Courier New"/>
              <a:cs typeface="Courier New"/>
            </a:endParaRPr>
          </a:p>
        </p:txBody>
      </p:sp>
      <p:sp>
        <p:nvSpPr>
          <p:cNvPr id="67" name="object 67"/>
          <p:cNvSpPr txBox="1"/>
          <p:nvPr/>
        </p:nvSpPr>
        <p:spPr>
          <a:xfrm>
            <a:off x="5461000" y="4462463"/>
            <a:ext cx="958850" cy="177800"/>
          </a:xfrm>
          <a:prstGeom prst="rect">
            <a:avLst/>
          </a:prstGeom>
        </p:spPr>
        <p:txBody>
          <a:bodyPr lIns="0" tIns="12700" rIns="0" bIns="0">
            <a:spAutoFit/>
          </a:bodyPr>
          <a:lstStyle/>
          <a:p>
            <a:pPr marL="38100" fontAlgn="auto">
              <a:spcBef>
                <a:spcPts val="100"/>
              </a:spcBef>
              <a:spcAft>
                <a:spcPts val="0"/>
              </a:spcAft>
              <a:defRPr/>
            </a:pPr>
            <a:r>
              <a:rPr sz="1000" dirty="0">
                <a:latin typeface="Courier New"/>
                <a:cs typeface="Courier New"/>
              </a:rPr>
              <a:t>S</a:t>
            </a:r>
            <a:r>
              <a:rPr sz="825" baseline="-25252" dirty="0">
                <a:latin typeface="Courier New"/>
                <a:cs typeface="Courier New"/>
              </a:rPr>
              <a:t>2</a:t>
            </a:r>
            <a:r>
              <a:rPr sz="1000" dirty="0">
                <a:latin typeface="Courier New"/>
                <a:cs typeface="Courier New"/>
              </a:rPr>
              <a:t>.next =</a:t>
            </a:r>
            <a:r>
              <a:rPr sz="1000" spc="-95" dirty="0">
                <a:latin typeface="Courier New"/>
                <a:cs typeface="Courier New"/>
              </a:rPr>
              <a:t> </a:t>
            </a:r>
            <a:r>
              <a:rPr sz="1000" spc="-5" dirty="0">
                <a:latin typeface="Courier New"/>
                <a:cs typeface="Courier New"/>
              </a:rPr>
              <a:t>L1</a:t>
            </a:r>
            <a:endParaRPr sz="1000">
              <a:latin typeface="Courier New"/>
              <a:cs typeface="Courier New"/>
            </a:endParaRPr>
          </a:p>
        </p:txBody>
      </p:sp>
      <p:sp>
        <p:nvSpPr>
          <p:cNvPr id="58436" name="object 68"/>
          <p:cNvSpPr>
            <a:spLocks noChangeArrowheads="1"/>
          </p:cNvSpPr>
          <p:nvPr/>
        </p:nvSpPr>
        <p:spPr bwMode="auto">
          <a:xfrm>
            <a:off x="4038600" y="4191000"/>
            <a:ext cx="325438" cy="325438"/>
          </a:xfrm>
          <a:custGeom>
            <a:avLst/>
            <a:gdLst>
              <a:gd name="T0" fmla="*/ 0 w 325120"/>
              <a:gd name="T1" fmla="*/ 0 h 325120"/>
              <a:gd name="T2" fmla="*/ 325120 w 325120"/>
              <a:gd name="T3" fmla="*/ 325120 h 325120"/>
            </a:gdLst>
            <a:ahLst/>
            <a:cxnLst/>
            <a:rect l="T0" t="T1" r="T2" b="T3"/>
            <a:pathLst>
              <a:path w="325120" h="325120">
                <a:moveTo>
                  <a:pt x="0" y="0"/>
                </a:moveTo>
                <a:lnTo>
                  <a:pt x="325120" y="32511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8437" name="object 69"/>
          <p:cNvSpPr>
            <a:spLocks noChangeArrowheads="1"/>
          </p:cNvSpPr>
          <p:nvPr/>
        </p:nvSpPr>
        <p:spPr bwMode="auto">
          <a:xfrm>
            <a:off x="4329113" y="4481513"/>
            <a:ext cx="90487" cy="90487"/>
          </a:xfrm>
          <a:custGeom>
            <a:avLst/>
            <a:gdLst>
              <a:gd name="T0" fmla="*/ 0 w 90170"/>
              <a:gd name="T1" fmla="*/ 0 h 90170"/>
              <a:gd name="T2" fmla="*/ 90170 w 90170"/>
              <a:gd name="T3" fmla="*/ 90170 h 90170"/>
            </a:gdLst>
            <a:ahLst/>
            <a:cxnLst/>
            <a:rect l="T0" t="T1" r="T2" b="T3"/>
            <a:pathLst>
              <a:path w="90170" h="90170">
                <a:moveTo>
                  <a:pt x="59690" y="0"/>
                </a:moveTo>
                <a:lnTo>
                  <a:pt x="0" y="59690"/>
                </a:lnTo>
                <a:lnTo>
                  <a:pt x="90170" y="90170"/>
                </a:lnTo>
                <a:lnTo>
                  <a:pt x="5969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8438" name="object 70"/>
          <p:cNvSpPr>
            <a:spLocks noChangeArrowheads="1"/>
          </p:cNvSpPr>
          <p:nvPr/>
        </p:nvSpPr>
        <p:spPr bwMode="auto">
          <a:xfrm>
            <a:off x="4191000" y="4114800"/>
            <a:ext cx="993775" cy="425450"/>
          </a:xfrm>
          <a:custGeom>
            <a:avLst/>
            <a:gdLst>
              <a:gd name="T0" fmla="*/ 0 w 993139"/>
              <a:gd name="T1" fmla="*/ 0 h 425450"/>
              <a:gd name="T2" fmla="*/ 993139 w 993139"/>
              <a:gd name="T3" fmla="*/ 425450 h 425450"/>
            </a:gdLst>
            <a:ahLst/>
            <a:cxnLst/>
            <a:rect l="T0" t="T1" r="T2" b="T3"/>
            <a:pathLst>
              <a:path w="993139" h="425450">
                <a:moveTo>
                  <a:pt x="0" y="0"/>
                </a:moveTo>
                <a:lnTo>
                  <a:pt x="993139" y="42545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8439" name="object 71"/>
          <p:cNvSpPr>
            <a:spLocks noChangeArrowheads="1"/>
          </p:cNvSpPr>
          <p:nvPr/>
        </p:nvSpPr>
        <p:spPr bwMode="auto">
          <a:xfrm>
            <a:off x="5162550" y="4498975"/>
            <a:ext cx="95250" cy="79375"/>
          </a:xfrm>
          <a:custGeom>
            <a:avLst/>
            <a:gdLst>
              <a:gd name="T0" fmla="*/ 0 w 95250"/>
              <a:gd name="T1" fmla="*/ 0 h 78739"/>
              <a:gd name="T2" fmla="*/ 95250 w 95250"/>
              <a:gd name="T3" fmla="*/ 78739 h 78739"/>
            </a:gdLst>
            <a:ahLst/>
            <a:cxnLst/>
            <a:rect l="T0" t="T1" r="T2" b="T3"/>
            <a:pathLst>
              <a:path w="95250" h="78739">
                <a:moveTo>
                  <a:pt x="34289" y="0"/>
                </a:moveTo>
                <a:lnTo>
                  <a:pt x="0" y="78739"/>
                </a:lnTo>
                <a:lnTo>
                  <a:pt x="95250" y="72389"/>
                </a:lnTo>
                <a:lnTo>
                  <a:pt x="3428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72" name="Title 1"/>
          <p:cNvSpPr txBox="1">
            <a:spLocks/>
          </p:cNvSpPr>
          <p:nvPr/>
        </p:nvSpPr>
        <p:spPr>
          <a:xfrm>
            <a:off x="1371600" y="0"/>
            <a:ext cx="7772400" cy="9144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Combining Boolean and Control Flow  Statements</a:t>
            </a:r>
          </a:p>
        </p:txBody>
      </p:sp>
      <p:sp>
        <p:nvSpPr>
          <p:cNvPr id="74" name="Date Placeholder 73"/>
          <p:cNvSpPr>
            <a:spLocks noGrp="1"/>
          </p:cNvSpPr>
          <p:nvPr>
            <p:ph type="dt" sz="half" idx="10"/>
          </p:nvPr>
        </p:nvSpPr>
        <p:spPr/>
        <p:txBody>
          <a:bodyPr/>
          <a:lstStyle/>
          <a:p>
            <a:fld id="{FE623648-3BF8-4BB9-B92A-75CB3472DC19}" type="datetime1">
              <a:rPr lang="en-US" smtClean="0"/>
              <a:t>11/11/2024</a:t>
            </a:fld>
            <a:endParaRPr lang="en-US"/>
          </a:p>
        </p:txBody>
      </p:sp>
      <p:sp>
        <p:nvSpPr>
          <p:cNvPr id="75" name="Slide Number Placeholder 74"/>
          <p:cNvSpPr>
            <a:spLocks noGrp="1"/>
          </p:cNvSpPr>
          <p:nvPr>
            <p:ph type="sldNum" sz="quarter" idx="12"/>
          </p:nvPr>
        </p:nvSpPr>
        <p:spPr/>
        <p:txBody>
          <a:bodyPr/>
          <a:lstStyle/>
          <a:p>
            <a:fld id="{B6F15528-21DE-4FAA-801E-634DDDAF4B2B}" type="slidenum">
              <a:rPr lang="en-US" smtClean="0"/>
              <a:pPr/>
              <a:t>64</a:t>
            </a:fld>
            <a:endParaRPr lang="en-US"/>
          </a:p>
        </p:txBody>
      </p:sp>
      <p:sp>
        <p:nvSpPr>
          <p:cNvPr id="76" name="Footer Placeholder 75"/>
          <p:cNvSpPr>
            <a:spLocks noGrp="1"/>
          </p:cNvSpPr>
          <p:nvPr>
            <p:ph type="ftr" sz="quarter" idx="11"/>
          </p:nvPr>
        </p:nvSpPr>
        <p:spPr>
          <a:xfrm>
            <a:off x="3124200" y="6356350"/>
            <a:ext cx="3200400" cy="365125"/>
          </a:xfrm>
        </p:spPr>
        <p:txBody>
          <a:bodyPr/>
          <a:lstStyle/>
          <a:p>
            <a:r>
              <a:rPr lang="it-IT"/>
              <a:t>Vivek Kumar Sharma              CD Unit -3</a:t>
            </a:r>
            <a:endParaRPr lang="en-US" dirty="0"/>
          </a:p>
        </p:txBody>
      </p:sp>
      <p:pic>
        <p:nvPicPr>
          <p:cNvPr id="73" name="Picture 7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object 3"/>
          <p:cNvSpPr txBox="1">
            <a:spLocks noChangeArrowheads="1"/>
          </p:cNvSpPr>
          <p:nvPr/>
        </p:nvSpPr>
        <p:spPr bwMode="auto">
          <a:xfrm>
            <a:off x="763588" y="1201738"/>
            <a:ext cx="1854200" cy="1876425"/>
          </a:xfrm>
          <a:prstGeom prst="rect">
            <a:avLst/>
          </a:prstGeom>
          <a:noFill/>
          <a:ln w="9525">
            <a:noFill/>
            <a:miter lim="800000"/>
            <a:headEnd/>
            <a:tailEnd/>
          </a:ln>
        </p:spPr>
        <p:txBody>
          <a:bodyPr lIns="0" tIns="12700" rIns="0" bIns="0">
            <a:spAutoFit/>
          </a:bodyPr>
          <a:lstStyle/>
          <a:p>
            <a:pPr marL="255588" indent="-242888">
              <a:lnSpc>
                <a:spcPct val="152000"/>
              </a:lnSpc>
              <a:spcBef>
                <a:spcPts val="100"/>
              </a:spcBef>
            </a:pPr>
            <a:r>
              <a:rPr lang="en-US" sz="1600">
                <a:latin typeface="Courier New" pitchFamily="49" charset="0"/>
                <a:cs typeface="Courier New" pitchFamily="49" charset="0"/>
              </a:rPr>
              <a:t>while a &lt; b do  if c &lt; d then</a:t>
            </a:r>
          </a:p>
          <a:p>
            <a:pPr marL="255588" indent="-242888">
              <a:lnSpc>
                <a:spcPts val="2925"/>
              </a:lnSpc>
              <a:spcBef>
                <a:spcPts val="250"/>
              </a:spcBef>
            </a:pPr>
            <a:r>
              <a:rPr lang="en-US" sz="1600">
                <a:latin typeface="Courier New" pitchFamily="49" charset="0"/>
                <a:cs typeface="Courier New" pitchFamily="49" charset="0"/>
              </a:rPr>
              <a:t>x = y + z  else</a:t>
            </a:r>
          </a:p>
          <a:p>
            <a:pPr marL="255588" indent="-242888">
              <a:spcBef>
                <a:spcPts val="725"/>
              </a:spcBef>
            </a:pPr>
            <a:r>
              <a:rPr lang="en-US" sz="1600">
                <a:latin typeface="Courier New" pitchFamily="49" charset="0"/>
                <a:cs typeface="Courier New" pitchFamily="49" charset="0"/>
              </a:rPr>
              <a:t>x = y - z</a:t>
            </a:r>
          </a:p>
        </p:txBody>
      </p:sp>
      <p:sp>
        <p:nvSpPr>
          <p:cNvPr id="4" name="object 4"/>
          <p:cNvSpPr txBox="1"/>
          <p:nvPr/>
        </p:nvSpPr>
        <p:spPr>
          <a:xfrm>
            <a:off x="3011488" y="1406525"/>
            <a:ext cx="1982787" cy="207963"/>
          </a:xfrm>
          <a:prstGeom prst="rect">
            <a:avLst/>
          </a:prstGeom>
        </p:spPr>
        <p:txBody>
          <a:bodyPr lIns="0" tIns="12700" rIns="0" bIns="0">
            <a:spAutoFit/>
          </a:bodyPr>
          <a:lstStyle/>
          <a:p>
            <a:pPr marL="50800">
              <a:spcBef>
                <a:spcPts val="100"/>
              </a:spcBef>
              <a:tabLst>
                <a:tab pos="1878013" algn="l"/>
              </a:tabLst>
            </a:pPr>
            <a:r>
              <a:rPr lang="en-US" sz="1200">
                <a:latin typeface="Courier New" pitchFamily="49" charset="0"/>
                <a:cs typeface="Courier New" pitchFamily="49" charset="0"/>
              </a:rPr>
              <a:t>S </a:t>
            </a:r>
            <a:r>
              <a:rPr lang="en-US" sz="1200">
                <a:latin typeface="Symbol" pitchFamily="18" charset="2"/>
              </a:rPr>
              <a:t></a:t>
            </a:r>
            <a:r>
              <a:rPr lang="en-US" sz="1200">
                <a:latin typeface="Times New Roman" pitchFamily="18" charset="0"/>
                <a:cs typeface="Times New Roman" pitchFamily="18" charset="0"/>
              </a:rPr>
              <a:t>   </a:t>
            </a:r>
            <a:r>
              <a:rPr lang="en-US" sz="1200">
                <a:latin typeface="Courier New" pitchFamily="49" charset="0"/>
                <a:cs typeface="Courier New" pitchFamily="49" charset="0"/>
              </a:rPr>
              <a:t>while E do S</a:t>
            </a:r>
            <a:r>
              <a:rPr lang="en-US" sz="1000" baseline="-24000">
                <a:latin typeface="Courier New" pitchFamily="49" charset="0"/>
                <a:cs typeface="Courier New" pitchFamily="49" charset="0"/>
              </a:rPr>
              <a:t>1	</a:t>
            </a:r>
            <a:r>
              <a:rPr lang="en-US" sz="1200">
                <a:latin typeface="Lucida Sans Unicode" pitchFamily="34" charset="0"/>
              </a:rPr>
              <a:t>‖</a:t>
            </a:r>
          </a:p>
        </p:txBody>
      </p:sp>
      <p:sp>
        <p:nvSpPr>
          <p:cNvPr id="59400" name="object 8"/>
          <p:cNvSpPr txBox="1">
            <a:spLocks noChangeArrowheads="1"/>
          </p:cNvSpPr>
          <p:nvPr/>
        </p:nvSpPr>
        <p:spPr bwMode="auto">
          <a:xfrm>
            <a:off x="2670175" y="3386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59401" name="object 9"/>
          <p:cNvSpPr txBox="1">
            <a:spLocks noChangeArrowheads="1"/>
          </p:cNvSpPr>
          <p:nvPr/>
        </p:nvSpPr>
        <p:spPr bwMode="auto">
          <a:xfrm>
            <a:off x="3889375" y="3919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10" name="object 10"/>
          <p:cNvSpPr txBox="1"/>
          <p:nvPr/>
        </p:nvSpPr>
        <p:spPr>
          <a:xfrm>
            <a:off x="2593975" y="51403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9403" name="object 11"/>
          <p:cNvSpPr txBox="1">
            <a:spLocks noChangeArrowheads="1"/>
          </p:cNvSpPr>
          <p:nvPr/>
        </p:nvSpPr>
        <p:spPr bwMode="auto">
          <a:xfrm>
            <a:off x="1298575" y="39639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59404" name="object 12"/>
          <p:cNvSpPr>
            <a:spLocks noChangeArrowheads="1"/>
          </p:cNvSpPr>
          <p:nvPr/>
        </p:nvSpPr>
        <p:spPr bwMode="auto">
          <a:xfrm>
            <a:off x="1447800" y="3657600"/>
            <a:ext cx="1066800" cy="304800"/>
          </a:xfrm>
          <a:custGeom>
            <a:avLst/>
            <a:gdLst>
              <a:gd name="T0" fmla="*/ 0 w 1066800"/>
              <a:gd name="T1" fmla="*/ 0 h 304800"/>
              <a:gd name="T2" fmla="*/ 1066800 w 1066800"/>
              <a:gd name="T3" fmla="*/ 304800 h 304800"/>
            </a:gdLst>
            <a:ahLst/>
            <a:cxnLst/>
            <a:rect l="T0" t="T1" r="T2" b="T3"/>
            <a:pathLst>
              <a:path w="1066800" h="304800">
                <a:moveTo>
                  <a:pt x="0" y="304800"/>
                </a:moveTo>
                <a:lnTo>
                  <a:pt x="1066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05" name="object 13"/>
          <p:cNvSpPr>
            <a:spLocks noChangeArrowheads="1"/>
          </p:cNvSpPr>
          <p:nvPr/>
        </p:nvSpPr>
        <p:spPr bwMode="auto">
          <a:xfrm>
            <a:off x="2971800" y="35814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06" name="object 14"/>
          <p:cNvSpPr>
            <a:spLocks noChangeArrowheads="1"/>
          </p:cNvSpPr>
          <p:nvPr/>
        </p:nvSpPr>
        <p:spPr bwMode="auto">
          <a:xfrm>
            <a:off x="2895600" y="4114800"/>
            <a:ext cx="914400" cy="304800"/>
          </a:xfrm>
          <a:custGeom>
            <a:avLst/>
            <a:gdLst>
              <a:gd name="T0" fmla="*/ 0 w 914400"/>
              <a:gd name="T1" fmla="*/ 0 h 304800"/>
              <a:gd name="T2" fmla="*/ 914400 w 914400"/>
              <a:gd name="T3" fmla="*/ 304800 h 304800"/>
            </a:gdLst>
            <a:ahLst/>
            <a:cxnLst/>
            <a:rect l="T0" t="T1" r="T2" b="T3"/>
            <a:pathLst>
              <a:path w="914400" h="304800">
                <a:moveTo>
                  <a:pt x="0" y="304800"/>
                </a:moveTo>
                <a:lnTo>
                  <a:pt x="914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07" name="object 15"/>
          <p:cNvSpPr>
            <a:spLocks noChangeArrowheads="1"/>
          </p:cNvSpPr>
          <p:nvPr/>
        </p:nvSpPr>
        <p:spPr bwMode="auto">
          <a:xfrm>
            <a:off x="4038600" y="4191000"/>
            <a:ext cx="381000" cy="228600"/>
          </a:xfrm>
          <a:custGeom>
            <a:avLst/>
            <a:gdLst>
              <a:gd name="T0" fmla="*/ 0 w 381000"/>
              <a:gd name="T1" fmla="*/ 0 h 228600"/>
              <a:gd name="T2" fmla="*/ 381000 w 381000"/>
              <a:gd name="T3" fmla="*/ 228600 h 228600"/>
            </a:gdLst>
            <a:ahLst/>
            <a:cxnLst/>
            <a:rect l="T0" t="T1" r="T2" b="T3"/>
            <a:pathLst>
              <a:path w="381000" h="228600">
                <a:moveTo>
                  <a:pt x="381000" y="2286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08" name="object 16"/>
          <p:cNvSpPr>
            <a:spLocks noChangeArrowheads="1"/>
          </p:cNvSpPr>
          <p:nvPr/>
        </p:nvSpPr>
        <p:spPr bwMode="auto">
          <a:xfrm>
            <a:off x="44958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09" name="object 17"/>
          <p:cNvSpPr>
            <a:spLocks noChangeArrowheads="1"/>
          </p:cNvSpPr>
          <p:nvPr/>
        </p:nvSpPr>
        <p:spPr bwMode="auto">
          <a:xfrm>
            <a:off x="1371600" y="42354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10" name="object 18"/>
          <p:cNvSpPr>
            <a:spLocks noChangeArrowheads="1"/>
          </p:cNvSpPr>
          <p:nvPr/>
        </p:nvSpPr>
        <p:spPr bwMode="auto">
          <a:xfrm>
            <a:off x="8382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11" name="object 19"/>
          <p:cNvSpPr>
            <a:spLocks noChangeArrowheads="1"/>
          </p:cNvSpPr>
          <p:nvPr/>
        </p:nvSpPr>
        <p:spPr bwMode="auto">
          <a:xfrm>
            <a:off x="19050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12" name="object 20"/>
          <p:cNvSpPr>
            <a:spLocks noChangeArrowheads="1"/>
          </p:cNvSpPr>
          <p:nvPr/>
        </p:nvSpPr>
        <p:spPr bwMode="auto">
          <a:xfrm>
            <a:off x="27432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13" name="object 21"/>
          <p:cNvSpPr>
            <a:spLocks noChangeArrowheads="1"/>
          </p:cNvSpPr>
          <p:nvPr/>
        </p:nvSpPr>
        <p:spPr bwMode="auto">
          <a:xfrm>
            <a:off x="38100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14" name="object 22"/>
          <p:cNvSpPr txBox="1">
            <a:spLocks noChangeArrowheads="1"/>
          </p:cNvSpPr>
          <p:nvPr/>
        </p:nvSpPr>
        <p:spPr bwMode="auto">
          <a:xfrm>
            <a:off x="2670175" y="58689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c	&lt;	d</a:t>
            </a:r>
          </a:p>
        </p:txBody>
      </p:sp>
      <p:sp>
        <p:nvSpPr>
          <p:cNvPr id="59415" name="object 23"/>
          <p:cNvSpPr>
            <a:spLocks noChangeArrowheads="1"/>
          </p:cNvSpPr>
          <p:nvPr/>
        </p:nvSpPr>
        <p:spPr bwMode="auto">
          <a:xfrm>
            <a:off x="32766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16" name="object 24"/>
          <p:cNvSpPr txBox="1">
            <a:spLocks noChangeArrowheads="1"/>
          </p:cNvSpPr>
          <p:nvPr/>
        </p:nvSpPr>
        <p:spPr bwMode="auto">
          <a:xfrm>
            <a:off x="1298575" y="5303838"/>
            <a:ext cx="6810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Lst>
            </a:pPr>
            <a:r>
              <a:rPr lang="en-US" sz="1600">
                <a:latin typeface="Courier New" pitchFamily="49" charset="0"/>
                <a:cs typeface="Courier New" pitchFamily="49" charset="0"/>
              </a:rPr>
              <a:t>&lt;	b</a:t>
            </a:r>
          </a:p>
        </p:txBody>
      </p:sp>
      <p:sp>
        <p:nvSpPr>
          <p:cNvPr id="59417" name="object 25"/>
          <p:cNvSpPr>
            <a:spLocks noChangeArrowheads="1"/>
          </p:cNvSpPr>
          <p:nvPr/>
        </p:nvSpPr>
        <p:spPr bwMode="auto">
          <a:xfrm>
            <a:off x="13716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6" name="object 26"/>
          <p:cNvSpPr txBox="1"/>
          <p:nvPr/>
        </p:nvSpPr>
        <p:spPr>
          <a:xfrm>
            <a:off x="2532063" y="39195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do</a:t>
            </a:r>
            <a:endParaRPr sz="1600">
              <a:latin typeface="Courier New"/>
              <a:cs typeface="Courier New"/>
            </a:endParaRPr>
          </a:p>
        </p:txBody>
      </p:sp>
      <p:sp>
        <p:nvSpPr>
          <p:cNvPr id="59419" name="object 27"/>
          <p:cNvSpPr>
            <a:spLocks noChangeArrowheads="1"/>
          </p:cNvSpPr>
          <p:nvPr/>
        </p:nvSpPr>
        <p:spPr bwMode="auto">
          <a:xfrm>
            <a:off x="2667000" y="3733800"/>
            <a:ext cx="0" cy="152400"/>
          </a:xfrm>
          <a:custGeom>
            <a:avLst/>
            <a:gdLst>
              <a:gd name="T0" fmla="*/ 0 h 152400"/>
              <a:gd name="T1" fmla="*/ 152400 h 152400"/>
            </a:gdLst>
            <a:ahLst/>
            <a:cxnLst/>
            <a:rect l="0" t="T0" r="0" b="T1"/>
            <a:pathLst>
              <a:path h="152400">
                <a:moveTo>
                  <a:pt x="0" y="0"/>
                </a:moveTo>
                <a:lnTo>
                  <a:pt x="0" y="1524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8" name="object 28"/>
          <p:cNvSpPr txBox="1"/>
          <p:nvPr/>
        </p:nvSpPr>
        <p:spPr>
          <a:xfrm>
            <a:off x="2608263" y="4437063"/>
            <a:ext cx="269875"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if</a:t>
            </a:r>
            <a:endParaRPr sz="1600">
              <a:latin typeface="Courier New"/>
              <a:cs typeface="Courier New"/>
            </a:endParaRPr>
          </a:p>
        </p:txBody>
      </p:sp>
      <p:sp>
        <p:nvSpPr>
          <p:cNvPr id="59421" name="object 29"/>
          <p:cNvSpPr>
            <a:spLocks noChangeArrowheads="1"/>
          </p:cNvSpPr>
          <p:nvPr/>
        </p:nvSpPr>
        <p:spPr bwMode="auto">
          <a:xfrm>
            <a:off x="3962400" y="4191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0" name="object 30"/>
          <p:cNvSpPr txBox="1"/>
          <p:nvPr/>
        </p:nvSpPr>
        <p:spPr>
          <a:xfrm>
            <a:off x="688975" y="457358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59423" name="object 31"/>
          <p:cNvSpPr>
            <a:spLocks noChangeArrowheads="1"/>
          </p:cNvSpPr>
          <p:nvPr/>
        </p:nvSpPr>
        <p:spPr bwMode="auto">
          <a:xfrm>
            <a:off x="838200" y="423545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24" name="object 32"/>
          <p:cNvSpPr>
            <a:spLocks noChangeArrowheads="1"/>
          </p:cNvSpPr>
          <p:nvPr/>
        </p:nvSpPr>
        <p:spPr bwMode="auto">
          <a:xfrm>
            <a:off x="1447800" y="423545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3" name="object 33"/>
          <p:cNvSpPr txBox="1"/>
          <p:nvPr/>
        </p:nvSpPr>
        <p:spPr>
          <a:xfrm>
            <a:off x="254000" y="3919538"/>
            <a:ext cx="635000"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while</a:t>
            </a:r>
            <a:endParaRPr sz="1600">
              <a:latin typeface="Courier New"/>
              <a:cs typeface="Courier New"/>
            </a:endParaRPr>
          </a:p>
        </p:txBody>
      </p:sp>
      <p:sp>
        <p:nvSpPr>
          <p:cNvPr id="59426" name="object 34"/>
          <p:cNvSpPr>
            <a:spLocks noChangeArrowheads="1"/>
          </p:cNvSpPr>
          <p:nvPr/>
        </p:nvSpPr>
        <p:spPr bwMode="auto">
          <a:xfrm>
            <a:off x="685800" y="3581400"/>
            <a:ext cx="1752600" cy="304800"/>
          </a:xfrm>
          <a:custGeom>
            <a:avLst/>
            <a:gdLst>
              <a:gd name="T0" fmla="*/ 0 w 1752600"/>
              <a:gd name="T1" fmla="*/ 0 h 304800"/>
              <a:gd name="T2" fmla="*/ 1752600 w 1752600"/>
              <a:gd name="T3" fmla="*/ 304800 h 304800"/>
            </a:gdLst>
            <a:ahLst/>
            <a:cxnLst/>
            <a:rect l="T0" t="T1" r="T2" b="T3"/>
            <a:pathLst>
              <a:path w="1752600" h="304800">
                <a:moveTo>
                  <a:pt x="0" y="304800"/>
                </a:moveTo>
                <a:lnTo>
                  <a:pt x="1752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27" name="object 35"/>
          <p:cNvSpPr txBox="1">
            <a:spLocks noChangeArrowheads="1"/>
          </p:cNvSpPr>
          <p:nvPr/>
        </p:nvSpPr>
        <p:spPr bwMode="auto">
          <a:xfrm>
            <a:off x="765175" y="53355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a</a:t>
            </a:r>
          </a:p>
        </p:txBody>
      </p:sp>
      <p:sp>
        <p:nvSpPr>
          <p:cNvPr id="59428" name="object 36"/>
          <p:cNvSpPr>
            <a:spLocks noChangeArrowheads="1"/>
          </p:cNvSpPr>
          <p:nvPr/>
        </p:nvSpPr>
        <p:spPr bwMode="auto">
          <a:xfrm>
            <a:off x="3352800" y="4191000"/>
            <a:ext cx="533400" cy="228600"/>
          </a:xfrm>
          <a:custGeom>
            <a:avLst/>
            <a:gdLst>
              <a:gd name="T0" fmla="*/ 0 w 533400"/>
              <a:gd name="T1" fmla="*/ 0 h 228600"/>
              <a:gd name="T2" fmla="*/ 533400 w 533400"/>
              <a:gd name="T3" fmla="*/ 228600 h 228600"/>
            </a:gdLst>
            <a:ahLst/>
            <a:cxnLst/>
            <a:rect l="T0" t="T1" r="T2" b="T3"/>
            <a:pathLst>
              <a:path w="533400" h="228600">
                <a:moveTo>
                  <a:pt x="0" y="228600"/>
                </a:moveTo>
                <a:lnTo>
                  <a:pt x="533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29" name="object 37"/>
          <p:cNvSpPr>
            <a:spLocks noChangeArrowheads="1"/>
          </p:cNvSpPr>
          <p:nvPr/>
        </p:nvSpPr>
        <p:spPr bwMode="auto">
          <a:xfrm>
            <a:off x="53340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8" name="object 38"/>
          <p:cNvSpPr txBox="1"/>
          <p:nvPr/>
        </p:nvSpPr>
        <p:spPr>
          <a:xfrm>
            <a:off x="4422775" y="4437063"/>
            <a:ext cx="985838" cy="269875"/>
          </a:xfrm>
          <a:prstGeom prst="rect">
            <a:avLst/>
          </a:prstGeom>
        </p:spPr>
        <p:txBody>
          <a:bodyPr lIns="0" tIns="12700" rIns="0" bIns="0">
            <a:spAutoFit/>
          </a:bodyPr>
          <a:lstStyle/>
          <a:p>
            <a:pPr marL="12700" fontAlgn="auto">
              <a:spcBef>
                <a:spcPts val="100"/>
              </a:spcBef>
              <a:spcAft>
                <a:spcPts val="0"/>
              </a:spcAft>
              <a:defRPr/>
            </a:pPr>
            <a:r>
              <a:rPr sz="2400" baseline="-5208" dirty="0">
                <a:latin typeface="Courier New"/>
                <a:cs typeface="Courier New"/>
              </a:rPr>
              <a:t>S </a:t>
            </a:r>
            <a:r>
              <a:rPr sz="1600" b="1" spc="-5" dirty="0">
                <a:latin typeface="Courier New"/>
                <a:cs typeface="Courier New"/>
              </a:rPr>
              <a:t>then</a:t>
            </a:r>
            <a:r>
              <a:rPr sz="1600" b="1" spc="-220" dirty="0">
                <a:latin typeface="Courier New"/>
                <a:cs typeface="Courier New"/>
              </a:rPr>
              <a:t> </a:t>
            </a:r>
            <a:r>
              <a:rPr sz="2400" baseline="-5208" dirty="0">
                <a:latin typeface="Courier New"/>
                <a:cs typeface="Courier New"/>
              </a:rPr>
              <a:t>S</a:t>
            </a:r>
            <a:endParaRPr sz="2400" baseline="-5208">
              <a:latin typeface="Courier New"/>
              <a:cs typeface="Courier New"/>
            </a:endParaRPr>
          </a:p>
        </p:txBody>
      </p:sp>
      <p:sp>
        <p:nvSpPr>
          <p:cNvPr id="59431" name="object 39"/>
          <p:cNvSpPr>
            <a:spLocks noChangeArrowheads="1"/>
          </p:cNvSpPr>
          <p:nvPr/>
        </p:nvSpPr>
        <p:spPr bwMode="auto">
          <a:xfrm>
            <a:off x="4114800" y="41148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32" name="object 40"/>
          <p:cNvSpPr>
            <a:spLocks noChangeArrowheads="1"/>
          </p:cNvSpPr>
          <p:nvPr/>
        </p:nvSpPr>
        <p:spPr bwMode="auto">
          <a:xfrm>
            <a:off x="4267200" y="41148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33" name="object 41"/>
          <p:cNvSpPr>
            <a:spLocks noChangeArrowheads="1"/>
          </p:cNvSpPr>
          <p:nvPr/>
        </p:nvSpPr>
        <p:spPr bwMode="auto">
          <a:xfrm>
            <a:off x="41148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34" name="object 42"/>
          <p:cNvSpPr>
            <a:spLocks noChangeArrowheads="1"/>
          </p:cNvSpPr>
          <p:nvPr/>
        </p:nvSpPr>
        <p:spPr bwMode="auto">
          <a:xfrm>
            <a:off x="49530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35" name="object 43"/>
          <p:cNvSpPr>
            <a:spLocks noChangeArrowheads="1"/>
          </p:cNvSpPr>
          <p:nvPr/>
        </p:nvSpPr>
        <p:spPr bwMode="auto">
          <a:xfrm>
            <a:off x="2895600" y="3124200"/>
            <a:ext cx="0" cy="377825"/>
          </a:xfrm>
          <a:custGeom>
            <a:avLst/>
            <a:gdLst>
              <a:gd name="T0" fmla="*/ 0 h 377189"/>
              <a:gd name="T1" fmla="*/ 377189 h 377189"/>
            </a:gdLst>
            <a:ahLst/>
            <a:cxnLst/>
            <a:rect l="0" t="T0" r="0" b="T1"/>
            <a:pathLst>
              <a:path h="377189">
                <a:moveTo>
                  <a:pt x="0" y="0"/>
                </a:moveTo>
                <a:lnTo>
                  <a:pt x="0" y="37718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9436" name="object 44"/>
          <p:cNvSpPr>
            <a:spLocks noChangeArrowheads="1"/>
          </p:cNvSpPr>
          <p:nvPr/>
        </p:nvSpPr>
        <p:spPr bwMode="auto">
          <a:xfrm>
            <a:off x="2852738" y="3495675"/>
            <a:ext cx="85725" cy="85725"/>
          </a:xfrm>
          <a:custGeom>
            <a:avLst/>
            <a:gdLst>
              <a:gd name="T0" fmla="*/ 0 w 86360"/>
              <a:gd name="T1" fmla="*/ 0 h 85089"/>
              <a:gd name="T2" fmla="*/ 86360 w 86360"/>
              <a:gd name="T3" fmla="*/ 85089 h 85089"/>
            </a:gdLst>
            <a:ahLst/>
            <a:cxnLst/>
            <a:rect l="T0" t="T1" r="T2" b="T3"/>
            <a:pathLst>
              <a:path w="86360" h="85089">
                <a:moveTo>
                  <a:pt x="86360" y="0"/>
                </a:moveTo>
                <a:lnTo>
                  <a:pt x="0" y="0"/>
                </a:lnTo>
                <a:lnTo>
                  <a:pt x="43180" y="85089"/>
                </a:lnTo>
                <a:lnTo>
                  <a:pt x="8636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9437" name="object 45"/>
          <p:cNvSpPr txBox="1">
            <a:spLocks noChangeArrowheads="1"/>
          </p:cNvSpPr>
          <p:nvPr/>
        </p:nvSpPr>
        <p:spPr bwMode="auto">
          <a:xfrm>
            <a:off x="2971800" y="3076575"/>
            <a:ext cx="1092200" cy="430213"/>
          </a:xfrm>
          <a:prstGeom prst="rect">
            <a:avLst/>
          </a:prstGeom>
          <a:noFill/>
          <a:ln w="9525">
            <a:noFill/>
            <a:miter lim="800000"/>
            <a:headEnd/>
            <a:tailEnd/>
          </a:ln>
        </p:spPr>
        <p:txBody>
          <a:bodyPr lIns="0" tIns="12700" rIns="0" bIns="0">
            <a:spAutoFit/>
          </a:bodyPr>
          <a:lstStyle/>
          <a:p>
            <a:pPr marL="12700">
              <a:lnSpc>
                <a:spcPct val="133000"/>
              </a:lnSpc>
              <a:spcBef>
                <a:spcPts val="100"/>
              </a:spcBef>
            </a:pPr>
            <a:r>
              <a:rPr lang="en-US" sz="1000">
                <a:latin typeface="Courier New" pitchFamily="49" charset="0"/>
                <a:cs typeface="Courier New" pitchFamily="49" charset="0"/>
              </a:rPr>
              <a:t>S.next = Lnext  S.begin = L1</a:t>
            </a:r>
          </a:p>
        </p:txBody>
      </p:sp>
      <p:sp>
        <p:nvSpPr>
          <p:cNvPr id="46" name="object 46"/>
          <p:cNvSpPr txBox="1"/>
          <p:nvPr/>
        </p:nvSpPr>
        <p:spPr>
          <a:xfrm>
            <a:off x="1525588" y="3933825"/>
            <a:ext cx="8636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E.true </a:t>
            </a:r>
            <a:r>
              <a:rPr sz="1000" dirty="0">
                <a:latin typeface="Courier New"/>
                <a:cs typeface="Courier New"/>
              </a:rPr>
              <a:t>=</a:t>
            </a:r>
            <a:r>
              <a:rPr sz="1000" spc="-90" dirty="0">
                <a:latin typeface="Courier New"/>
                <a:cs typeface="Courier New"/>
              </a:rPr>
              <a:t> </a:t>
            </a:r>
            <a:r>
              <a:rPr sz="1000" spc="-5" dirty="0">
                <a:latin typeface="Courier New"/>
                <a:cs typeface="Courier New"/>
              </a:rPr>
              <a:t>L2</a:t>
            </a:r>
            <a:endParaRPr sz="1000">
              <a:latin typeface="Courier New"/>
              <a:cs typeface="Courier New"/>
            </a:endParaRPr>
          </a:p>
        </p:txBody>
      </p:sp>
      <p:sp>
        <p:nvSpPr>
          <p:cNvPr id="47" name="object 47"/>
          <p:cNvSpPr txBox="1"/>
          <p:nvPr/>
        </p:nvSpPr>
        <p:spPr>
          <a:xfrm>
            <a:off x="1525588" y="4135438"/>
            <a:ext cx="11684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Lnext</a:t>
            </a:r>
            <a:endParaRPr sz="1000">
              <a:latin typeface="Courier New"/>
              <a:cs typeface="Courier New"/>
            </a:endParaRPr>
          </a:p>
        </p:txBody>
      </p:sp>
      <p:sp>
        <p:nvSpPr>
          <p:cNvPr id="59440" name="object 48"/>
          <p:cNvSpPr>
            <a:spLocks noChangeArrowheads="1"/>
          </p:cNvSpPr>
          <p:nvPr/>
        </p:nvSpPr>
        <p:spPr bwMode="auto">
          <a:xfrm>
            <a:off x="1978025" y="3581400"/>
            <a:ext cx="917575" cy="352425"/>
          </a:xfrm>
          <a:custGeom>
            <a:avLst/>
            <a:gdLst>
              <a:gd name="T0" fmla="*/ 0 w 916939"/>
              <a:gd name="T1" fmla="*/ 0 h 353060"/>
              <a:gd name="T2" fmla="*/ 916939 w 916939"/>
              <a:gd name="T3" fmla="*/ 353060 h 353060"/>
            </a:gdLst>
            <a:ahLst/>
            <a:cxnLst/>
            <a:rect l="T0" t="T1" r="T2" b="T3"/>
            <a:pathLst>
              <a:path w="916939" h="353060">
                <a:moveTo>
                  <a:pt x="916939" y="0"/>
                </a:moveTo>
                <a:lnTo>
                  <a:pt x="0"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9441" name="object 49"/>
          <p:cNvSpPr>
            <a:spLocks noChangeArrowheads="1"/>
          </p:cNvSpPr>
          <p:nvPr/>
        </p:nvSpPr>
        <p:spPr bwMode="auto">
          <a:xfrm>
            <a:off x="1905000" y="3892550"/>
            <a:ext cx="95250" cy="79375"/>
          </a:xfrm>
          <a:custGeom>
            <a:avLst/>
            <a:gdLst>
              <a:gd name="T0" fmla="*/ 0 w 95250"/>
              <a:gd name="T1" fmla="*/ 0 h 78739"/>
              <a:gd name="T2" fmla="*/ 95250 w 95250"/>
              <a:gd name="T3" fmla="*/ 78739 h 78739"/>
            </a:gdLst>
            <a:ahLst/>
            <a:cxnLst/>
            <a:rect l="T0" t="T1" r="T2" b="T3"/>
            <a:pathLst>
              <a:path w="95250" h="78739">
                <a:moveTo>
                  <a:pt x="64769" y="0"/>
                </a:moveTo>
                <a:lnTo>
                  <a:pt x="0" y="69850"/>
                </a:lnTo>
                <a:lnTo>
                  <a:pt x="95250" y="78739"/>
                </a:lnTo>
                <a:lnTo>
                  <a:pt x="6476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0" name="object 50"/>
          <p:cNvSpPr txBox="1"/>
          <p:nvPr/>
        </p:nvSpPr>
        <p:spPr>
          <a:xfrm>
            <a:off x="4114800" y="3889375"/>
            <a:ext cx="865188"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S.next </a:t>
            </a:r>
            <a:r>
              <a:rPr sz="1000" dirty="0">
                <a:latin typeface="Courier New"/>
                <a:cs typeface="Courier New"/>
              </a:rPr>
              <a:t>=</a:t>
            </a:r>
            <a:r>
              <a:rPr sz="1000" spc="-90" dirty="0">
                <a:latin typeface="Courier New"/>
                <a:cs typeface="Courier New"/>
              </a:rPr>
              <a:t> </a:t>
            </a:r>
            <a:r>
              <a:rPr sz="1000" dirty="0">
                <a:latin typeface="Courier New"/>
                <a:cs typeface="Courier New"/>
              </a:rPr>
              <a:t>L1</a:t>
            </a:r>
            <a:endParaRPr sz="1000">
              <a:latin typeface="Courier New"/>
              <a:cs typeface="Courier New"/>
            </a:endParaRPr>
          </a:p>
        </p:txBody>
      </p:sp>
      <p:sp>
        <p:nvSpPr>
          <p:cNvPr id="59443" name="object 51"/>
          <p:cNvSpPr>
            <a:spLocks noChangeArrowheads="1"/>
          </p:cNvSpPr>
          <p:nvPr/>
        </p:nvSpPr>
        <p:spPr bwMode="auto">
          <a:xfrm>
            <a:off x="2895600" y="3581400"/>
            <a:ext cx="917575" cy="352425"/>
          </a:xfrm>
          <a:custGeom>
            <a:avLst/>
            <a:gdLst>
              <a:gd name="T0" fmla="*/ 0 w 916939"/>
              <a:gd name="T1" fmla="*/ 0 h 353060"/>
              <a:gd name="T2" fmla="*/ 916939 w 916939"/>
              <a:gd name="T3" fmla="*/ 353060 h 353060"/>
            </a:gdLst>
            <a:ahLst/>
            <a:cxnLst/>
            <a:rect l="T0" t="T1" r="T2" b="T3"/>
            <a:pathLst>
              <a:path w="916939" h="353060">
                <a:moveTo>
                  <a:pt x="0" y="0"/>
                </a:moveTo>
                <a:lnTo>
                  <a:pt x="916939"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9444" name="object 52"/>
          <p:cNvSpPr>
            <a:spLocks noChangeArrowheads="1"/>
          </p:cNvSpPr>
          <p:nvPr/>
        </p:nvSpPr>
        <p:spPr bwMode="auto">
          <a:xfrm>
            <a:off x="3790950" y="3892550"/>
            <a:ext cx="95250" cy="79375"/>
          </a:xfrm>
          <a:custGeom>
            <a:avLst/>
            <a:gdLst>
              <a:gd name="T0" fmla="*/ 0 w 95250"/>
              <a:gd name="T1" fmla="*/ 0 h 78739"/>
              <a:gd name="T2" fmla="*/ 95250 w 95250"/>
              <a:gd name="T3" fmla="*/ 78739 h 78739"/>
            </a:gdLst>
            <a:ahLst/>
            <a:cxnLst/>
            <a:rect l="T0" t="T1" r="T2" b="T3"/>
            <a:pathLst>
              <a:path w="95250" h="78739">
                <a:moveTo>
                  <a:pt x="30479" y="0"/>
                </a:moveTo>
                <a:lnTo>
                  <a:pt x="0" y="78739"/>
                </a:lnTo>
                <a:lnTo>
                  <a:pt x="95250" y="69850"/>
                </a:lnTo>
                <a:lnTo>
                  <a:pt x="3047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9445" name="object 53"/>
          <p:cNvSpPr txBox="1">
            <a:spLocks noChangeArrowheads="1"/>
          </p:cNvSpPr>
          <p:nvPr/>
        </p:nvSpPr>
        <p:spPr bwMode="auto">
          <a:xfrm>
            <a:off x="6021388" y="3200400"/>
            <a:ext cx="2157412" cy="1320800"/>
          </a:xfrm>
          <a:prstGeom prst="rect">
            <a:avLst/>
          </a:prstGeom>
          <a:noFill/>
          <a:ln w="9525">
            <a:noFill/>
            <a:miter lim="800000"/>
            <a:headEnd/>
            <a:tailEnd/>
          </a:ln>
        </p:spPr>
        <p:txBody>
          <a:bodyPr lIns="0" tIns="12700" rIns="0" bIns="0">
            <a:spAutoFit/>
          </a:bodyPr>
          <a:lstStyle/>
          <a:p>
            <a:pPr marL="438150" indent="-425450">
              <a:lnSpc>
                <a:spcPct val="152000"/>
              </a:lnSpc>
              <a:spcBef>
                <a:spcPts val="100"/>
              </a:spcBef>
            </a:pPr>
            <a:r>
              <a:rPr lang="en-US" sz="1400">
                <a:latin typeface="Courier New" pitchFamily="49" charset="0"/>
                <a:cs typeface="Courier New" pitchFamily="49" charset="0"/>
              </a:rPr>
              <a:t>L1: if a &lt; b goto L2  goto Lnext</a:t>
            </a:r>
          </a:p>
          <a:p>
            <a:pPr marL="438150" indent="-425450">
              <a:lnSpc>
                <a:spcPct val="152000"/>
              </a:lnSpc>
            </a:pPr>
            <a:r>
              <a:rPr lang="en-US" sz="1400">
                <a:latin typeface="Courier New" pitchFamily="49" charset="0"/>
                <a:cs typeface="Courier New" pitchFamily="49" charset="0"/>
              </a:rPr>
              <a:t>L2: if c &lt; d goto L3  goto L4</a:t>
            </a:r>
          </a:p>
        </p:txBody>
      </p:sp>
      <p:sp>
        <p:nvSpPr>
          <p:cNvPr id="54" name="object 54"/>
          <p:cNvSpPr txBox="1"/>
          <p:nvPr/>
        </p:nvSpPr>
        <p:spPr>
          <a:xfrm>
            <a:off x="6021388" y="5578475"/>
            <a:ext cx="344487" cy="239713"/>
          </a:xfrm>
          <a:prstGeom prst="rect">
            <a:avLst/>
          </a:prstGeom>
        </p:spPr>
        <p:txBody>
          <a:bodyPr lIns="0" tIns="12700" rIns="0" bIns="0">
            <a:spAutoFit/>
          </a:bodyPr>
          <a:lstStyle/>
          <a:p>
            <a:pPr marL="12700" fontAlgn="auto">
              <a:spcBef>
                <a:spcPts val="100"/>
              </a:spcBef>
              <a:spcAft>
                <a:spcPts val="0"/>
              </a:spcAft>
              <a:defRPr/>
            </a:pPr>
            <a:r>
              <a:rPr sz="1400" spc="-10" dirty="0">
                <a:latin typeface="Courier New"/>
                <a:cs typeface="Courier New"/>
              </a:rPr>
              <a:t>L</a:t>
            </a:r>
            <a:r>
              <a:rPr sz="1400" spc="5" dirty="0">
                <a:latin typeface="Courier New"/>
                <a:cs typeface="Courier New"/>
              </a:rPr>
              <a:t>4</a:t>
            </a:r>
            <a:r>
              <a:rPr sz="1400" dirty="0">
                <a:latin typeface="Courier New"/>
                <a:cs typeface="Courier New"/>
              </a:rPr>
              <a:t>:</a:t>
            </a:r>
            <a:endParaRPr sz="1400">
              <a:latin typeface="Courier New"/>
              <a:cs typeface="Courier New"/>
            </a:endParaRPr>
          </a:p>
        </p:txBody>
      </p:sp>
      <p:sp>
        <p:nvSpPr>
          <p:cNvPr id="55" name="object 55"/>
          <p:cNvSpPr txBox="1"/>
          <p:nvPr/>
        </p:nvSpPr>
        <p:spPr>
          <a:xfrm>
            <a:off x="3178175" y="4498975"/>
            <a:ext cx="1065213" cy="269875"/>
          </a:xfrm>
          <a:prstGeom prst="rect">
            <a:avLst/>
          </a:prstGeom>
        </p:spPr>
        <p:txBody>
          <a:bodyPr lIns="0" tIns="12700" rIns="0" bIns="0">
            <a:spAutoFit/>
          </a:bodyPr>
          <a:lstStyle/>
          <a:p>
            <a:pPr marL="38100" fontAlgn="auto">
              <a:spcBef>
                <a:spcPts val="100"/>
              </a:spcBef>
              <a:spcAft>
                <a:spcPts val="0"/>
              </a:spcAft>
              <a:defRPr/>
            </a:pPr>
            <a:r>
              <a:rPr sz="2400" baseline="12152" dirty="0">
                <a:latin typeface="Courier New"/>
                <a:cs typeface="Courier New"/>
              </a:rPr>
              <a:t>E</a:t>
            </a:r>
            <a:r>
              <a:rPr sz="2400" spc="-1139" baseline="12152" dirty="0">
                <a:latin typeface="Courier New"/>
                <a:cs typeface="Courier New"/>
              </a:rPr>
              <a:t> </a:t>
            </a:r>
            <a:r>
              <a:rPr sz="1000" spc="-210" dirty="0">
                <a:latin typeface="Courier New"/>
                <a:cs typeface="Courier New"/>
              </a:rPr>
              <a:t>E.tru</a:t>
            </a:r>
            <a:r>
              <a:rPr sz="2400" b="1" spc="-315" baseline="17361" dirty="0">
                <a:latin typeface="Courier New"/>
                <a:cs typeface="Courier New"/>
              </a:rPr>
              <a:t>t</a:t>
            </a:r>
            <a:r>
              <a:rPr sz="1000" spc="-210" dirty="0">
                <a:latin typeface="Courier New"/>
                <a:cs typeface="Courier New"/>
              </a:rPr>
              <a:t>e</a:t>
            </a:r>
            <a:r>
              <a:rPr sz="2400" b="1" spc="-315" baseline="17361" dirty="0">
                <a:latin typeface="Courier New"/>
                <a:cs typeface="Courier New"/>
              </a:rPr>
              <a:t>h</a:t>
            </a:r>
            <a:r>
              <a:rPr sz="1000" spc="-210" dirty="0">
                <a:latin typeface="Courier New"/>
                <a:cs typeface="Courier New"/>
              </a:rPr>
              <a:t>=</a:t>
            </a:r>
            <a:r>
              <a:rPr sz="2400" b="1" spc="-315" baseline="17361" dirty="0">
                <a:latin typeface="Courier New"/>
                <a:cs typeface="Courier New"/>
              </a:rPr>
              <a:t>en</a:t>
            </a:r>
            <a:r>
              <a:rPr sz="1000" spc="-210" dirty="0">
                <a:latin typeface="Courier New"/>
                <a:cs typeface="Courier New"/>
              </a:rPr>
              <a:t>L3</a:t>
            </a:r>
            <a:endParaRPr sz="1000">
              <a:latin typeface="Courier New"/>
              <a:cs typeface="Courier New"/>
            </a:endParaRPr>
          </a:p>
        </p:txBody>
      </p:sp>
      <p:sp>
        <p:nvSpPr>
          <p:cNvPr id="56" name="object 56"/>
          <p:cNvSpPr txBox="1"/>
          <p:nvPr/>
        </p:nvSpPr>
        <p:spPr>
          <a:xfrm>
            <a:off x="3354388" y="4727575"/>
            <a:ext cx="9398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L4</a:t>
            </a:r>
            <a:endParaRPr sz="1000">
              <a:latin typeface="Courier New"/>
              <a:cs typeface="Courier New"/>
            </a:endParaRPr>
          </a:p>
        </p:txBody>
      </p:sp>
      <p:sp>
        <p:nvSpPr>
          <p:cNvPr id="59449" name="object 57"/>
          <p:cNvSpPr>
            <a:spLocks noChangeArrowheads="1"/>
          </p:cNvSpPr>
          <p:nvPr/>
        </p:nvSpPr>
        <p:spPr bwMode="auto">
          <a:xfrm>
            <a:off x="3489325" y="4191000"/>
            <a:ext cx="396875" cy="330200"/>
          </a:xfrm>
          <a:custGeom>
            <a:avLst/>
            <a:gdLst>
              <a:gd name="T0" fmla="*/ 0 w 396239"/>
              <a:gd name="T1" fmla="*/ 0 h 330200"/>
              <a:gd name="T2" fmla="*/ 396239 w 396239"/>
              <a:gd name="T3" fmla="*/ 330200 h 330200"/>
            </a:gdLst>
            <a:ahLst/>
            <a:cxnLst/>
            <a:rect l="T0" t="T1" r="T2" b="T3"/>
            <a:pathLst>
              <a:path w="396239" h="330200">
                <a:moveTo>
                  <a:pt x="396239" y="0"/>
                </a:moveTo>
                <a:lnTo>
                  <a:pt x="0" y="33020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9450" name="object 58"/>
          <p:cNvSpPr>
            <a:spLocks noChangeArrowheads="1"/>
          </p:cNvSpPr>
          <p:nvPr/>
        </p:nvSpPr>
        <p:spPr bwMode="auto">
          <a:xfrm>
            <a:off x="3429000" y="4484688"/>
            <a:ext cx="92075" cy="87312"/>
          </a:xfrm>
          <a:custGeom>
            <a:avLst/>
            <a:gdLst>
              <a:gd name="T0" fmla="*/ 0 w 92710"/>
              <a:gd name="T1" fmla="*/ 0 h 87629"/>
              <a:gd name="T2" fmla="*/ 92710 w 92710"/>
              <a:gd name="T3" fmla="*/ 87629 h 87629"/>
            </a:gdLst>
            <a:ahLst/>
            <a:cxnLst/>
            <a:rect l="T0" t="T1" r="T2" b="T3"/>
            <a:pathLst>
              <a:path w="92710" h="87629">
                <a:moveTo>
                  <a:pt x="38100" y="0"/>
                </a:moveTo>
                <a:lnTo>
                  <a:pt x="0" y="87629"/>
                </a:lnTo>
                <a:lnTo>
                  <a:pt x="92710" y="66039"/>
                </a:lnTo>
                <a:lnTo>
                  <a:pt x="3810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9451" name="object 59"/>
          <p:cNvSpPr>
            <a:spLocks noChangeArrowheads="1"/>
          </p:cNvSpPr>
          <p:nvPr/>
        </p:nvSpPr>
        <p:spPr bwMode="auto">
          <a:xfrm>
            <a:off x="32766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52" name="object 60"/>
          <p:cNvSpPr>
            <a:spLocks noChangeArrowheads="1"/>
          </p:cNvSpPr>
          <p:nvPr/>
        </p:nvSpPr>
        <p:spPr bwMode="auto">
          <a:xfrm>
            <a:off x="2743200" y="47244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9453" name="object 61"/>
          <p:cNvSpPr>
            <a:spLocks noChangeArrowheads="1"/>
          </p:cNvSpPr>
          <p:nvPr/>
        </p:nvSpPr>
        <p:spPr bwMode="auto">
          <a:xfrm>
            <a:off x="3352800" y="47244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2" name="object 62"/>
          <p:cNvSpPr txBox="1"/>
          <p:nvPr/>
        </p:nvSpPr>
        <p:spPr>
          <a:xfrm>
            <a:off x="4471988" y="4660900"/>
            <a:ext cx="958850" cy="177800"/>
          </a:xfrm>
          <a:prstGeom prst="rect">
            <a:avLst/>
          </a:prstGeom>
        </p:spPr>
        <p:txBody>
          <a:bodyPr lIns="0" tIns="12700" rIns="0" bIns="0">
            <a:spAutoFit/>
          </a:bodyPr>
          <a:lstStyle/>
          <a:p>
            <a:pPr marL="38100" fontAlgn="auto">
              <a:spcBef>
                <a:spcPts val="100"/>
              </a:spcBef>
              <a:spcAft>
                <a:spcPts val="0"/>
              </a:spcAft>
              <a:defRPr/>
            </a:pPr>
            <a:r>
              <a:rPr sz="1000" spc="-5" dirty="0">
                <a:latin typeface="Courier New"/>
                <a:cs typeface="Courier New"/>
              </a:rPr>
              <a:t>S</a:t>
            </a:r>
            <a:r>
              <a:rPr sz="825" spc="-7" baseline="-25252" dirty="0">
                <a:latin typeface="Courier New"/>
                <a:cs typeface="Courier New"/>
              </a:rPr>
              <a:t>1</a:t>
            </a:r>
            <a:r>
              <a:rPr sz="1000" spc="-5" dirty="0">
                <a:latin typeface="Courier New"/>
                <a:cs typeface="Courier New"/>
              </a:rPr>
              <a:t>.next </a:t>
            </a:r>
            <a:r>
              <a:rPr sz="1000" dirty="0">
                <a:latin typeface="Courier New"/>
                <a:cs typeface="Courier New"/>
              </a:rPr>
              <a:t>=</a:t>
            </a:r>
            <a:r>
              <a:rPr sz="1000" spc="-65" dirty="0">
                <a:latin typeface="Courier New"/>
                <a:cs typeface="Courier New"/>
              </a:rPr>
              <a:t> </a:t>
            </a:r>
            <a:r>
              <a:rPr sz="1000" spc="-5" dirty="0">
                <a:latin typeface="Courier New"/>
                <a:cs typeface="Courier New"/>
              </a:rPr>
              <a:t>L1</a:t>
            </a:r>
            <a:endParaRPr sz="1000">
              <a:latin typeface="Courier New"/>
              <a:cs typeface="Courier New"/>
            </a:endParaRPr>
          </a:p>
        </p:txBody>
      </p:sp>
      <p:sp>
        <p:nvSpPr>
          <p:cNvPr id="63" name="object 63"/>
          <p:cNvSpPr txBox="1"/>
          <p:nvPr/>
        </p:nvSpPr>
        <p:spPr>
          <a:xfrm>
            <a:off x="5461000" y="4462463"/>
            <a:ext cx="501650" cy="177800"/>
          </a:xfrm>
          <a:prstGeom prst="rect">
            <a:avLst/>
          </a:prstGeom>
        </p:spPr>
        <p:txBody>
          <a:bodyPr lIns="0" tIns="12700" rIns="0" bIns="0">
            <a:spAutoFit/>
          </a:bodyPr>
          <a:lstStyle/>
          <a:p>
            <a:pPr marL="38100" fontAlgn="auto">
              <a:spcBef>
                <a:spcPts val="100"/>
              </a:spcBef>
              <a:spcAft>
                <a:spcPts val="0"/>
              </a:spcAft>
              <a:defRPr/>
            </a:pPr>
            <a:r>
              <a:rPr sz="1000" spc="-5" dirty="0">
                <a:latin typeface="Courier New"/>
                <a:cs typeface="Courier New"/>
              </a:rPr>
              <a:t>S</a:t>
            </a:r>
            <a:r>
              <a:rPr sz="825" spc="-7" baseline="-25252" dirty="0">
                <a:latin typeface="Courier New"/>
                <a:cs typeface="Courier New"/>
              </a:rPr>
              <a:t>2</a:t>
            </a:r>
            <a:r>
              <a:rPr sz="1000" spc="-5" dirty="0">
                <a:latin typeface="Courier New"/>
                <a:cs typeface="Courier New"/>
              </a:rPr>
              <a:t>.nex</a:t>
            </a:r>
            <a:endParaRPr sz="1000">
              <a:latin typeface="Courier New"/>
              <a:cs typeface="Courier New"/>
            </a:endParaRPr>
          </a:p>
        </p:txBody>
      </p:sp>
      <p:sp>
        <p:nvSpPr>
          <p:cNvPr id="59456" name="object 64"/>
          <p:cNvSpPr txBox="1">
            <a:spLocks noChangeArrowheads="1"/>
          </p:cNvSpPr>
          <p:nvPr/>
        </p:nvSpPr>
        <p:spPr bwMode="auto">
          <a:xfrm>
            <a:off x="5943600" y="4572000"/>
            <a:ext cx="2514600" cy="914400"/>
          </a:xfrm>
          <a:prstGeom prst="rect">
            <a:avLst/>
          </a:prstGeom>
          <a:solidFill>
            <a:srgbClr val="7F0000">
              <a:alpha val="23921"/>
            </a:srgbClr>
          </a:solidFill>
          <a:ln w="9525">
            <a:noFill/>
            <a:miter lim="800000"/>
            <a:headEnd/>
            <a:tailEnd/>
          </a:ln>
        </p:spPr>
        <p:txBody>
          <a:bodyPr lIns="0" tIns="0" rIns="0" bIns="0">
            <a:spAutoFit/>
          </a:bodyPr>
          <a:lstStyle/>
          <a:p>
            <a:pPr>
              <a:lnSpc>
                <a:spcPts val="400"/>
              </a:lnSpc>
            </a:pPr>
            <a:r>
              <a:rPr lang="en-US" sz="1000">
                <a:latin typeface="Courier New" pitchFamily="49" charset="0"/>
                <a:cs typeface="Courier New" pitchFamily="49" charset="0"/>
              </a:rPr>
              <a:t>t = L1</a:t>
            </a:r>
          </a:p>
          <a:p>
            <a:pPr>
              <a:lnSpc>
                <a:spcPts val="1650"/>
              </a:lnSpc>
            </a:pPr>
            <a:r>
              <a:rPr lang="en-US" sz="1400">
                <a:latin typeface="Courier New" pitchFamily="49" charset="0"/>
                <a:cs typeface="Courier New" pitchFamily="49" charset="0"/>
              </a:rPr>
              <a:t>L3: t1 = x + z</a:t>
            </a:r>
          </a:p>
          <a:p>
            <a:pPr>
              <a:lnSpc>
                <a:spcPct val="152000"/>
              </a:lnSpc>
            </a:pPr>
            <a:r>
              <a:rPr lang="en-US" sz="1400">
                <a:latin typeface="Courier New" pitchFamily="49" charset="0"/>
                <a:cs typeface="Courier New" pitchFamily="49" charset="0"/>
              </a:rPr>
              <a:t>x = t1  goto L1</a:t>
            </a:r>
          </a:p>
        </p:txBody>
      </p:sp>
      <p:sp>
        <p:nvSpPr>
          <p:cNvPr id="59457" name="object 65"/>
          <p:cNvSpPr>
            <a:spLocks noChangeArrowheads="1"/>
          </p:cNvSpPr>
          <p:nvPr/>
        </p:nvSpPr>
        <p:spPr bwMode="auto">
          <a:xfrm>
            <a:off x="4038600" y="4191000"/>
            <a:ext cx="325438" cy="325438"/>
          </a:xfrm>
          <a:custGeom>
            <a:avLst/>
            <a:gdLst>
              <a:gd name="T0" fmla="*/ 0 w 325120"/>
              <a:gd name="T1" fmla="*/ 0 h 325120"/>
              <a:gd name="T2" fmla="*/ 325120 w 325120"/>
              <a:gd name="T3" fmla="*/ 325120 h 325120"/>
            </a:gdLst>
            <a:ahLst/>
            <a:cxnLst/>
            <a:rect l="T0" t="T1" r="T2" b="T3"/>
            <a:pathLst>
              <a:path w="325120" h="325120">
                <a:moveTo>
                  <a:pt x="0" y="0"/>
                </a:moveTo>
                <a:lnTo>
                  <a:pt x="325120" y="32511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9458" name="object 66"/>
          <p:cNvSpPr>
            <a:spLocks noChangeArrowheads="1"/>
          </p:cNvSpPr>
          <p:nvPr/>
        </p:nvSpPr>
        <p:spPr bwMode="auto">
          <a:xfrm>
            <a:off x="4329113" y="4481513"/>
            <a:ext cx="90487" cy="90487"/>
          </a:xfrm>
          <a:custGeom>
            <a:avLst/>
            <a:gdLst>
              <a:gd name="T0" fmla="*/ 0 w 90170"/>
              <a:gd name="T1" fmla="*/ 0 h 90170"/>
              <a:gd name="T2" fmla="*/ 90170 w 90170"/>
              <a:gd name="T3" fmla="*/ 90170 h 90170"/>
            </a:gdLst>
            <a:ahLst/>
            <a:cxnLst/>
            <a:rect l="T0" t="T1" r="T2" b="T3"/>
            <a:pathLst>
              <a:path w="90170" h="90170">
                <a:moveTo>
                  <a:pt x="59690" y="0"/>
                </a:moveTo>
                <a:lnTo>
                  <a:pt x="0" y="59690"/>
                </a:lnTo>
                <a:lnTo>
                  <a:pt x="90170" y="90170"/>
                </a:lnTo>
                <a:lnTo>
                  <a:pt x="5969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9459" name="object 67"/>
          <p:cNvSpPr>
            <a:spLocks noChangeArrowheads="1"/>
          </p:cNvSpPr>
          <p:nvPr/>
        </p:nvSpPr>
        <p:spPr bwMode="auto">
          <a:xfrm>
            <a:off x="4191000" y="4114800"/>
            <a:ext cx="993775" cy="425450"/>
          </a:xfrm>
          <a:custGeom>
            <a:avLst/>
            <a:gdLst>
              <a:gd name="T0" fmla="*/ 0 w 993139"/>
              <a:gd name="T1" fmla="*/ 0 h 425450"/>
              <a:gd name="T2" fmla="*/ 993139 w 993139"/>
              <a:gd name="T3" fmla="*/ 425450 h 425450"/>
            </a:gdLst>
            <a:ahLst/>
            <a:cxnLst/>
            <a:rect l="T0" t="T1" r="T2" b="T3"/>
            <a:pathLst>
              <a:path w="993139" h="425450">
                <a:moveTo>
                  <a:pt x="0" y="0"/>
                </a:moveTo>
                <a:lnTo>
                  <a:pt x="993139" y="42545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59460" name="object 68"/>
          <p:cNvSpPr>
            <a:spLocks noChangeArrowheads="1"/>
          </p:cNvSpPr>
          <p:nvPr/>
        </p:nvSpPr>
        <p:spPr bwMode="auto">
          <a:xfrm>
            <a:off x="5162550" y="4498975"/>
            <a:ext cx="95250" cy="79375"/>
          </a:xfrm>
          <a:custGeom>
            <a:avLst/>
            <a:gdLst>
              <a:gd name="T0" fmla="*/ 0 w 95250"/>
              <a:gd name="T1" fmla="*/ 0 h 78739"/>
              <a:gd name="T2" fmla="*/ 95250 w 95250"/>
              <a:gd name="T3" fmla="*/ 78739 h 78739"/>
            </a:gdLst>
            <a:ahLst/>
            <a:cxnLst/>
            <a:rect l="T0" t="T1" r="T2" b="T3"/>
            <a:pathLst>
              <a:path w="95250" h="78739">
                <a:moveTo>
                  <a:pt x="34289" y="0"/>
                </a:moveTo>
                <a:lnTo>
                  <a:pt x="0" y="78739"/>
                </a:lnTo>
                <a:lnTo>
                  <a:pt x="95250" y="72389"/>
                </a:lnTo>
                <a:lnTo>
                  <a:pt x="3428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9461" name="object 69"/>
          <p:cNvSpPr>
            <a:spLocks noChangeArrowheads="1"/>
          </p:cNvSpPr>
          <p:nvPr/>
        </p:nvSpPr>
        <p:spPr bwMode="auto">
          <a:xfrm>
            <a:off x="41148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0" y="609600"/>
                </a:lnTo>
                <a:lnTo>
                  <a:pt x="762000" y="609600"/>
                </a:lnTo>
                <a:lnTo>
                  <a:pt x="381000" y="0"/>
                </a:lnTo>
                <a:close/>
              </a:path>
            </a:pathLst>
          </a:custGeom>
          <a:solidFill>
            <a:srgbClr val="7F0000">
              <a:alpha val="23137"/>
            </a:srgbClr>
          </a:solidFill>
          <a:ln w="9525">
            <a:noFill/>
            <a:miter lim="800000"/>
            <a:headEnd/>
            <a:tailEnd/>
          </a:ln>
        </p:spPr>
        <p:txBody>
          <a:bodyPr lIns="0" tIns="0" rIns="0" bIns="0"/>
          <a:lstStyle/>
          <a:p>
            <a:endParaRPr lang="en-US">
              <a:latin typeface="Calibri" pitchFamily="34" charset="0"/>
            </a:endParaRPr>
          </a:p>
        </p:txBody>
      </p:sp>
      <p:sp>
        <p:nvSpPr>
          <p:cNvPr id="70" name="Title 1"/>
          <p:cNvSpPr txBox="1">
            <a:spLocks/>
          </p:cNvSpPr>
          <p:nvPr/>
        </p:nvSpPr>
        <p:spPr>
          <a:xfrm>
            <a:off x="1371600" y="0"/>
            <a:ext cx="7772400" cy="8382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Combining Boolean and Control Flow  Statements</a:t>
            </a:r>
          </a:p>
        </p:txBody>
      </p:sp>
      <p:sp>
        <p:nvSpPr>
          <p:cNvPr id="72" name="Date Placeholder 71"/>
          <p:cNvSpPr>
            <a:spLocks noGrp="1"/>
          </p:cNvSpPr>
          <p:nvPr>
            <p:ph type="dt" sz="half" idx="10"/>
          </p:nvPr>
        </p:nvSpPr>
        <p:spPr/>
        <p:txBody>
          <a:bodyPr/>
          <a:lstStyle/>
          <a:p>
            <a:fld id="{A97B4196-4180-4F33-A6AF-FD058122FFD0}" type="datetime1">
              <a:rPr lang="en-US" smtClean="0"/>
              <a:t>11/11/2024</a:t>
            </a:fld>
            <a:endParaRPr lang="en-US"/>
          </a:p>
        </p:txBody>
      </p:sp>
      <p:sp>
        <p:nvSpPr>
          <p:cNvPr id="73" name="Slide Number Placeholder 72"/>
          <p:cNvSpPr>
            <a:spLocks noGrp="1"/>
          </p:cNvSpPr>
          <p:nvPr>
            <p:ph type="sldNum" sz="quarter" idx="12"/>
          </p:nvPr>
        </p:nvSpPr>
        <p:spPr/>
        <p:txBody>
          <a:bodyPr/>
          <a:lstStyle/>
          <a:p>
            <a:fld id="{B6F15528-21DE-4FAA-801E-634DDDAF4B2B}" type="slidenum">
              <a:rPr lang="en-US" smtClean="0"/>
              <a:pPr/>
              <a:t>65</a:t>
            </a:fld>
            <a:endParaRPr lang="en-US"/>
          </a:p>
        </p:txBody>
      </p:sp>
      <p:sp>
        <p:nvSpPr>
          <p:cNvPr id="74" name="Footer Placeholder 73"/>
          <p:cNvSpPr>
            <a:spLocks noGrp="1"/>
          </p:cNvSpPr>
          <p:nvPr>
            <p:ph type="ftr" sz="quarter" idx="11"/>
          </p:nvPr>
        </p:nvSpPr>
        <p:spPr>
          <a:xfrm>
            <a:off x="3124200" y="6356350"/>
            <a:ext cx="3886200" cy="365125"/>
          </a:xfrm>
        </p:spPr>
        <p:txBody>
          <a:bodyPr/>
          <a:lstStyle/>
          <a:p>
            <a:r>
              <a:rPr lang="it-IT"/>
              <a:t>Vivek Kumar Sharma              CD Unit -3</a:t>
            </a:r>
            <a:endParaRPr lang="en-US" dirty="0"/>
          </a:p>
        </p:txBody>
      </p:sp>
      <p:pic>
        <p:nvPicPr>
          <p:cNvPr id="71" name="Picture 7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object 3"/>
          <p:cNvSpPr txBox="1">
            <a:spLocks noChangeArrowheads="1"/>
          </p:cNvSpPr>
          <p:nvPr/>
        </p:nvSpPr>
        <p:spPr bwMode="auto">
          <a:xfrm>
            <a:off x="763588" y="1201738"/>
            <a:ext cx="1854200" cy="1876425"/>
          </a:xfrm>
          <a:prstGeom prst="rect">
            <a:avLst/>
          </a:prstGeom>
          <a:noFill/>
          <a:ln w="9525">
            <a:noFill/>
            <a:miter lim="800000"/>
            <a:headEnd/>
            <a:tailEnd/>
          </a:ln>
        </p:spPr>
        <p:txBody>
          <a:bodyPr lIns="0" tIns="12700" rIns="0" bIns="0">
            <a:spAutoFit/>
          </a:bodyPr>
          <a:lstStyle/>
          <a:p>
            <a:pPr marL="255588" indent="-242888">
              <a:lnSpc>
                <a:spcPct val="152000"/>
              </a:lnSpc>
              <a:spcBef>
                <a:spcPts val="100"/>
              </a:spcBef>
            </a:pPr>
            <a:r>
              <a:rPr lang="en-US" sz="1600">
                <a:latin typeface="Courier New" pitchFamily="49" charset="0"/>
                <a:cs typeface="Courier New" pitchFamily="49" charset="0"/>
              </a:rPr>
              <a:t>while a &lt; b do  if c &lt; d then</a:t>
            </a:r>
          </a:p>
          <a:p>
            <a:pPr marL="255588" indent="-242888">
              <a:lnSpc>
                <a:spcPts val="2925"/>
              </a:lnSpc>
              <a:spcBef>
                <a:spcPts val="250"/>
              </a:spcBef>
            </a:pPr>
            <a:r>
              <a:rPr lang="en-US" sz="1600">
                <a:latin typeface="Courier New" pitchFamily="49" charset="0"/>
                <a:cs typeface="Courier New" pitchFamily="49" charset="0"/>
              </a:rPr>
              <a:t>x = y + z  else</a:t>
            </a:r>
          </a:p>
          <a:p>
            <a:pPr marL="255588" indent="-242888">
              <a:spcBef>
                <a:spcPts val="725"/>
              </a:spcBef>
            </a:pPr>
            <a:r>
              <a:rPr lang="en-US" sz="1600">
                <a:latin typeface="Courier New" pitchFamily="49" charset="0"/>
                <a:cs typeface="Courier New" pitchFamily="49" charset="0"/>
              </a:rPr>
              <a:t>x = y - z</a:t>
            </a:r>
          </a:p>
        </p:txBody>
      </p:sp>
      <p:sp>
        <p:nvSpPr>
          <p:cNvPr id="60424" name="object 8"/>
          <p:cNvSpPr txBox="1">
            <a:spLocks noChangeArrowheads="1"/>
          </p:cNvSpPr>
          <p:nvPr/>
        </p:nvSpPr>
        <p:spPr bwMode="auto">
          <a:xfrm>
            <a:off x="2670175" y="3386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60425" name="object 9"/>
          <p:cNvSpPr txBox="1">
            <a:spLocks noChangeArrowheads="1"/>
          </p:cNvSpPr>
          <p:nvPr/>
        </p:nvSpPr>
        <p:spPr bwMode="auto">
          <a:xfrm>
            <a:off x="3889375" y="3919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10" name="object 10"/>
          <p:cNvSpPr txBox="1"/>
          <p:nvPr/>
        </p:nvSpPr>
        <p:spPr>
          <a:xfrm>
            <a:off x="2593975" y="51403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60427" name="object 11"/>
          <p:cNvSpPr txBox="1">
            <a:spLocks noChangeArrowheads="1"/>
          </p:cNvSpPr>
          <p:nvPr/>
        </p:nvSpPr>
        <p:spPr bwMode="auto">
          <a:xfrm>
            <a:off x="1298575" y="39639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60428" name="object 12"/>
          <p:cNvSpPr>
            <a:spLocks noChangeArrowheads="1"/>
          </p:cNvSpPr>
          <p:nvPr/>
        </p:nvSpPr>
        <p:spPr bwMode="auto">
          <a:xfrm>
            <a:off x="1447800" y="3657600"/>
            <a:ext cx="1066800" cy="304800"/>
          </a:xfrm>
          <a:custGeom>
            <a:avLst/>
            <a:gdLst>
              <a:gd name="T0" fmla="*/ 0 w 1066800"/>
              <a:gd name="T1" fmla="*/ 0 h 304800"/>
              <a:gd name="T2" fmla="*/ 1066800 w 1066800"/>
              <a:gd name="T3" fmla="*/ 304800 h 304800"/>
            </a:gdLst>
            <a:ahLst/>
            <a:cxnLst/>
            <a:rect l="T0" t="T1" r="T2" b="T3"/>
            <a:pathLst>
              <a:path w="1066800" h="304800">
                <a:moveTo>
                  <a:pt x="0" y="304800"/>
                </a:moveTo>
                <a:lnTo>
                  <a:pt x="1066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29" name="object 13"/>
          <p:cNvSpPr>
            <a:spLocks noChangeArrowheads="1"/>
          </p:cNvSpPr>
          <p:nvPr/>
        </p:nvSpPr>
        <p:spPr bwMode="auto">
          <a:xfrm>
            <a:off x="2971800" y="35814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0" name="object 14"/>
          <p:cNvSpPr>
            <a:spLocks noChangeArrowheads="1"/>
          </p:cNvSpPr>
          <p:nvPr/>
        </p:nvSpPr>
        <p:spPr bwMode="auto">
          <a:xfrm>
            <a:off x="2895600" y="4114800"/>
            <a:ext cx="914400" cy="304800"/>
          </a:xfrm>
          <a:custGeom>
            <a:avLst/>
            <a:gdLst>
              <a:gd name="T0" fmla="*/ 0 w 914400"/>
              <a:gd name="T1" fmla="*/ 0 h 304800"/>
              <a:gd name="T2" fmla="*/ 914400 w 914400"/>
              <a:gd name="T3" fmla="*/ 304800 h 304800"/>
            </a:gdLst>
            <a:ahLst/>
            <a:cxnLst/>
            <a:rect l="T0" t="T1" r="T2" b="T3"/>
            <a:pathLst>
              <a:path w="914400" h="304800">
                <a:moveTo>
                  <a:pt x="0" y="304800"/>
                </a:moveTo>
                <a:lnTo>
                  <a:pt x="914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1" name="object 15"/>
          <p:cNvSpPr>
            <a:spLocks noChangeArrowheads="1"/>
          </p:cNvSpPr>
          <p:nvPr/>
        </p:nvSpPr>
        <p:spPr bwMode="auto">
          <a:xfrm>
            <a:off x="4038600" y="4191000"/>
            <a:ext cx="381000" cy="228600"/>
          </a:xfrm>
          <a:custGeom>
            <a:avLst/>
            <a:gdLst>
              <a:gd name="T0" fmla="*/ 0 w 381000"/>
              <a:gd name="T1" fmla="*/ 0 h 228600"/>
              <a:gd name="T2" fmla="*/ 381000 w 381000"/>
              <a:gd name="T3" fmla="*/ 228600 h 228600"/>
            </a:gdLst>
            <a:ahLst/>
            <a:cxnLst/>
            <a:rect l="T0" t="T1" r="T2" b="T3"/>
            <a:pathLst>
              <a:path w="381000" h="228600">
                <a:moveTo>
                  <a:pt x="381000" y="2286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2" name="object 16"/>
          <p:cNvSpPr>
            <a:spLocks noChangeArrowheads="1"/>
          </p:cNvSpPr>
          <p:nvPr/>
        </p:nvSpPr>
        <p:spPr bwMode="auto">
          <a:xfrm>
            <a:off x="44958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3" name="object 17"/>
          <p:cNvSpPr>
            <a:spLocks noChangeArrowheads="1"/>
          </p:cNvSpPr>
          <p:nvPr/>
        </p:nvSpPr>
        <p:spPr bwMode="auto">
          <a:xfrm>
            <a:off x="1371600" y="42354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4" name="object 18"/>
          <p:cNvSpPr>
            <a:spLocks noChangeArrowheads="1"/>
          </p:cNvSpPr>
          <p:nvPr/>
        </p:nvSpPr>
        <p:spPr bwMode="auto">
          <a:xfrm>
            <a:off x="8382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5" name="object 19"/>
          <p:cNvSpPr>
            <a:spLocks noChangeArrowheads="1"/>
          </p:cNvSpPr>
          <p:nvPr/>
        </p:nvSpPr>
        <p:spPr bwMode="auto">
          <a:xfrm>
            <a:off x="19050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6" name="object 20"/>
          <p:cNvSpPr>
            <a:spLocks noChangeArrowheads="1"/>
          </p:cNvSpPr>
          <p:nvPr/>
        </p:nvSpPr>
        <p:spPr bwMode="auto">
          <a:xfrm>
            <a:off x="27432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7" name="object 21"/>
          <p:cNvSpPr>
            <a:spLocks noChangeArrowheads="1"/>
          </p:cNvSpPr>
          <p:nvPr/>
        </p:nvSpPr>
        <p:spPr bwMode="auto">
          <a:xfrm>
            <a:off x="38100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38" name="object 22"/>
          <p:cNvSpPr txBox="1">
            <a:spLocks noChangeArrowheads="1"/>
          </p:cNvSpPr>
          <p:nvPr/>
        </p:nvSpPr>
        <p:spPr bwMode="auto">
          <a:xfrm>
            <a:off x="2670175" y="58689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c	&lt;	d</a:t>
            </a:r>
          </a:p>
        </p:txBody>
      </p:sp>
      <p:sp>
        <p:nvSpPr>
          <p:cNvPr id="60439" name="object 23"/>
          <p:cNvSpPr>
            <a:spLocks noChangeArrowheads="1"/>
          </p:cNvSpPr>
          <p:nvPr/>
        </p:nvSpPr>
        <p:spPr bwMode="auto">
          <a:xfrm>
            <a:off x="32766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40" name="object 24"/>
          <p:cNvSpPr txBox="1">
            <a:spLocks noChangeArrowheads="1"/>
          </p:cNvSpPr>
          <p:nvPr/>
        </p:nvSpPr>
        <p:spPr bwMode="auto">
          <a:xfrm>
            <a:off x="1298575" y="5303838"/>
            <a:ext cx="6810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Lst>
            </a:pPr>
            <a:r>
              <a:rPr lang="en-US" sz="1600">
                <a:latin typeface="Courier New" pitchFamily="49" charset="0"/>
                <a:cs typeface="Courier New" pitchFamily="49" charset="0"/>
              </a:rPr>
              <a:t>&lt;	b</a:t>
            </a:r>
          </a:p>
        </p:txBody>
      </p:sp>
      <p:sp>
        <p:nvSpPr>
          <p:cNvPr id="60441" name="object 25"/>
          <p:cNvSpPr>
            <a:spLocks noChangeArrowheads="1"/>
          </p:cNvSpPr>
          <p:nvPr/>
        </p:nvSpPr>
        <p:spPr bwMode="auto">
          <a:xfrm>
            <a:off x="13716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6" name="object 26"/>
          <p:cNvSpPr txBox="1"/>
          <p:nvPr/>
        </p:nvSpPr>
        <p:spPr>
          <a:xfrm>
            <a:off x="2532063" y="39195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do</a:t>
            </a:r>
            <a:endParaRPr sz="1600">
              <a:latin typeface="Courier New"/>
              <a:cs typeface="Courier New"/>
            </a:endParaRPr>
          </a:p>
        </p:txBody>
      </p:sp>
      <p:sp>
        <p:nvSpPr>
          <p:cNvPr id="60443" name="object 27"/>
          <p:cNvSpPr>
            <a:spLocks noChangeArrowheads="1"/>
          </p:cNvSpPr>
          <p:nvPr/>
        </p:nvSpPr>
        <p:spPr bwMode="auto">
          <a:xfrm>
            <a:off x="2667000" y="3733800"/>
            <a:ext cx="0" cy="152400"/>
          </a:xfrm>
          <a:custGeom>
            <a:avLst/>
            <a:gdLst>
              <a:gd name="T0" fmla="*/ 0 h 152400"/>
              <a:gd name="T1" fmla="*/ 152400 h 152400"/>
            </a:gdLst>
            <a:ahLst/>
            <a:cxnLst/>
            <a:rect l="0" t="T0" r="0" b="T1"/>
            <a:pathLst>
              <a:path h="152400">
                <a:moveTo>
                  <a:pt x="0" y="0"/>
                </a:moveTo>
                <a:lnTo>
                  <a:pt x="0" y="1524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8" name="object 28"/>
          <p:cNvSpPr txBox="1"/>
          <p:nvPr/>
        </p:nvSpPr>
        <p:spPr>
          <a:xfrm>
            <a:off x="2608263" y="4437063"/>
            <a:ext cx="269875"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if</a:t>
            </a:r>
            <a:endParaRPr sz="1600">
              <a:latin typeface="Courier New"/>
              <a:cs typeface="Courier New"/>
            </a:endParaRPr>
          </a:p>
        </p:txBody>
      </p:sp>
      <p:sp>
        <p:nvSpPr>
          <p:cNvPr id="60445" name="object 29"/>
          <p:cNvSpPr>
            <a:spLocks noChangeArrowheads="1"/>
          </p:cNvSpPr>
          <p:nvPr/>
        </p:nvSpPr>
        <p:spPr bwMode="auto">
          <a:xfrm>
            <a:off x="3962400" y="4191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0" name="object 30"/>
          <p:cNvSpPr txBox="1"/>
          <p:nvPr/>
        </p:nvSpPr>
        <p:spPr>
          <a:xfrm>
            <a:off x="688975" y="457358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60447" name="object 31"/>
          <p:cNvSpPr>
            <a:spLocks noChangeArrowheads="1"/>
          </p:cNvSpPr>
          <p:nvPr/>
        </p:nvSpPr>
        <p:spPr bwMode="auto">
          <a:xfrm>
            <a:off x="838200" y="423545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48" name="object 32"/>
          <p:cNvSpPr>
            <a:spLocks noChangeArrowheads="1"/>
          </p:cNvSpPr>
          <p:nvPr/>
        </p:nvSpPr>
        <p:spPr bwMode="auto">
          <a:xfrm>
            <a:off x="1447800" y="423545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3" name="object 33"/>
          <p:cNvSpPr txBox="1"/>
          <p:nvPr/>
        </p:nvSpPr>
        <p:spPr>
          <a:xfrm>
            <a:off x="254000" y="3919538"/>
            <a:ext cx="635000"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while</a:t>
            </a:r>
            <a:endParaRPr sz="1600">
              <a:latin typeface="Courier New"/>
              <a:cs typeface="Courier New"/>
            </a:endParaRPr>
          </a:p>
        </p:txBody>
      </p:sp>
      <p:sp>
        <p:nvSpPr>
          <p:cNvPr id="60450" name="object 34"/>
          <p:cNvSpPr>
            <a:spLocks noChangeArrowheads="1"/>
          </p:cNvSpPr>
          <p:nvPr/>
        </p:nvSpPr>
        <p:spPr bwMode="auto">
          <a:xfrm>
            <a:off x="685800" y="3581400"/>
            <a:ext cx="1752600" cy="304800"/>
          </a:xfrm>
          <a:custGeom>
            <a:avLst/>
            <a:gdLst>
              <a:gd name="T0" fmla="*/ 0 w 1752600"/>
              <a:gd name="T1" fmla="*/ 0 h 304800"/>
              <a:gd name="T2" fmla="*/ 1752600 w 1752600"/>
              <a:gd name="T3" fmla="*/ 304800 h 304800"/>
            </a:gdLst>
            <a:ahLst/>
            <a:cxnLst/>
            <a:rect l="T0" t="T1" r="T2" b="T3"/>
            <a:pathLst>
              <a:path w="1752600" h="304800">
                <a:moveTo>
                  <a:pt x="0" y="304800"/>
                </a:moveTo>
                <a:lnTo>
                  <a:pt x="1752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51" name="object 35"/>
          <p:cNvSpPr txBox="1">
            <a:spLocks noChangeArrowheads="1"/>
          </p:cNvSpPr>
          <p:nvPr/>
        </p:nvSpPr>
        <p:spPr bwMode="auto">
          <a:xfrm>
            <a:off x="765175" y="53355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a</a:t>
            </a:r>
          </a:p>
        </p:txBody>
      </p:sp>
      <p:sp>
        <p:nvSpPr>
          <p:cNvPr id="60452" name="object 36"/>
          <p:cNvSpPr>
            <a:spLocks noChangeArrowheads="1"/>
          </p:cNvSpPr>
          <p:nvPr/>
        </p:nvSpPr>
        <p:spPr bwMode="auto">
          <a:xfrm>
            <a:off x="3352800" y="4191000"/>
            <a:ext cx="533400" cy="228600"/>
          </a:xfrm>
          <a:custGeom>
            <a:avLst/>
            <a:gdLst>
              <a:gd name="T0" fmla="*/ 0 w 533400"/>
              <a:gd name="T1" fmla="*/ 0 h 228600"/>
              <a:gd name="T2" fmla="*/ 533400 w 533400"/>
              <a:gd name="T3" fmla="*/ 228600 h 228600"/>
            </a:gdLst>
            <a:ahLst/>
            <a:cxnLst/>
            <a:rect l="T0" t="T1" r="T2" b="T3"/>
            <a:pathLst>
              <a:path w="533400" h="228600">
                <a:moveTo>
                  <a:pt x="0" y="228600"/>
                </a:moveTo>
                <a:lnTo>
                  <a:pt x="533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53" name="object 37"/>
          <p:cNvSpPr>
            <a:spLocks noChangeArrowheads="1"/>
          </p:cNvSpPr>
          <p:nvPr/>
        </p:nvSpPr>
        <p:spPr bwMode="auto">
          <a:xfrm>
            <a:off x="53340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8" name="object 38"/>
          <p:cNvSpPr txBox="1"/>
          <p:nvPr/>
        </p:nvSpPr>
        <p:spPr>
          <a:xfrm>
            <a:off x="4422775" y="4437063"/>
            <a:ext cx="985838" cy="269875"/>
          </a:xfrm>
          <a:prstGeom prst="rect">
            <a:avLst/>
          </a:prstGeom>
        </p:spPr>
        <p:txBody>
          <a:bodyPr lIns="0" tIns="12700" rIns="0" bIns="0">
            <a:spAutoFit/>
          </a:bodyPr>
          <a:lstStyle/>
          <a:p>
            <a:pPr marL="12700" fontAlgn="auto">
              <a:spcBef>
                <a:spcPts val="100"/>
              </a:spcBef>
              <a:spcAft>
                <a:spcPts val="0"/>
              </a:spcAft>
              <a:defRPr/>
            </a:pPr>
            <a:r>
              <a:rPr sz="2400" baseline="-5208" dirty="0">
                <a:latin typeface="Courier New"/>
                <a:cs typeface="Courier New"/>
              </a:rPr>
              <a:t>S </a:t>
            </a:r>
            <a:r>
              <a:rPr sz="1600" b="1" spc="-5" dirty="0">
                <a:latin typeface="Courier New"/>
                <a:cs typeface="Courier New"/>
              </a:rPr>
              <a:t>then</a:t>
            </a:r>
            <a:r>
              <a:rPr sz="1600" b="1" spc="-220" dirty="0">
                <a:latin typeface="Courier New"/>
                <a:cs typeface="Courier New"/>
              </a:rPr>
              <a:t> </a:t>
            </a:r>
            <a:r>
              <a:rPr sz="2400" baseline="-5208" dirty="0">
                <a:latin typeface="Courier New"/>
                <a:cs typeface="Courier New"/>
              </a:rPr>
              <a:t>S</a:t>
            </a:r>
            <a:endParaRPr sz="2400" baseline="-5208">
              <a:latin typeface="Courier New"/>
              <a:cs typeface="Courier New"/>
            </a:endParaRPr>
          </a:p>
        </p:txBody>
      </p:sp>
      <p:sp>
        <p:nvSpPr>
          <p:cNvPr id="60455" name="object 39"/>
          <p:cNvSpPr>
            <a:spLocks noChangeArrowheads="1"/>
          </p:cNvSpPr>
          <p:nvPr/>
        </p:nvSpPr>
        <p:spPr bwMode="auto">
          <a:xfrm>
            <a:off x="4114800" y="41148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56" name="object 40"/>
          <p:cNvSpPr>
            <a:spLocks noChangeArrowheads="1"/>
          </p:cNvSpPr>
          <p:nvPr/>
        </p:nvSpPr>
        <p:spPr bwMode="auto">
          <a:xfrm>
            <a:off x="4267200" y="41148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57" name="object 41"/>
          <p:cNvSpPr>
            <a:spLocks noChangeArrowheads="1"/>
          </p:cNvSpPr>
          <p:nvPr/>
        </p:nvSpPr>
        <p:spPr bwMode="auto">
          <a:xfrm>
            <a:off x="41148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58" name="object 42"/>
          <p:cNvSpPr>
            <a:spLocks noChangeArrowheads="1"/>
          </p:cNvSpPr>
          <p:nvPr/>
        </p:nvSpPr>
        <p:spPr bwMode="auto">
          <a:xfrm>
            <a:off x="49530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59" name="object 43"/>
          <p:cNvSpPr>
            <a:spLocks noChangeArrowheads="1"/>
          </p:cNvSpPr>
          <p:nvPr/>
        </p:nvSpPr>
        <p:spPr bwMode="auto">
          <a:xfrm>
            <a:off x="2895600" y="3124200"/>
            <a:ext cx="0" cy="377825"/>
          </a:xfrm>
          <a:custGeom>
            <a:avLst/>
            <a:gdLst>
              <a:gd name="T0" fmla="*/ 0 h 377189"/>
              <a:gd name="T1" fmla="*/ 377189 h 377189"/>
            </a:gdLst>
            <a:ahLst/>
            <a:cxnLst/>
            <a:rect l="0" t="T0" r="0" b="T1"/>
            <a:pathLst>
              <a:path h="377189">
                <a:moveTo>
                  <a:pt x="0" y="0"/>
                </a:moveTo>
                <a:lnTo>
                  <a:pt x="0" y="37718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60460" name="object 44"/>
          <p:cNvSpPr>
            <a:spLocks noChangeArrowheads="1"/>
          </p:cNvSpPr>
          <p:nvPr/>
        </p:nvSpPr>
        <p:spPr bwMode="auto">
          <a:xfrm>
            <a:off x="2852738" y="3495675"/>
            <a:ext cx="85725" cy="85725"/>
          </a:xfrm>
          <a:custGeom>
            <a:avLst/>
            <a:gdLst>
              <a:gd name="T0" fmla="*/ 0 w 86360"/>
              <a:gd name="T1" fmla="*/ 0 h 85089"/>
              <a:gd name="T2" fmla="*/ 86360 w 86360"/>
              <a:gd name="T3" fmla="*/ 85089 h 85089"/>
            </a:gdLst>
            <a:ahLst/>
            <a:cxnLst/>
            <a:rect l="T0" t="T1" r="T2" b="T3"/>
            <a:pathLst>
              <a:path w="86360" h="85089">
                <a:moveTo>
                  <a:pt x="86360" y="0"/>
                </a:moveTo>
                <a:lnTo>
                  <a:pt x="0" y="0"/>
                </a:lnTo>
                <a:lnTo>
                  <a:pt x="43180" y="85089"/>
                </a:lnTo>
                <a:lnTo>
                  <a:pt x="8636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60461" name="object 45"/>
          <p:cNvSpPr txBox="1">
            <a:spLocks noChangeArrowheads="1"/>
          </p:cNvSpPr>
          <p:nvPr/>
        </p:nvSpPr>
        <p:spPr bwMode="auto">
          <a:xfrm>
            <a:off x="2971800" y="3076575"/>
            <a:ext cx="1092200" cy="430213"/>
          </a:xfrm>
          <a:prstGeom prst="rect">
            <a:avLst/>
          </a:prstGeom>
          <a:noFill/>
          <a:ln w="9525">
            <a:noFill/>
            <a:miter lim="800000"/>
            <a:headEnd/>
            <a:tailEnd/>
          </a:ln>
        </p:spPr>
        <p:txBody>
          <a:bodyPr lIns="0" tIns="12700" rIns="0" bIns="0">
            <a:spAutoFit/>
          </a:bodyPr>
          <a:lstStyle/>
          <a:p>
            <a:pPr marL="12700">
              <a:lnSpc>
                <a:spcPct val="133000"/>
              </a:lnSpc>
              <a:spcBef>
                <a:spcPts val="100"/>
              </a:spcBef>
            </a:pPr>
            <a:r>
              <a:rPr lang="en-US" sz="1000">
                <a:latin typeface="Courier New" pitchFamily="49" charset="0"/>
                <a:cs typeface="Courier New" pitchFamily="49" charset="0"/>
              </a:rPr>
              <a:t>S.next = Lnext  S.begin = L1</a:t>
            </a:r>
          </a:p>
        </p:txBody>
      </p:sp>
      <p:sp>
        <p:nvSpPr>
          <p:cNvPr id="46" name="object 46"/>
          <p:cNvSpPr txBox="1"/>
          <p:nvPr/>
        </p:nvSpPr>
        <p:spPr>
          <a:xfrm>
            <a:off x="1525588" y="3933825"/>
            <a:ext cx="8636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E.true </a:t>
            </a:r>
            <a:r>
              <a:rPr sz="1000" dirty="0">
                <a:latin typeface="Courier New"/>
                <a:cs typeface="Courier New"/>
              </a:rPr>
              <a:t>=</a:t>
            </a:r>
            <a:r>
              <a:rPr sz="1000" spc="-90" dirty="0">
                <a:latin typeface="Courier New"/>
                <a:cs typeface="Courier New"/>
              </a:rPr>
              <a:t> </a:t>
            </a:r>
            <a:r>
              <a:rPr sz="1000" spc="-5" dirty="0">
                <a:latin typeface="Courier New"/>
                <a:cs typeface="Courier New"/>
              </a:rPr>
              <a:t>L2</a:t>
            </a:r>
            <a:endParaRPr sz="1000">
              <a:latin typeface="Courier New"/>
              <a:cs typeface="Courier New"/>
            </a:endParaRPr>
          </a:p>
        </p:txBody>
      </p:sp>
      <p:sp>
        <p:nvSpPr>
          <p:cNvPr id="47" name="object 47"/>
          <p:cNvSpPr txBox="1"/>
          <p:nvPr/>
        </p:nvSpPr>
        <p:spPr>
          <a:xfrm>
            <a:off x="1525588" y="4135438"/>
            <a:ext cx="11684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Lnext</a:t>
            </a:r>
            <a:endParaRPr sz="1000">
              <a:latin typeface="Courier New"/>
              <a:cs typeface="Courier New"/>
            </a:endParaRPr>
          </a:p>
        </p:txBody>
      </p:sp>
      <p:sp>
        <p:nvSpPr>
          <p:cNvPr id="60464" name="object 48"/>
          <p:cNvSpPr>
            <a:spLocks noChangeArrowheads="1"/>
          </p:cNvSpPr>
          <p:nvPr/>
        </p:nvSpPr>
        <p:spPr bwMode="auto">
          <a:xfrm>
            <a:off x="1978025" y="3581400"/>
            <a:ext cx="917575" cy="352425"/>
          </a:xfrm>
          <a:custGeom>
            <a:avLst/>
            <a:gdLst>
              <a:gd name="T0" fmla="*/ 0 w 916939"/>
              <a:gd name="T1" fmla="*/ 0 h 353060"/>
              <a:gd name="T2" fmla="*/ 916939 w 916939"/>
              <a:gd name="T3" fmla="*/ 353060 h 353060"/>
            </a:gdLst>
            <a:ahLst/>
            <a:cxnLst/>
            <a:rect l="T0" t="T1" r="T2" b="T3"/>
            <a:pathLst>
              <a:path w="916939" h="353060">
                <a:moveTo>
                  <a:pt x="916939" y="0"/>
                </a:moveTo>
                <a:lnTo>
                  <a:pt x="0"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60465" name="object 49"/>
          <p:cNvSpPr>
            <a:spLocks noChangeArrowheads="1"/>
          </p:cNvSpPr>
          <p:nvPr/>
        </p:nvSpPr>
        <p:spPr bwMode="auto">
          <a:xfrm>
            <a:off x="1905000" y="3892550"/>
            <a:ext cx="95250" cy="79375"/>
          </a:xfrm>
          <a:custGeom>
            <a:avLst/>
            <a:gdLst>
              <a:gd name="T0" fmla="*/ 0 w 95250"/>
              <a:gd name="T1" fmla="*/ 0 h 78739"/>
              <a:gd name="T2" fmla="*/ 95250 w 95250"/>
              <a:gd name="T3" fmla="*/ 78739 h 78739"/>
            </a:gdLst>
            <a:ahLst/>
            <a:cxnLst/>
            <a:rect l="T0" t="T1" r="T2" b="T3"/>
            <a:pathLst>
              <a:path w="95250" h="78739">
                <a:moveTo>
                  <a:pt x="64769" y="0"/>
                </a:moveTo>
                <a:lnTo>
                  <a:pt x="0" y="69850"/>
                </a:lnTo>
                <a:lnTo>
                  <a:pt x="95250" y="78739"/>
                </a:lnTo>
                <a:lnTo>
                  <a:pt x="6476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0" name="object 50"/>
          <p:cNvSpPr txBox="1"/>
          <p:nvPr/>
        </p:nvSpPr>
        <p:spPr>
          <a:xfrm>
            <a:off x="4114800" y="3889375"/>
            <a:ext cx="865188"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S.next </a:t>
            </a:r>
            <a:r>
              <a:rPr sz="1000" dirty="0">
                <a:latin typeface="Courier New"/>
                <a:cs typeface="Courier New"/>
              </a:rPr>
              <a:t>=</a:t>
            </a:r>
            <a:r>
              <a:rPr sz="1000" spc="-90" dirty="0">
                <a:latin typeface="Courier New"/>
                <a:cs typeface="Courier New"/>
              </a:rPr>
              <a:t> </a:t>
            </a:r>
            <a:r>
              <a:rPr sz="1000" dirty="0">
                <a:latin typeface="Courier New"/>
                <a:cs typeface="Courier New"/>
              </a:rPr>
              <a:t>L1</a:t>
            </a:r>
            <a:endParaRPr sz="1000">
              <a:latin typeface="Courier New"/>
              <a:cs typeface="Courier New"/>
            </a:endParaRPr>
          </a:p>
        </p:txBody>
      </p:sp>
      <p:sp>
        <p:nvSpPr>
          <p:cNvPr id="60467" name="object 51"/>
          <p:cNvSpPr>
            <a:spLocks noChangeArrowheads="1"/>
          </p:cNvSpPr>
          <p:nvPr/>
        </p:nvSpPr>
        <p:spPr bwMode="auto">
          <a:xfrm>
            <a:off x="2895600" y="3581400"/>
            <a:ext cx="917575" cy="352425"/>
          </a:xfrm>
          <a:custGeom>
            <a:avLst/>
            <a:gdLst>
              <a:gd name="T0" fmla="*/ 0 w 916939"/>
              <a:gd name="T1" fmla="*/ 0 h 353060"/>
              <a:gd name="T2" fmla="*/ 916939 w 916939"/>
              <a:gd name="T3" fmla="*/ 353060 h 353060"/>
            </a:gdLst>
            <a:ahLst/>
            <a:cxnLst/>
            <a:rect l="T0" t="T1" r="T2" b="T3"/>
            <a:pathLst>
              <a:path w="916939" h="353060">
                <a:moveTo>
                  <a:pt x="0" y="0"/>
                </a:moveTo>
                <a:lnTo>
                  <a:pt x="916939" y="35306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60468" name="object 52"/>
          <p:cNvSpPr>
            <a:spLocks noChangeArrowheads="1"/>
          </p:cNvSpPr>
          <p:nvPr/>
        </p:nvSpPr>
        <p:spPr bwMode="auto">
          <a:xfrm>
            <a:off x="3790950" y="3892550"/>
            <a:ext cx="95250" cy="79375"/>
          </a:xfrm>
          <a:custGeom>
            <a:avLst/>
            <a:gdLst>
              <a:gd name="T0" fmla="*/ 0 w 95250"/>
              <a:gd name="T1" fmla="*/ 0 h 78739"/>
              <a:gd name="T2" fmla="*/ 95250 w 95250"/>
              <a:gd name="T3" fmla="*/ 78739 h 78739"/>
            </a:gdLst>
            <a:ahLst/>
            <a:cxnLst/>
            <a:rect l="T0" t="T1" r="T2" b="T3"/>
            <a:pathLst>
              <a:path w="95250" h="78739">
                <a:moveTo>
                  <a:pt x="30479" y="0"/>
                </a:moveTo>
                <a:lnTo>
                  <a:pt x="0" y="78739"/>
                </a:lnTo>
                <a:lnTo>
                  <a:pt x="95250" y="69850"/>
                </a:lnTo>
                <a:lnTo>
                  <a:pt x="3047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53" name="object 53"/>
          <p:cNvSpPr txBox="1"/>
          <p:nvPr/>
        </p:nvSpPr>
        <p:spPr>
          <a:xfrm>
            <a:off x="6446838" y="5254625"/>
            <a:ext cx="771525" cy="238125"/>
          </a:xfrm>
          <a:prstGeom prst="rect">
            <a:avLst/>
          </a:prstGeom>
        </p:spPr>
        <p:txBody>
          <a:bodyPr lIns="0" tIns="12700" rIns="0" bIns="0">
            <a:spAutoFit/>
          </a:bodyPr>
          <a:lstStyle/>
          <a:p>
            <a:pPr marL="12700" fontAlgn="auto">
              <a:spcBef>
                <a:spcPts val="100"/>
              </a:spcBef>
              <a:spcAft>
                <a:spcPts val="0"/>
              </a:spcAft>
              <a:defRPr/>
            </a:pPr>
            <a:r>
              <a:rPr sz="1400" spc="-5" dirty="0">
                <a:latin typeface="Courier New"/>
                <a:cs typeface="Courier New"/>
              </a:rPr>
              <a:t>goto</a:t>
            </a:r>
            <a:r>
              <a:rPr sz="1400" spc="-75" dirty="0">
                <a:latin typeface="Courier New"/>
                <a:cs typeface="Courier New"/>
              </a:rPr>
              <a:t> </a:t>
            </a:r>
            <a:r>
              <a:rPr sz="1400" spc="-5" dirty="0">
                <a:latin typeface="Courier New"/>
                <a:cs typeface="Courier New"/>
              </a:rPr>
              <a:t>L1</a:t>
            </a:r>
            <a:endParaRPr sz="1400">
              <a:latin typeface="Courier New"/>
              <a:cs typeface="Courier New"/>
            </a:endParaRPr>
          </a:p>
        </p:txBody>
      </p:sp>
      <p:sp>
        <p:nvSpPr>
          <p:cNvPr id="60470" name="object 54"/>
          <p:cNvSpPr txBox="1">
            <a:spLocks noChangeArrowheads="1"/>
          </p:cNvSpPr>
          <p:nvPr/>
        </p:nvSpPr>
        <p:spPr bwMode="auto">
          <a:xfrm>
            <a:off x="6021388" y="5468938"/>
            <a:ext cx="1516062" cy="996950"/>
          </a:xfrm>
          <a:prstGeom prst="rect">
            <a:avLst/>
          </a:prstGeom>
          <a:noFill/>
          <a:ln w="9525">
            <a:noFill/>
            <a:miter lim="800000"/>
            <a:headEnd/>
            <a:tailEnd/>
          </a:ln>
        </p:spPr>
        <p:txBody>
          <a:bodyPr lIns="0" tIns="12700" rIns="0" bIns="0">
            <a:spAutoFit/>
          </a:bodyPr>
          <a:lstStyle/>
          <a:p>
            <a:pPr marL="438150" indent="-425450">
              <a:lnSpc>
                <a:spcPct val="152000"/>
              </a:lnSpc>
              <a:spcBef>
                <a:spcPts val="100"/>
              </a:spcBef>
            </a:pPr>
            <a:r>
              <a:rPr lang="en-US" sz="1400">
                <a:latin typeface="Courier New" pitchFamily="49" charset="0"/>
                <a:cs typeface="Courier New" pitchFamily="49" charset="0"/>
              </a:rPr>
              <a:t>L4: t2 = x - z  x = t2  goto L1</a:t>
            </a:r>
          </a:p>
        </p:txBody>
      </p:sp>
      <p:sp>
        <p:nvSpPr>
          <p:cNvPr id="55" name="object 55"/>
          <p:cNvSpPr txBox="1"/>
          <p:nvPr/>
        </p:nvSpPr>
        <p:spPr>
          <a:xfrm>
            <a:off x="6021388" y="6550025"/>
            <a:ext cx="665162" cy="239713"/>
          </a:xfrm>
          <a:prstGeom prst="rect">
            <a:avLst/>
          </a:prstGeom>
        </p:spPr>
        <p:txBody>
          <a:bodyPr lIns="0" tIns="12700" rIns="0" bIns="0">
            <a:spAutoFit/>
          </a:bodyPr>
          <a:lstStyle/>
          <a:p>
            <a:pPr marL="12700" fontAlgn="auto">
              <a:spcBef>
                <a:spcPts val="100"/>
              </a:spcBef>
              <a:spcAft>
                <a:spcPts val="0"/>
              </a:spcAft>
              <a:defRPr/>
            </a:pPr>
            <a:r>
              <a:rPr sz="1400" spc="-10" dirty="0">
                <a:latin typeface="Courier New"/>
                <a:cs typeface="Courier New"/>
              </a:rPr>
              <a:t>L</a:t>
            </a:r>
            <a:r>
              <a:rPr sz="1400" spc="5" dirty="0">
                <a:latin typeface="Courier New"/>
                <a:cs typeface="Courier New"/>
              </a:rPr>
              <a:t>n</a:t>
            </a:r>
            <a:r>
              <a:rPr sz="1400" spc="-5" dirty="0">
                <a:latin typeface="Courier New"/>
                <a:cs typeface="Courier New"/>
              </a:rPr>
              <a:t>e</a:t>
            </a:r>
            <a:r>
              <a:rPr sz="1400" spc="-10" dirty="0">
                <a:latin typeface="Courier New"/>
                <a:cs typeface="Courier New"/>
              </a:rPr>
              <a:t>x</a:t>
            </a:r>
            <a:r>
              <a:rPr sz="1400" spc="5" dirty="0">
                <a:latin typeface="Courier New"/>
                <a:cs typeface="Courier New"/>
              </a:rPr>
              <a:t>t</a:t>
            </a:r>
            <a:r>
              <a:rPr sz="1400" dirty="0">
                <a:latin typeface="Courier New"/>
                <a:cs typeface="Courier New"/>
              </a:rPr>
              <a:t>:</a:t>
            </a:r>
            <a:endParaRPr sz="1400">
              <a:latin typeface="Courier New"/>
              <a:cs typeface="Courier New"/>
            </a:endParaRPr>
          </a:p>
        </p:txBody>
      </p:sp>
      <p:sp>
        <p:nvSpPr>
          <p:cNvPr id="60472" name="object 56"/>
          <p:cNvSpPr>
            <a:spLocks noChangeArrowheads="1"/>
          </p:cNvSpPr>
          <p:nvPr/>
        </p:nvSpPr>
        <p:spPr bwMode="auto">
          <a:xfrm>
            <a:off x="5943600" y="5486400"/>
            <a:ext cx="2514600" cy="914400"/>
          </a:xfrm>
          <a:custGeom>
            <a:avLst/>
            <a:gdLst>
              <a:gd name="T0" fmla="*/ 0 w 2514600"/>
              <a:gd name="T1" fmla="*/ 0 h 914400"/>
              <a:gd name="T2" fmla="*/ 2514600 w 2514600"/>
              <a:gd name="T3" fmla="*/ 914400 h 914400"/>
            </a:gdLst>
            <a:ahLst/>
            <a:cxnLst/>
            <a:rect l="T0" t="T1" r="T2" b="T3"/>
            <a:pathLst>
              <a:path w="2514600" h="914400">
                <a:moveTo>
                  <a:pt x="2514600" y="0"/>
                </a:moveTo>
                <a:lnTo>
                  <a:pt x="0" y="0"/>
                </a:lnTo>
                <a:lnTo>
                  <a:pt x="0" y="914400"/>
                </a:lnTo>
                <a:lnTo>
                  <a:pt x="2514600" y="914400"/>
                </a:lnTo>
                <a:lnTo>
                  <a:pt x="2514600" y="0"/>
                </a:lnTo>
                <a:close/>
              </a:path>
            </a:pathLst>
          </a:custGeom>
          <a:solidFill>
            <a:srgbClr val="7F0000">
              <a:alpha val="23921"/>
            </a:srgbClr>
          </a:solidFill>
          <a:ln w="9525">
            <a:noFill/>
            <a:miter lim="800000"/>
            <a:headEnd/>
            <a:tailEnd/>
          </a:ln>
        </p:spPr>
        <p:txBody>
          <a:bodyPr lIns="0" tIns="0" rIns="0" bIns="0"/>
          <a:lstStyle/>
          <a:p>
            <a:endParaRPr lang="en-US">
              <a:latin typeface="Calibri" pitchFamily="34" charset="0"/>
            </a:endParaRPr>
          </a:p>
        </p:txBody>
      </p:sp>
      <p:sp>
        <p:nvSpPr>
          <p:cNvPr id="57" name="object 57"/>
          <p:cNvSpPr txBox="1"/>
          <p:nvPr/>
        </p:nvSpPr>
        <p:spPr>
          <a:xfrm>
            <a:off x="3178175" y="4498975"/>
            <a:ext cx="1065213" cy="269875"/>
          </a:xfrm>
          <a:prstGeom prst="rect">
            <a:avLst/>
          </a:prstGeom>
        </p:spPr>
        <p:txBody>
          <a:bodyPr lIns="0" tIns="12700" rIns="0" bIns="0">
            <a:spAutoFit/>
          </a:bodyPr>
          <a:lstStyle/>
          <a:p>
            <a:pPr marL="38100" fontAlgn="auto">
              <a:spcBef>
                <a:spcPts val="100"/>
              </a:spcBef>
              <a:spcAft>
                <a:spcPts val="0"/>
              </a:spcAft>
              <a:defRPr/>
            </a:pPr>
            <a:r>
              <a:rPr sz="2400" baseline="12152" dirty="0">
                <a:latin typeface="Courier New"/>
                <a:cs typeface="Courier New"/>
              </a:rPr>
              <a:t>E</a:t>
            </a:r>
            <a:r>
              <a:rPr sz="2400" spc="-1139" baseline="12152" dirty="0">
                <a:latin typeface="Courier New"/>
                <a:cs typeface="Courier New"/>
              </a:rPr>
              <a:t> </a:t>
            </a:r>
            <a:r>
              <a:rPr sz="1000" spc="-210" dirty="0">
                <a:latin typeface="Courier New"/>
                <a:cs typeface="Courier New"/>
              </a:rPr>
              <a:t>E.tru</a:t>
            </a:r>
            <a:r>
              <a:rPr sz="2400" b="1" spc="-315" baseline="17361" dirty="0">
                <a:latin typeface="Courier New"/>
                <a:cs typeface="Courier New"/>
              </a:rPr>
              <a:t>t</a:t>
            </a:r>
            <a:r>
              <a:rPr sz="1000" spc="-210" dirty="0">
                <a:latin typeface="Courier New"/>
                <a:cs typeface="Courier New"/>
              </a:rPr>
              <a:t>e</a:t>
            </a:r>
            <a:r>
              <a:rPr sz="2400" b="1" spc="-315" baseline="17361" dirty="0">
                <a:latin typeface="Courier New"/>
                <a:cs typeface="Courier New"/>
              </a:rPr>
              <a:t>h</a:t>
            </a:r>
            <a:r>
              <a:rPr sz="1000" spc="-210" dirty="0">
                <a:latin typeface="Courier New"/>
                <a:cs typeface="Courier New"/>
              </a:rPr>
              <a:t>=</a:t>
            </a:r>
            <a:r>
              <a:rPr sz="2400" b="1" spc="-315" baseline="17361" dirty="0">
                <a:latin typeface="Courier New"/>
                <a:cs typeface="Courier New"/>
              </a:rPr>
              <a:t>en</a:t>
            </a:r>
            <a:r>
              <a:rPr sz="1000" spc="-210" dirty="0">
                <a:latin typeface="Courier New"/>
                <a:cs typeface="Courier New"/>
              </a:rPr>
              <a:t>L3</a:t>
            </a:r>
            <a:endParaRPr sz="1000">
              <a:latin typeface="Courier New"/>
              <a:cs typeface="Courier New"/>
            </a:endParaRPr>
          </a:p>
        </p:txBody>
      </p:sp>
      <p:sp>
        <p:nvSpPr>
          <p:cNvPr id="58" name="object 58"/>
          <p:cNvSpPr txBox="1"/>
          <p:nvPr/>
        </p:nvSpPr>
        <p:spPr>
          <a:xfrm>
            <a:off x="3354388" y="4727575"/>
            <a:ext cx="939800" cy="177800"/>
          </a:xfrm>
          <a:prstGeom prst="rect">
            <a:avLst/>
          </a:prstGeom>
        </p:spPr>
        <p:txBody>
          <a:bodyPr lIns="0" tIns="12700" rIns="0" bIns="0">
            <a:spAutoFit/>
          </a:bodyPr>
          <a:lstStyle/>
          <a:p>
            <a:pPr marL="12700" fontAlgn="auto">
              <a:spcBef>
                <a:spcPts val="100"/>
              </a:spcBef>
              <a:spcAft>
                <a:spcPts val="0"/>
              </a:spcAft>
              <a:defRPr/>
            </a:pPr>
            <a:r>
              <a:rPr sz="1000" spc="-5" dirty="0">
                <a:latin typeface="Courier New"/>
                <a:cs typeface="Courier New"/>
              </a:rPr>
              <a:t>E.false </a:t>
            </a:r>
            <a:r>
              <a:rPr sz="1000" dirty="0">
                <a:latin typeface="Courier New"/>
                <a:cs typeface="Courier New"/>
              </a:rPr>
              <a:t>=</a:t>
            </a:r>
            <a:r>
              <a:rPr sz="1000" spc="-90" dirty="0">
                <a:latin typeface="Courier New"/>
                <a:cs typeface="Courier New"/>
              </a:rPr>
              <a:t> </a:t>
            </a:r>
            <a:r>
              <a:rPr sz="1000" spc="-5" dirty="0">
                <a:latin typeface="Courier New"/>
                <a:cs typeface="Courier New"/>
              </a:rPr>
              <a:t>L4</a:t>
            </a:r>
            <a:endParaRPr sz="1000">
              <a:latin typeface="Courier New"/>
              <a:cs typeface="Courier New"/>
            </a:endParaRPr>
          </a:p>
        </p:txBody>
      </p:sp>
      <p:sp>
        <p:nvSpPr>
          <p:cNvPr id="60475" name="object 59"/>
          <p:cNvSpPr>
            <a:spLocks noChangeArrowheads="1"/>
          </p:cNvSpPr>
          <p:nvPr/>
        </p:nvSpPr>
        <p:spPr bwMode="auto">
          <a:xfrm>
            <a:off x="3489325" y="4191000"/>
            <a:ext cx="396875" cy="330200"/>
          </a:xfrm>
          <a:custGeom>
            <a:avLst/>
            <a:gdLst>
              <a:gd name="T0" fmla="*/ 0 w 396239"/>
              <a:gd name="T1" fmla="*/ 0 h 330200"/>
              <a:gd name="T2" fmla="*/ 396239 w 396239"/>
              <a:gd name="T3" fmla="*/ 330200 h 330200"/>
            </a:gdLst>
            <a:ahLst/>
            <a:cxnLst/>
            <a:rect l="T0" t="T1" r="T2" b="T3"/>
            <a:pathLst>
              <a:path w="396239" h="330200">
                <a:moveTo>
                  <a:pt x="396239" y="0"/>
                </a:moveTo>
                <a:lnTo>
                  <a:pt x="0" y="33020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60476" name="object 60"/>
          <p:cNvSpPr>
            <a:spLocks noChangeArrowheads="1"/>
          </p:cNvSpPr>
          <p:nvPr/>
        </p:nvSpPr>
        <p:spPr bwMode="auto">
          <a:xfrm>
            <a:off x="3429000" y="4484688"/>
            <a:ext cx="92075" cy="87312"/>
          </a:xfrm>
          <a:custGeom>
            <a:avLst/>
            <a:gdLst>
              <a:gd name="T0" fmla="*/ 0 w 92710"/>
              <a:gd name="T1" fmla="*/ 0 h 87629"/>
              <a:gd name="T2" fmla="*/ 92710 w 92710"/>
              <a:gd name="T3" fmla="*/ 87629 h 87629"/>
            </a:gdLst>
            <a:ahLst/>
            <a:cxnLst/>
            <a:rect l="T0" t="T1" r="T2" b="T3"/>
            <a:pathLst>
              <a:path w="92710" h="87629">
                <a:moveTo>
                  <a:pt x="38100" y="0"/>
                </a:moveTo>
                <a:lnTo>
                  <a:pt x="0" y="87629"/>
                </a:lnTo>
                <a:lnTo>
                  <a:pt x="92710" y="66039"/>
                </a:lnTo>
                <a:lnTo>
                  <a:pt x="3810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60477" name="object 61"/>
          <p:cNvSpPr>
            <a:spLocks noChangeArrowheads="1"/>
          </p:cNvSpPr>
          <p:nvPr/>
        </p:nvSpPr>
        <p:spPr bwMode="auto">
          <a:xfrm>
            <a:off x="32766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78" name="object 62"/>
          <p:cNvSpPr>
            <a:spLocks noChangeArrowheads="1"/>
          </p:cNvSpPr>
          <p:nvPr/>
        </p:nvSpPr>
        <p:spPr bwMode="auto">
          <a:xfrm>
            <a:off x="2743200" y="47244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0479" name="object 63"/>
          <p:cNvSpPr>
            <a:spLocks noChangeArrowheads="1"/>
          </p:cNvSpPr>
          <p:nvPr/>
        </p:nvSpPr>
        <p:spPr bwMode="auto">
          <a:xfrm>
            <a:off x="3352800" y="47244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4" name="object 64"/>
          <p:cNvSpPr txBox="1"/>
          <p:nvPr/>
        </p:nvSpPr>
        <p:spPr>
          <a:xfrm>
            <a:off x="4471988" y="4660900"/>
            <a:ext cx="958850" cy="177800"/>
          </a:xfrm>
          <a:prstGeom prst="rect">
            <a:avLst/>
          </a:prstGeom>
        </p:spPr>
        <p:txBody>
          <a:bodyPr lIns="0" tIns="12700" rIns="0" bIns="0">
            <a:spAutoFit/>
          </a:bodyPr>
          <a:lstStyle/>
          <a:p>
            <a:pPr marL="38100" fontAlgn="auto">
              <a:spcBef>
                <a:spcPts val="100"/>
              </a:spcBef>
              <a:spcAft>
                <a:spcPts val="0"/>
              </a:spcAft>
              <a:defRPr/>
            </a:pPr>
            <a:r>
              <a:rPr sz="1000" spc="-5" dirty="0">
                <a:latin typeface="Courier New"/>
                <a:cs typeface="Courier New"/>
              </a:rPr>
              <a:t>S</a:t>
            </a:r>
            <a:r>
              <a:rPr sz="825" spc="-7" baseline="-25252" dirty="0">
                <a:latin typeface="Courier New"/>
                <a:cs typeface="Courier New"/>
              </a:rPr>
              <a:t>1</a:t>
            </a:r>
            <a:r>
              <a:rPr sz="1000" spc="-5" dirty="0">
                <a:latin typeface="Courier New"/>
                <a:cs typeface="Courier New"/>
              </a:rPr>
              <a:t>.next </a:t>
            </a:r>
            <a:r>
              <a:rPr sz="1000" dirty="0">
                <a:latin typeface="Courier New"/>
                <a:cs typeface="Courier New"/>
              </a:rPr>
              <a:t>=</a:t>
            </a:r>
            <a:r>
              <a:rPr sz="1000" spc="-65" dirty="0">
                <a:latin typeface="Courier New"/>
                <a:cs typeface="Courier New"/>
              </a:rPr>
              <a:t> </a:t>
            </a:r>
            <a:r>
              <a:rPr sz="1000" spc="-5" dirty="0">
                <a:latin typeface="Courier New"/>
                <a:cs typeface="Courier New"/>
              </a:rPr>
              <a:t>L1</a:t>
            </a:r>
            <a:endParaRPr sz="1000">
              <a:latin typeface="Courier New"/>
              <a:cs typeface="Courier New"/>
            </a:endParaRPr>
          </a:p>
        </p:txBody>
      </p:sp>
      <p:sp>
        <p:nvSpPr>
          <p:cNvPr id="60481" name="object 65"/>
          <p:cNvSpPr txBox="1">
            <a:spLocks noChangeArrowheads="1"/>
          </p:cNvSpPr>
          <p:nvPr/>
        </p:nvSpPr>
        <p:spPr bwMode="auto">
          <a:xfrm>
            <a:off x="5461000" y="3200400"/>
            <a:ext cx="2743200" cy="1968500"/>
          </a:xfrm>
          <a:prstGeom prst="rect">
            <a:avLst/>
          </a:prstGeom>
          <a:noFill/>
          <a:ln w="9525">
            <a:noFill/>
            <a:miter lim="800000"/>
            <a:headEnd/>
            <a:tailEnd/>
          </a:ln>
        </p:spPr>
        <p:txBody>
          <a:bodyPr lIns="0" tIns="12700" rIns="0" bIns="0">
            <a:spAutoFit/>
          </a:bodyPr>
          <a:lstStyle/>
          <a:p>
            <a:pPr marL="996950" indent="-425450">
              <a:lnSpc>
                <a:spcPct val="152000"/>
              </a:lnSpc>
              <a:spcBef>
                <a:spcPts val="100"/>
              </a:spcBef>
            </a:pPr>
            <a:r>
              <a:rPr lang="en-US" sz="1400">
                <a:latin typeface="Courier New" pitchFamily="49" charset="0"/>
                <a:cs typeface="Courier New" pitchFamily="49" charset="0"/>
              </a:rPr>
              <a:t>L1: if a &lt; b goto L2  goto Lnext</a:t>
            </a:r>
          </a:p>
          <a:p>
            <a:pPr marL="996950" indent="-425450">
              <a:lnSpc>
                <a:spcPct val="152000"/>
              </a:lnSpc>
            </a:pPr>
            <a:r>
              <a:rPr lang="en-US" sz="1400">
                <a:latin typeface="Courier New" pitchFamily="49" charset="0"/>
                <a:cs typeface="Courier New" pitchFamily="49" charset="0"/>
              </a:rPr>
              <a:t>L2: if c &lt; d goto L3  goto L4</a:t>
            </a:r>
          </a:p>
          <a:p>
            <a:pPr marL="996950" indent="-425450">
              <a:lnSpc>
                <a:spcPts val="900"/>
              </a:lnSpc>
            </a:pPr>
            <a:r>
              <a:rPr lang="en-US" sz="1000">
                <a:latin typeface="Courier New" pitchFamily="49" charset="0"/>
                <a:cs typeface="Courier New" pitchFamily="49" charset="0"/>
              </a:rPr>
              <a:t>S</a:t>
            </a:r>
            <a:r>
              <a:rPr lang="en-US" sz="800" baseline="-25000">
                <a:latin typeface="Courier New" pitchFamily="49" charset="0"/>
                <a:cs typeface="Courier New" pitchFamily="49" charset="0"/>
              </a:rPr>
              <a:t>2</a:t>
            </a:r>
            <a:r>
              <a:rPr lang="en-US" sz="1000">
                <a:latin typeface="Courier New" pitchFamily="49" charset="0"/>
                <a:cs typeface="Courier New" pitchFamily="49" charset="0"/>
              </a:rPr>
              <a:t>.next = L1</a:t>
            </a:r>
          </a:p>
          <a:p>
            <a:pPr marL="996950" indent="-425450" algn="ctr">
              <a:lnSpc>
                <a:spcPts val="1650"/>
              </a:lnSpc>
            </a:pPr>
            <a:r>
              <a:rPr lang="en-US" sz="1400">
                <a:latin typeface="Courier New" pitchFamily="49" charset="0"/>
                <a:cs typeface="Courier New" pitchFamily="49" charset="0"/>
              </a:rPr>
              <a:t>L3: t1 = x + z</a:t>
            </a:r>
          </a:p>
          <a:p>
            <a:pPr marL="996950" indent="-425450" algn="ctr">
              <a:spcBef>
                <a:spcPts val="875"/>
              </a:spcBef>
            </a:pPr>
            <a:r>
              <a:rPr lang="en-US" sz="1400">
                <a:latin typeface="Courier New" pitchFamily="49" charset="0"/>
                <a:cs typeface="Courier New" pitchFamily="49" charset="0"/>
              </a:rPr>
              <a:t>x = t1</a:t>
            </a:r>
          </a:p>
        </p:txBody>
      </p:sp>
      <p:sp>
        <p:nvSpPr>
          <p:cNvPr id="60482" name="object 66"/>
          <p:cNvSpPr>
            <a:spLocks noChangeArrowheads="1"/>
          </p:cNvSpPr>
          <p:nvPr/>
        </p:nvSpPr>
        <p:spPr bwMode="auto">
          <a:xfrm>
            <a:off x="4038600" y="4191000"/>
            <a:ext cx="325438" cy="325438"/>
          </a:xfrm>
          <a:custGeom>
            <a:avLst/>
            <a:gdLst>
              <a:gd name="T0" fmla="*/ 0 w 325120"/>
              <a:gd name="T1" fmla="*/ 0 h 325120"/>
              <a:gd name="T2" fmla="*/ 325120 w 325120"/>
              <a:gd name="T3" fmla="*/ 325120 h 325120"/>
            </a:gdLst>
            <a:ahLst/>
            <a:cxnLst/>
            <a:rect l="T0" t="T1" r="T2" b="T3"/>
            <a:pathLst>
              <a:path w="325120" h="325120">
                <a:moveTo>
                  <a:pt x="0" y="0"/>
                </a:moveTo>
                <a:lnTo>
                  <a:pt x="325120" y="325119"/>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60483" name="object 67"/>
          <p:cNvSpPr>
            <a:spLocks noChangeArrowheads="1"/>
          </p:cNvSpPr>
          <p:nvPr/>
        </p:nvSpPr>
        <p:spPr bwMode="auto">
          <a:xfrm>
            <a:off x="4329113" y="4481513"/>
            <a:ext cx="90487" cy="90487"/>
          </a:xfrm>
          <a:custGeom>
            <a:avLst/>
            <a:gdLst>
              <a:gd name="T0" fmla="*/ 0 w 90170"/>
              <a:gd name="T1" fmla="*/ 0 h 90170"/>
              <a:gd name="T2" fmla="*/ 90170 w 90170"/>
              <a:gd name="T3" fmla="*/ 90170 h 90170"/>
            </a:gdLst>
            <a:ahLst/>
            <a:cxnLst/>
            <a:rect l="T0" t="T1" r="T2" b="T3"/>
            <a:pathLst>
              <a:path w="90170" h="90170">
                <a:moveTo>
                  <a:pt x="59690" y="0"/>
                </a:moveTo>
                <a:lnTo>
                  <a:pt x="0" y="59690"/>
                </a:lnTo>
                <a:lnTo>
                  <a:pt x="90170" y="90170"/>
                </a:lnTo>
                <a:lnTo>
                  <a:pt x="59690"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60484" name="object 68"/>
          <p:cNvSpPr>
            <a:spLocks noChangeArrowheads="1"/>
          </p:cNvSpPr>
          <p:nvPr/>
        </p:nvSpPr>
        <p:spPr bwMode="auto">
          <a:xfrm>
            <a:off x="4191000" y="4114800"/>
            <a:ext cx="993775" cy="425450"/>
          </a:xfrm>
          <a:custGeom>
            <a:avLst/>
            <a:gdLst>
              <a:gd name="T0" fmla="*/ 0 w 993139"/>
              <a:gd name="T1" fmla="*/ 0 h 425450"/>
              <a:gd name="T2" fmla="*/ 993139 w 993139"/>
              <a:gd name="T3" fmla="*/ 425450 h 425450"/>
            </a:gdLst>
            <a:ahLst/>
            <a:cxnLst/>
            <a:rect l="T0" t="T1" r="T2" b="T3"/>
            <a:pathLst>
              <a:path w="993139" h="425450">
                <a:moveTo>
                  <a:pt x="0" y="0"/>
                </a:moveTo>
                <a:lnTo>
                  <a:pt x="993139" y="425450"/>
                </a:lnTo>
              </a:path>
            </a:pathLst>
          </a:custGeom>
          <a:noFill/>
          <a:ln w="27940">
            <a:solidFill>
              <a:srgbClr val="7F0000"/>
            </a:solidFill>
            <a:miter lim="800000"/>
            <a:headEnd/>
            <a:tailEnd/>
          </a:ln>
        </p:spPr>
        <p:txBody>
          <a:bodyPr lIns="0" tIns="0" rIns="0" bIns="0"/>
          <a:lstStyle/>
          <a:p>
            <a:endParaRPr lang="en-US">
              <a:latin typeface="Calibri" pitchFamily="34" charset="0"/>
            </a:endParaRPr>
          </a:p>
        </p:txBody>
      </p:sp>
      <p:sp>
        <p:nvSpPr>
          <p:cNvPr id="60485" name="object 69"/>
          <p:cNvSpPr>
            <a:spLocks noChangeArrowheads="1"/>
          </p:cNvSpPr>
          <p:nvPr/>
        </p:nvSpPr>
        <p:spPr bwMode="auto">
          <a:xfrm>
            <a:off x="5162550" y="4498975"/>
            <a:ext cx="95250" cy="79375"/>
          </a:xfrm>
          <a:custGeom>
            <a:avLst/>
            <a:gdLst>
              <a:gd name="T0" fmla="*/ 0 w 95250"/>
              <a:gd name="T1" fmla="*/ 0 h 78739"/>
              <a:gd name="T2" fmla="*/ 95250 w 95250"/>
              <a:gd name="T3" fmla="*/ 78739 h 78739"/>
            </a:gdLst>
            <a:ahLst/>
            <a:cxnLst/>
            <a:rect l="T0" t="T1" r="T2" b="T3"/>
            <a:pathLst>
              <a:path w="95250" h="78739">
                <a:moveTo>
                  <a:pt x="34289" y="0"/>
                </a:moveTo>
                <a:lnTo>
                  <a:pt x="0" y="78739"/>
                </a:lnTo>
                <a:lnTo>
                  <a:pt x="95250" y="72389"/>
                </a:lnTo>
                <a:lnTo>
                  <a:pt x="34289" y="0"/>
                </a:lnTo>
                <a:close/>
              </a:path>
            </a:pathLst>
          </a:custGeom>
          <a:solidFill>
            <a:srgbClr val="7F0000"/>
          </a:solidFill>
          <a:ln w="9525">
            <a:noFill/>
            <a:miter lim="800000"/>
            <a:headEnd/>
            <a:tailEnd/>
          </a:ln>
        </p:spPr>
        <p:txBody>
          <a:bodyPr lIns="0" tIns="0" rIns="0" bIns="0"/>
          <a:lstStyle/>
          <a:p>
            <a:endParaRPr lang="en-US">
              <a:latin typeface="Calibri" pitchFamily="34" charset="0"/>
            </a:endParaRPr>
          </a:p>
        </p:txBody>
      </p:sp>
      <p:sp>
        <p:nvSpPr>
          <p:cNvPr id="60486" name="object 70"/>
          <p:cNvSpPr>
            <a:spLocks noChangeArrowheads="1"/>
          </p:cNvSpPr>
          <p:nvPr/>
        </p:nvSpPr>
        <p:spPr bwMode="auto">
          <a:xfrm>
            <a:off x="49530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0" y="609600"/>
                </a:lnTo>
                <a:lnTo>
                  <a:pt x="762000" y="609600"/>
                </a:lnTo>
                <a:lnTo>
                  <a:pt x="381000" y="0"/>
                </a:lnTo>
                <a:close/>
              </a:path>
            </a:pathLst>
          </a:custGeom>
          <a:solidFill>
            <a:srgbClr val="7F0000">
              <a:alpha val="23137"/>
            </a:srgbClr>
          </a:solidFill>
          <a:ln w="9525">
            <a:noFill/>
            <a:miter lim="800000"/>
            <a:headEnd/>
            <a:tailEnd/>
          </a:ln>
        </p:spPr>
        <p:txBody>
          <a:bodyPr lIns="0" tIns="0" rIns="0" bIns="0"/>
          <a:lstStyle/>
          <a:p>
            <a:endParaRPr lang="en-US">
              <a:latin typeface="Calibri" pitchFamily="34" charset="0"/>
            </a:endParaRPr>
          </a:p>
        </p:txBody>
      </p:sp>
      <p:sp>
        <p:nvSpPr>
          <p:cNvPr id="71" name="Title 1"/>
          <p:cNvSpPr txBox="1">
            <a:spLocks/>
          </p:cNvSpPr>
          <p:nvPr/>
        </p:nvSpPr>
        <p:spPr>
          <a:xfrm>
            <a:off x="1371600" y="0"/>
            <a:ext cx="7772400" cy="8382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Combining Boolean and Control Flow  Statements</a:t>
            </a:r>
          </a:p>
        </p:txBody>
      </p:sp>
      <p:sp>
        <p:nvSpPr>
          <p:cNvPr id="73" name="Date Placeholder 72"/>
          <p:cNvSpPr>
            <a:spLocks noGrp="1"/>
          </p:cNvSpPr>
          <p:nvPr>
            <p:ph type="dt" sz="half" idx="10"/>
          </p:nvPr>
        </p:nvSpPr>
        <p:spPr/>
        <p:txBody>
          <a:bodyPr/>
          <a:lstStyle/>
          <a:p>
            <a:fld id="{45B8E2E4-6FF4-4A09-940F-1922A4871D16}" type="datetime1">
              <a:rPr lang="en-US" smtClean="0"/>
              <a:t>11/11/2024</a:t>
            </a:fld>
            <a:endParaRPr lang="en-US"/>
          </a:p>
        </p:txBody>
      </p:sp>
      <p:sp>
        <p:nvSpPr>
          <p:cNvPr id="74" name="Slide Number Placeholder 73"/>
          <p:cNvSpPr>
            <a:spLocks noGrp="1"/>
          </p:cNvSpPr>
          <p:nvPr>
            <p:ph type="sldNum" sz="quarter" idx="12"/>
          </p:nvPr>
        </p:nvSpPr>
        <p:spPr/>
        <p:txBody>
          <a:bodyPr/>
          <a:lstStyle/>
          <a:p>
            <a:fld id="{B6F15528-21DE-4FAA-801E-634DDDAF4B2B}" type="slidenum">
              <a:rPr lang="en-US" smtClean="0"/>
              <a:pPr/>
              <a:t>66</a:t>
            </a:fld>
            <a:endParaRPr lang="en-US"/>
          </a:p>
        </p:txBody>
      </p:sp>
      <p:sp>
        <p:nvSpPr>
          <p:cNvPr id="75" name="Footer Placeholder 74"/>
          <p:cNvSpPr>
            <a:spLocks noGrp="1"/>
          </p:cNvSpPr>
          <p:nvPr>
            <p:ph type="ftr" sz="quarter" idx="11"/>
          </p:nvPr>
        </p:nvSpPr>
        <p:spPr>
          <a:xfrm>
            <a:off x="2590800" y="6356350"/>
            <a:ext cx="3429000" cy="365125"/>
          </a:xfrm>
        </p:spPr>
        <p:txBody>
          <a:bodyPr/>
          <a:lstStyle/>
          <a:p>
            <a:r>
              <a:rPr lang="it-IT"/>
              <a:t>Vivek Kumar Sharma              CD Unit -3</a:t>
            </a:r>
            <a:endParaRPr lang="en-US" dirty="0"/>
          </a:p>
        </p:txBody>
      </p:sp>
      <p:pic>
        <p:nvPicPr>
          <p:cNvPr id="72" name="Picture 7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object 3"/>
          <p:cNvSpPr txBox="1">
            <a:spLocks noChangeArrowheads="1"/>
          </p:cNvSpPr>
          <p:nvPr/>
        </p:nvSpPr>
        <p:spPr bwMode="auto">
          <a:xfrm>
            <a:off x="763588" y="1201738"/>
            <a:ext cx="1854200" cy="1876425"/>
          </a:xfrm>
          <a:prstGeom prst="rect">
            <a:avLst/>
          </a:prstGeom>
          <a:noFill/>
          <a:ln w="9525">
            <a:noFill/>
            <a:miter lim="800000"/>
            <a:headEnd/>
            <a:tailEnd/>
          </a:ln>
        </p:spPr>
        <p:txBody>
          <a:bodyPr lIns="0" tIns="12700" rIns="0" bIns="0">
            <a:spAutoFit/>
          </a:bodyPr>
          <a:lstStyle/>
          <a:p>
            <a:pPr marL="255588" indent="-242888">
              <a:lnSpc>
                <a:spcPct val="152000"/>
              </a:lnSpc>
              <a:spcBef>
                <a:spcPts val="100"/>
              </a:spcBef>
            </a:pPr>
            <a:r>
              <a:rPr lang="en-US" sz="1600">
                <a:latin typeface="Courier New" pitchFamily="49" charset="0"/>
                <a:cs typeface="Courier New" pitchFamily="49" charset="0"/>
              </a:rPr>
              <a:t>while a &lt; b do  if c &lt; d then</a:t>
            </a:r>
          </a:p>
          <a:p>
            <a:pPr marL="255588" indent="-242888">
              <a:lnSpc>
                <a:spcPts val="2925"/>
              </a:lnSpc>
              <a:spcBef>
                <a:spcPts val="250"/>
              </a:spcBef>
            </a:pPr>
            <a:r>
              <a:rPr lang="en-US" sz="1600">
                <a:latin typeface="Courier New" pitchFamily="49" charset="0"/>
                <a:cs typeface="Courier New" pitchFamily="49" charset="0"/>
              </a:rPr>
              <a:t>x = y + z  else</a:t>
            </a:r>
          </a:p>
          <a:p>
            <a:pPr marL="255588" indent="-242888">
              <a:spcBef>
                <a:spcPts val="725"/>
              </a:spcBef>
            </a:pPr>
            <a:r>
              <a:rPr lang="en-US" sz="1600">
                <a:latin typeface="Courier New" pitchFamily="49" charset="0"/>
                <a:cs typeface="Courier New" pitchFamily="49" charset="0"/>
              </a:rPr>
              <a:t>x = y - z</a:t>
            </a:r>
          </a:p>
        </p:txBody>
      </p:sp>
      <p:sp>
        <p:nvSpPr>
          <p:cNvPr id="61449" name="object 9"/>
          <p:cNvSpPr txBox="1">
            <a:spLocks noChangeArrowheads="1"/>
          </p:cNvSpPr>
          <p:nvPr/>
        </p:nvSpPr>
        <p:spPr bwMode="auto">
          <a:xfrm>
            <a:off x="2670175" y="33861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61450" name="object 10"/>
          <p:cNvSpPr txBox="1">
            <a:spLocks noChangeArrowheads="1"/>
          </p:cNvSpPr>
          <p:nvPr/>
        </p:nvSpPr>
        <p:spPr bwMode="auto">
          <a:xfrm>
            <a:off x="3889375" y="391953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S</a:t>
            </a:r>
          </a:p>
        </p:txBody>
      </p:sp>
      <p:sp>
        <p:nvSpPr>
          <p:cNvPr id="61451" name="object 11"/>
          <p:cNvSpPr txBox="1">
            <a:spLocks noChangeArrowheads="1"/>
          </p:cNvSpPr>
          <p:nvPr/>
        </p:nvSpPr>
        <p:spPr bwMode="auto">
          <a:xfrm>
            <a:off x="3203575" y="4454525"/>
            <a:ext cx="147638" cy="268288"/>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12" name="object 12"/>
          <p:cNvSpPr txBox="1"/>
          <p:nvPr/>
        </p:nvSpPr>
        <p:spPr>
          <a:xfrm>
            <a:off x="2593975" y="5140325"/>
            <a:ext cx="1365250" cy="268288"/>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61453" name="object 13"/>
          <p:cNvSpPr txBox="1">
            <a:spLocks noChangeArrowheads="1"/>
          </p:cNvSpPr>
          <p:nvPr/>
        </p:nvSpPr>
        <p:spPr bwMode="auto">
          <a:xfrm>
            <a:off x="1298575" y="39639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E</a:t>
            </a:r>
          </a:p>
        </p:txBody>
      </p:sp>
      <p:sp>
        <p:nvSpPr>
          <p:cNvPr id="61454" name="object 14"/>
          <p:cNvSpPr>
            <a:spLocks noChangeArrowheads="1"/>
          </p:cNvSpPr>
          <p:nvPr/>
        </p:nvSpPr>
        <p:spPr bwMode="auto">
          <a:xfrm>
            <a:off x="1447800" y="3657600"/>
            <a:ext cx="1066800" cy="304800"/>
          </a:xfrm>
          <a:custGeom>
            <a:avLst/>
            <a:gdLst>
              <a:gd name="T0" fmla="*/ 0 w 1066800"/>
              <a:gd name="T1" fmla="*/ 0 h 304800"/>
              <a:gd name="T2" fmla="*/ 1066800 w 1066800"/>
              <a:gd name="T3" fmla="*/ 304800 h 304800"/>
            </a:gdLst>
            <a:ahLst/>
            <a:cxnLst/>
            <a:rect l="T0" t="T1" r="T2" b="T3"/>
            <a:pathLst>
              <a:path w="1066800" h="304800">
                <a:moveTo>
                  <a:pt x="0" y="304800"/>
                </a:moveTo>
                <a:lnTo>
                  <a:pt x="10668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55" name="object 15"/>
          <p:cNvSpPr>
            <a:spLocks noChangeArrowheads="1"/>
          </p:cNvSpPr>
          <p:nvPr/>
        </p:nvSpPr>
        <p:spPr bwMode="auto">
          <a:xfrm>
            <a:off x="2971800" y="35814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56" name="object 16"/>
          <p:cNvSpPr>
            <a:spLocks noChangeArrowheads="1"/>
          </p:cNvSpPr>
          <p:nvPr/>
        </p:nvSpPr>
        <p:spPr bwMode="auto">
          <a:xfrm>
            <a:off x="2895600" y="4114800"/>
            <a:ext cx="914400" cy="304800"/>
          </a:xfrm>
          <a:custGeom>
            <a:avLst/>
            <a:gdLst>
              <a:gd name="T0" fmla="*/ 0 w 914400"/>
              <a:gd name="T1" fmla="*/ 0 h 304800"/>
              <a:gd name="T2" fmla="*/ 914400 w 914400"/>
              <a:gd name="T3" fmla="*/ 304800 h 304800"/>
            </a:gdLst>
            <a:ahLst/>
            <a:cxnLst/>
            <a:rect l="T0" t="T1" r="T2" b="T3"/>
            <a:pathLst>
              <a:path w="914400" h="304800">
                <a:moveTo>
                  <a:pt x="0" y="304800"/>
                </a:moveTo>
                <a:lnTo>
                  <a:pt x="914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57" name="object 17"/>
          <p:cNvSpPr>
            <a:spLocks noChangeArrowheads="1"/>
          </p:cNvSpPr>
          <p:nvPr/>
        </p:nvSpPr>
        <p:spPr bwMode="auto">
          <a:xfrm>
            <a:off x="4038600" y="4191000"/>
            <a:ext cx="381000" cy="228600"/>
          </a:xfrm>
          <a:custGeom>
            <a:avLst/>
            <a:gdLst>
              <a:gd name="T0" fmla="*/ 0 w 381000"/>
              <a:gd name="T1" fmla="*/ 0 h 228600"/>
              <a:gd name="T2" fmla="*/ 381000 w 381000"/>
              <a:gd name="T3" fmla="*/ 228600 h 228600"/>
            </a:gdLst>
            <a:ahLst/>
            <a:cxnLst/>
            <a:rect l="T0" t="T1" r="T2" b="T3"/>
            <a:pathLst>
              <a:path w="381000" h="228600">
                <a:moveTo>
                  <a:pt x="381000" y="2286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58" name="object 18"/>
          <p:cNvSpPr>
            <a:spLocks noChangeArrowheads="1"/>
          </p:cNvSpPr>
          <p:nvPr/>
        </p:nvSpPr>
        <p:spPr bwMode="auto">
          <a:xfrm>
            <a:off x="44958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59" name="object 19"/>
          <p:cNvSpPr>
            <a:spLocks noChangeArrowheads="1"/>
          </p:cNvSpPr>
          <p:nvPr/>
        </p:nvSpPr>
        <p:spPr bwMode="auto">
          <a:xfrm>
            <a:off x="1371600" y="42354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60" name="object 20"/>
          <p:cNvSpPr>
            <a:spLocks noChangeArrowheads="1"/>
          </p:cNvSpPr>
          <p:nvPr/>
        </p:nvSpPr>
        <p:spPr bwMode="auto">
          <a:xfrm>
            <a:off x="8382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61" name="object 21"/>
          <p:cNvSpPr>
            <a:spLocks noChangeArrowheads="1"/>
          </p:cNvSpPr>
          <p:nvPr/>
        </p:nvSpPr>
        <p:spPr bwMode="auto">
          <a:xfrm>
            <a:off x="19050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62" name="object 22"/>
          <p:cNvSpPr>
            <a:spLocks noChangeArrowheads="1"/>
          </p:cNvSpPr>
          <p:nvPr/>
        </p:nvSpPr>
        <p:spPr bwMode="auto">
          <a:xfrm>
            <a:off x="27432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63" name="object 23"/>
          <p:cNvSpPr>
            <a:spLocks noChangeArrowheads="1"/>
          </p:cNvSpPr>
          <p:nvPr/>
        </p:nvSpPr>
        <p:spPr bwMode="auto">
          <a:xfrm>
            <a:off x="38100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64" name="object 24"/>
          <p:cNvSpPr txBox="1">
            <a:spLocks noChangeArrowheads="1"/>
          </p:cNvSpPr>
          <p:nvPr/>
        </p:nvSpPr>
        <p:spPr bwMode="auto">
          <a:xfrm>
            <a:off x="2670175" y="5868988"/>
            <a:ext cx="12144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 pos="1077913" algn="l"/>
              </a:tabLst>
            </a:pPr>
            <a:r>
              <a:rPr lang="en-US" sz="1600">
                <a:latin typeface="Courier New" pitchFamily="49" charset="0"/>
                <a:cs typeface="Courier New" pitchFamily="49" charset="0"/>
              </a:rPr>
              <a:t>c	&lt;	d</a:t>
            </a:r>
          </a:p>
        </p:txBody>
      </p:sp>
      <p:sp>
        <p:nvSpPr>
          <p:cNvPr id="61465" name="object 25"/>
          <p:cNvSpPr>
            <a:spLocks noChangeArrowheads="1"/>
          </p:cNvSpPr>
          <p:nvPr/>
        </p:nvSpPr>
        <p:spPr bwMode="auto">
          <a:xfrm>
            <a:off x="3276600" y="5486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66" name="object 26"/>
          <p:cNvSpPr txBox="1">
            <a:spLocks noChangeArrowheads="1"/>
          </p:cNvSpPr>
          <p:nvPr/>
        </p:nvSpPr>
        <p:spPr bwMode="auto">
          <a:xfrm>
            <a:off x="1298575" y="5303838"/>
            <a:ext cx="681038" cy="268287"/>
          </a:xfrm>
          <a:prstGeom prst="rect">
            <a:avLst/>
          </a:prstGeom>
          <a:noFill/>
          <a:ln w="9525">
            <a:noFill/>
            <a:miter lim="800000"/>
            <a:headEnd/>
            <a:tailEnd/>
          </a:ln>
        </p:spPr>
        <p:txBody>
          <a:bodyPr lIns="0" tIns="12700" rIns="0" bIns="0">
            <a:spAutoFit/>
          </a:bodyPr>
          <a:lstStyle/>
          <a:p>
            <a:pPr marL="12700">
              <a:spcBef>
                <a:spcPts val="100"/>
              </a:spcBef>
              <a:tabLst>
                <a:tab pos="544513" algn="l"/>
              </a:tabLst>
            </a:pPr>
            <a:r>
              <a:rPr lang="en-US" sz="1600">
                <a:latin typeface="Courier New" pitchFamily="49" charset="0"/>
                <a:cs typeface="Courier New" pitchFamily="49" charset="0"/>
              </a:rPr>
              <a:t>&lt;	b</a:t>
            </a:r>
          </a:p>
        </p:txBody>
      </p:sp>
      <p:sp>
        <p:nvSpPr>
          <p:cNvPr id="61467" name="object 27"/>
          <p:cNvSpPr>
            <a:spLocks noChangeArrowheads="1"/>
          </p:cNvSpPr>
          <p:nvPr/>
        </p:nvSpPr>
        <p:spPr bwMode="auto">
          <a:xfrm>
            <a:off x="1371600" y="492125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28" name="object 28"/>
          <p:cNvSpPr txBox="1"/>
          <p:nvPr/>
        </p:nvSpPr>
        <p:spPr>
          <a:xfrm>
            <a:off x="2532063" y="3919538"/>
            <a:ext cx="269875"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do</a:t>
            </a:r>
            <a:endParaRPr sz="1600">
              <a:latin typeface="Courier New"/>
              <a:cs typeface="Courier New"/>
            </a:endParaRPr>
          </a:p>
        </p:txBody>
      </p:sp>
      <p:sp>
        <p:nvSpPr>
          <p:cNvPr id="61469" name="object 29"/>
          <p:cNvSpPr>
            <a:spLocks noChangeArrowheads="1"/>
          </p:cNvSpPr>
          <p:nvPr/>
        </p:nvSpPr>
        <p:spPr bwMode="auto">
          <a:xfrm>
            <a:off x="2667000" y="3733800"/>
            <a:ext cx="0" cy="152400"/>
          </a:xfrm>
          <a:custGeom>
            <a:avLst/>
            <a:gdLst>
              <a:gd name="T0" fmla="*/ 0 h 152400"/>
              <a:gd name="T1" fmla="*/ 152400 h 152400"/>
            </a:gdLst>
            <a:ahLst/>
            <a:cxnLst/>
            <a:rect l="0" t="T0" r="0" b="T1"/>
            <a:pathLst>
              <a:path h="152400">
                <a:moveTo>
                  <a:pt x="0" y="0"/>
                </a:moveTo>
                <a:lnTo>
                  <a:pt x="0" y="1524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0" name="object 30"/>
          <p:cNvSpPr txBox="1"/>
          <p:nvPr/>
        </p:nvSpPr>
        <p:spPr>
          <a:xfrm>
            <a:off x="2608263" y="4437063"/>
            <a:ext cx="269875"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if</a:t>
            </a:r>
            <a:endParaRPr sz="1600">
              <a:latin typeface="Courier New"/>
              <a:cs typeface="Courier New"/>
            </a:endParaRPr>
          </a:p>
        </p:txBody>
      </p:sp>
      <p:sp>
        <p:nvSpPr>
          <p:cNvPr id="61471" name="object 31"/>
          <p:cNvSpPr>
            <a:spLocks noChangeArrowheads="1"/>
          </p:cNvSpPr>
          <p:nvPr/>
        </p:nvSpPr>
        <p:spPr bwMode="auto">
          <a:xfrm>
            <a:off x="3962400" y="41910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2" name="object 32"/>
          <p:cNvSpPr txBox="1"/>
          <p:nvPr/>
        </p:nvSpPr>
        <p:spPr>
          <a:xfrm>
            <a:off x="688975" y="4573588"/>
            <a:ext cx="1365250" cy="268287"/>
          </a:xfrm>
          <a:prstGeom prst="rect">
            <a:avLst/>
          </a:prstGeom>
        </p:spPr>
        <p:txBody>
          <a:bodyPr lIns="0" tIns="12700" rIns="0" bIns="0">
            <a:spAutoFit/>
          </a:bodyPr>
          <a:lstStyle/>
          <a:p>
            <a:pPr marL="12700" fontAlgn="auto">
              <a:spcBef>
                <a:spcPts val="100"/>
              </a:spcBef>
              <a:spcAft>
                <a:spcPts val="0"/>
              </a:spcAft>
              <a:defRPr/>
            </a:pPr>
            <a:r>
              <a:rPr sz="1600" spc="-5" dirty="0">
                <a:latin typeface="Courier New"/>
                <a:cs typeface="Courier New"/>
              </a:rPr>
              <a:t>id relop</a:t>
            </a:r>
            <a:r>
              <a:rPr sz="1600" spc="-90" dirty="0">
                <a:latin typeface="Courier New"/>
                <a:cs typeface="Courier New"/>
              </a:rPr>
              <a:t> </a:t>
            </a:r>
            <a:r>
              <a:rPr sz="1600" spc="-5" dirty="0">
                <a:latin typeface="Courier New"/>
                <a:cs typeface="Courier New"/>
              </a:rPr>
              <a:t>id</a:t>
            </a:r>
            <a:endParaRPr sz="1600">
              <a:latin typeface="Courier New"/>
              <a:cs typeface="Courier New"/>
            </a:endParaRPr>
          </a:p>
        </p:txBody>
      </p:sp>
      <p:sp>
        <p:nvSpPr>
          <p:cNvPr id="61473" name="object 33"/>
          <p:cNvSpPr>
            <a:spLocks noChangeArrowheads="1"/>
          </p:cNvSpPr>
          <p:nvPr/>
        </p:nvSpPr>
        <p:spPr bwMode="auto">
          <a:xfrm>
            <a:off x="838200" y="423545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74" name="object 34"/>
          <p:cNvSpPr>
            <a:spLocks noChangeArrowheads="1"/>
          </p:cNvSpPr>
          <p:nvPr/>
        </p:nvSpPr>
        <p:spPr bwMode="auto">
          <a:xfrm>
            <a:off x="1447800" y="423545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5" name="object 35"/>
          <p:cNvSpPr txBox="1"/>
          <p:nvPr/>
        </p:nvSpPr>
        <p:spPr>
          <a:xfrm>
            <a:off x="254000" y="3919538"/>
            <a:ext cx="635000" cy="268287"/>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while</a:t>
            </a:r>
            <a:endParaRPr sz="1600">
              <a:latin typeface="Courier New"/>
              <a:cs typeface="Courier New"/>
            </a:endParaRPr>
          </a:p>
        </p:txBody>
      </p:sp>
      <p:sp>
        <p:nvSpPr>
          <p:cNvPr id="61476" name="object 36"/>
          <p:cNvSpPr>
            <a:spLocks noChangeArrowheads="1"/>
          </p:cNvSpPr>
          <p:nvPr/>
        </p:nvSpPr>
        <p:spPr bwMode="auto">
          <a:xfrm>
            <a:off x="685800" y="3581400"/>
            <a:ext cx="1752600" cy="304800"/>
          </a:xfrm>
          <a:custGeom>
            <a:avLst/>
            <a:gdLst>
              <a:gd name="T0" fmla="*/ 0 w 1752600"/>
              <a:gd name="T1" fmla="*/ 0 h 304800"/>
              <a:gd name="T2" fmla="*/ 1752600 w 1752600"/>
              <a:gd name="T3" fmla="*/ 304800 h 304800"/>
            </a:gdLst>
            <a:ahLst/>
            <a:cxnLst/>
            <a:rect l="T0" t="T1" r="T2" b="T3"/>
            <a:pathLst>
              <a:path w="1752600" h="304800">
                <a:moveTo>
                  <a:pt x="0" y="304800"/>
                </a:moveTo>
                <a:lnTo>
                  <a:pt x="17526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77" name="object 37"/>
          <p:cNvSpPr txBox="1">
            <a:spLocks noChangeArrowheads="1"/>
          </p:cNvSpPr>
          <p:nvPr/>
        </p:nvSpPr>
        <p:spPr bwMode="auto">
          <a:xfrm>
            <a:off x="765175" y="5335588"/>
            <a:ext cx="147638" cy="268287"/>
          </a:xfrm>
          <a:prstGeom prst="rect">
            <a:avLst/>
          </a:prstGeom>
          <a:noFill/>
          <a:ln w="9525">
            <a:noFill/>
            <a:miter lim="800000"/>
            <a:headEnd/>
            <a:tailEnd/>
          </a:ln>
        </p:spPr>
        <p:txBody>
          <a:bodyPr lIns="0" tIns="12700" rIns="0" bIns="0">
            <a:spAutoFit/>
          </a:bodyPr>
          <a:lstStyle/>
          <a:p>
            <a:pPr marL="12700">
              <a:spcBef>
                <a:spcPts val="100"/>
              </a:spcBef>
            </a:pPr>
            <a:r>
              <a:rPr lang="en-US" sz="1600">
                <a:latin typeface="Courier New" pitchFamily="49" charset="0"/>
                <a:cs typeface="Courier New" pitchFamily="49" charset="0"/>
              </a:rPr>
              <a:t>a</a:t>
            </a:r>
          </a:p>
        </p:txBody>
      </p:sp>
      <p:sp>
        <p:nvSpPr>
          <p:cNvPr id="61478" name="object 38"/>
          <p:cNvSpPr>
            <a:spLocks noChangeArrowheads="1"/>
          </p:cNvSpPr>
          <p:nvPr/>
        </p:nvSpPr>
        <p:spPr bwMode="auto">
          <a:xfrm>
            <a:off x="3352800" y="4191000"/>
            <a:ext cx="533400" cy="228600"/>
          </a:xfrm>
          <a:custGeom>
            <a:avLst/>
            <a:gdLst>
              <a:gd name="T0" fmla="*/ 0 w 533400"/>
              <a:gd name="T1" fmla="*/ 0 h 228600"/>
              <a:gd name="T2" fmla="*/ 533400 w 533400"/>
              <a:gd name="T3" fmla="*/ 228600 h 228600"/>
            </a:gdLst>
            <a:ahLst/>
            <a:cxnLst/>
            <a:rect l="T0" t="T1" r="T2" b="T3"/>
            <a:pathLst>
              <a:path w="533400" h="228600">
                <a:moveTo>
                  <a:pt x="0" y="228600"/>
                </a:moveTo>
                <a:lnTo>
                  <a:pt x="53340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39" name="object 39"/>
          <p:cNvSpPr txBox="1"/>
          <p:nvPr/>
        </p:nvSpPr>
        <p:spPr>
          <a:xfrm>
            <a:off x="3667125" y="4437063"/>
            <a:ext cx="514350" cy="269875"/>
          </a:xfrm>
          <a:prstGeom prst="rect">
            <a:avLst/>
          </a:prstGeom>
        </p:spPr>
        <p:txBody>
          <a:bodyPr lIns="0" tIns="12700" rIns="0" bIns="0">
            <a:spAutoFit/>
          </a:bodyPr>
          <a:lstStyle/>
          <a:p>
            <a:pPr marL="12700" fontAlgn="auto">
              <a:spcBef>
                <a:spcPts val="100"/>
              </a:spcBef>
              <a:spcAft>
                <a:spcPts val="0"/>
              </a:spcAft>
              <a:defRPr/>
            </a:pPr>
            <a:r>
              <a:rPr sz="1600" b="1" spc="-5" dirty="0">
                <a:latin typeface="Courier New"/>
                <a:cs typeface="Courier New"/>
              </a:rPr>
              <a:t>t</a:t>
            </a:r>
            <a:r>
              <a:rPr sz="1600" b="1" spc="-10" dirty="0">
                <a:latin typeface="Courier New"/>
                <a:cs typeface="Courier New"/>
              </a:rPr>
              <a:t>h</a:t>
            </a:r>
            <a:r>
              <a:rPr sz="1600" b="1" spc="5" dirty="0">
                <a:latin typeface="Courier New"/>
                <a:cs typeface="Courier New"/>
              </a:rPr>
              <a:t>e</a:t>
            </a:r>
            <a:r>
              <a:rPr sz="1600" b="1" dirty="0">
                <a:latin typeface="Courier New"/>
                <a:cs typeface="Courier New"/>
              </a:rPr>
              <a:t>n</a:t>
            </a:r>
            <a:endParaRPr sz="1600">
              <a:latin typeface="Courier New"/>
              <a:cs typeface="Courier New"/>
            </a:endParaRPr>
          </a:p>
        </p:txBody>
      </p:sp>
      <p:sp>
        <p:nvSpPr>
          <p:cNvPr id="61480" name="object 40"/>
          <p:cNvSpPr>
            <a:spLocks noChangeArrowheads="1"/>
          </p:cNvSpPr>
          <p:nvPr/>
        </p:nvSpPr>
        <p:spPr bwMode="auto">
          <a:xfrm>
            <a:off x="53340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41" name="object 41"/>
          <p:cNvSpPr txBox="1"/>
          <p:nvPr/>
        </p:nvSpPr>
        <p:spPr>
          <a:xfrm>
            <a:off x="4422775" y="4437063"/>
            <a:ext cx="985838" cy="269875"/>
          </a:xfrm>
          <a:prstGeom prst="rect">
            <a:avLst/>
          </a:prstGeom>
        </p:spPr>
        <p:txBody>
          <a:bodyPr lIns="0" tIns="12700" rIns="0" bIns="0">
            <a:spAutoFit/>
          </a:bodyPr>
          <a:lstStyle/>
          <a:p>
            <a:pPr marL="12700" fontAlgn="auto">
              <a:spcBef>
                <a:spcPts val="100"/>
              </a:spcBef>
              <a:spcAft>
                <a:spcPts val="0"/>
              </a:spcAft>
              <a:defRPr/>
            </a:pPr>
            <a:r>
              <a:rPr sz="2400" baseline="-5208" dirty="0">
                <a:latin typeface="Courier New"/>
                <a:cs typeface="Courier New"/>
              </a:rPr>
              <a:t>S </a:t>
            </a:r>
            <a:r>
              <a:rPr sz="1600" b="1" spc="-5" dirty="0">
                <a:latin typeface="Courier New"/>
                <a:cs typeface="Courier New"/>
              </a:rPr>
              <a:t>then</a:t>
            </a:r>
            <a:r>
              <a:rPr sz="1600" b="1" spc="-220" dirty="0">
                <a:latin typeface="Courier New"/>
                <a:cs typeface="Courier New"/>
              </a:rPr>
              <a:t> </a:t>
            </a:r>
            <a:r>
              <a:rPr sz="2400" baseline="-5208" dirty="0">
                <a:latin typeface="Courier New"/>
                <a:cs typeface="Courier New"/>
              </a:rPr>
              <a:t>S</a:t>
            </a:r>
            <a:endParaRPr sz="2400" baseline="-5208">
              <a:latin typeface="Courier New"/>
              <a:cs typeface="Courier New"/>
            </a:endParaRPr>
          </a:p>
        </p:txBody>
      </p:sp>
      <p:sp>
        <p:nvSpPr>
          <p:cNvPr id="61482" name="object 42"/>
          <p:cNvSpPr>
            <a:spLocks noChangeArrowheads="1"/>
          </p:cNvSpPr>
          <p:nvPr/>
        </p:nvSpPr>
        <p:spPr bwMode="auto">
          <a:xfrm>
            <a:off x="4114800" y="4114800"/>
            <a:ext cx="685800" cy="304800"/>
          </a:xfrm>
          <a:custGeom>
            <a:avLst/>
            <a:gdLst>
              <a:gd name="T0" fmla="*/ 0 w 685800"/>
              <a:gd name="T1" fmla="*/ 0 h 304800"/>
              <a:gd name="T2" fmla="*/ 685800 w 685800"/>
              <a:gd name="T3" fmla="*/ 304800 h 304800"/>
            </a:gdLst>
            <a:ahLst/>
            <a:cxnLst/>
            <a:rect l="T0" t="T1" r="T2" b="T3"/>
            <a:pathLst>
              <a:path w="685800" h="304800">
                <a:moveTo>
                  <a:pt x="6858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83" name="object 43"/>
          <p:cNvSpPr>
            <a:spLocks noChangeArrowheads="1"/>
          </p:cNvSpPr>
          <p:nvPr/>
        </p:nvSpPr>
        <p:spPr bwMode="auto">
          <a:xfrm>
            <a:off x="4267200" y="4114800"/>
            <a:ext cx="990600" cy="304800"/>
          </a:xfrm>
          <a:custGeom>
            <a:avLst/>
            <a:gdLst>
              <a:gd name="T0" fmla="*/ 0 w 990600"/>
              <a:gd name="T1" fmla="*/ 0 h 304800"/>
              <a:gd name="T2" fmla="*/ 990600 w 990600"/>
              <a:gd name="T3" fmla="*/ 304800 h 304800"/>
            </a:gdLst>
            <a:ahLst/>
            <a:cxnLst/>
            <a:rect l="T0" t="T1" r="T2" b="T3"/>
            <a:pathLst>
              <a:path w="990600" h="304800">
                <a:moveTo>
                  <a:pt x="990600" y="304800"/>
                </a:moveTo>
                <a:lnTo>
                  <a:pt x="0" y="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84" name="object 44"/>
          <p:cNvSpPr>
            <a:spLocks noChangeArrowheads="1"/>
          </p:cNvSpPr>
          <p:nvPr/>
        </p:nvSpPr>
        <p:spPr bwMode="auto">
          <a:xfrm>
            <a:off x="41148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85" name="object 45"/>
          <p:cNvSpPr>
            <a:spLocks noChangeArrowheads="1"/>
          </p:cNvSpPr>
          <p:nvPr/>
        </p:nvSpPr>
        <p:spPr bwMode="auto">
          <a:xfrm>
            <a:off x="4953000" y="5029200"/>
            <a:ext cx="762000" cy="609600"/>
          </a:xfrm>
          <a:custGeom>
            <a:avLst/>
            <a:gdLst>
              <a:gd name="T0" fmla="*/ 0 w 762000"/>
              <a:gd name="T1" fmla="*/ 0 h 609600"/>
              <a:gd name="T2" fmla="*/ 762000 w 762000"/>
              <a:gd name="T3" fmla="*/ 609600 h 609600"/>
            </a:gdLst>
            <a:ahLst/>
            <a:cxnLst/>
            <a:rect l="T0" t="T1" r="T2" b="T3"/>
            <a:pathLst>
              <a:path w="762000" h="609600">
                <a:moveTo>
                  <a:pt x="381000" y="0"/>
                </a:moveTo>
                <a:lnTo>
                  <a:pt x="762000" y="609600"/>
                </a:lnTo>
                <a:lnTo>
                  <a:pt x="0" y="609600"/>
                </a:lnTo>
                <a:lnTo>
                  <a:pt x="381000" y="0"/>
                </a:lnTo>
                <a:close/>
              </a:path>
            </a:pathLst>
          </a:custGeom>
          <a:noFill/>
          <a:ln w="9344">
            <a:solidFill>
              <a:srgbClr val="000000"/>
            </a:solidFill>
            <a:miter lim="800000"/>
            <a:headEnd/>
            <a:tailEnd/>
          </a:ln>
        </p:spPr>
        <p:txBody>
          <a:bodyPr lIns="0" tIns="0" rIns="0" bIns="0"/>
          <a:lstStyle/>
          <a:p>
            <a:endParaRPr lang="en-US">
              <a:latin typeface="Calibri" pitchFamily="34" charset="0"/>
            </a:endParaRPr>
          </a:p>
        </p:txBody>
      </p:sp>
      <p:graphicFrame>
        <p:nvGraphicFramePr>
          <p:cNvPr id="46" name="object 46"/>
          <p:cNvGraphicFramePr>
            <a:graphicFrameLocks noGrp="1"/>
          </p:cNvGraphicFramePr>
          <p:nvPr/>
        </p:nvGraphicFramePr>
        <p:xfrm>
          <a:off x="6002338" y="3352800"/>
          <a:ext cx="2195192" cy="525264"/>
        </p:xfrm>
        <a:graphic>
          <a:graphicData uri="http://schemas.openxmlformats.org/drawingml/2006/table">
            <a:tbl>
              <a:tblPr firstRow="1" bandRow="1">
                <a:tableStyleId>{2D5ABB26-0587-4C30-8999-92F81FD0307C}</a:tableStyleId>
              </a:tblPr>
              <a:tblGrid>
                <a:gridCol w="404495">
                  <a:extLst>
                    <a:ext uri="{9D8B030D-6E8A-4147-A177-3AD203B41FA5}">
                      <a16:colId xmlns:a16="http://schemas.microsoft.com/office/drawing/2014/main" val="20000"/>
                    </a:ext>
                  </a:extLst>
                </a:gridCol>
                <a:gridCol w="533399">
                  <a:extLst>
                    <a:ext uri="{9D8B030D-6E8A-4147-A177-3AD203B41FA5}">
                      <a16:colId xmlns:a16="http://schemas.microsoft.com/office/drawing/2014/main" val="20001"/>
                    </a:ext>
                  </a:extLst>
                </a:gridCol>
                <a:gridCol w="959484">
                  <a:extLst>
                    <a:ext uri="{9D8B030D-6E8A-4147-A177-3AD203B41FA5}">
                      <a16:colId xmlns:a16="http://schemas.microsoft.com/office/drawing/2014/main" val="20002"/>
                    </a:ext>
                  </a:extLst>
                </a:gridCol>
                <a:gridCol w="297814">
                  <a:extLst>
                    <a:ext uri="{9D8B030D-6E8A-4147-A177-3AD203B41FA5}">
                      <a16:colId xmlns:a16="http://schemas.microsoft.com/office/drawing/2014/main" val="20003"/>
                    </a:ext>
                  </a:extLst>
                </a:gridCol>
              </a:tblGrid>
              <a:tr h="262632">
                <a:tc>
                  <a:txBody>
                    <a:bodyPr/>
                    <a:lstStyle/>
                    <a:p>
                      <a:pPr marL="31750">
                        <a:lnSpc>
                          <a:spcPts val="1445"/>
                        </a:lnSpc>
                      </a:pPr>
                      <a:r>
                        <a:rPr sz="1400" spc="-5" dirty="0">
                          <a:latin typeface="Courier New"/>
                          <a:cs typeface="Courier New"/>
                        </a:rPr>
                        <a:t>L1:</a:t>
                      </a:r>
                      <a:endParaRPr sz="1400">
                        <a:latin typeface="Courier New"/>
                        <a:cs typeface="Courier New"/>
                      </a:endParaRPr>
                    </a:p>
                  </a:txBody>
                  <a:tcPr marL="0" marR="0" marT="0" marB="0"/>
                </a:tc>
                <a:tc>
                  <a:txBody>
                    <a:bodyPr/>
                    <a:lstStyle/>
                    <a:p>
                      <a:pPr algn="ctr">
                        <a:lnSpc>
                          <a:spcPts val="1445"/>
                        </a:lnSpc>
                      </a:pPr>
                      <a:r>
                        <a:rPr sz="1400" dirty="0">
                          <a:latin typeface="Courier New"/>
                          <a:cs typeface="Courier New"/>
                        </a:rPr>
                        <a:t>if</a:t>
                      </a:r>
                      <a:r>
                        <a:rPr sz="1400" spc="-80" dirty="0">
                          <a:latin typeface="Courier New"/>
                          <a:cs typeface="Courier New"/>
                        </a:rPr>
                        <a:t> </a:t>
                      </a:r>
                      <a:r>
                        <a:rPr sz="1400" dirty="0">
                          <a:latin typeface="Courier New"/>
                          <a:cs typeface="Courier New"/>
                        </a:rPr>
                        <a:t>a</a:t>
                      </a:r>
                      <a:endParaRPr sz="1400">
                        <a:latin typeface="Courier New"/>
                        <a:cs typeface="Courier New"/>
                      </a:endParaRPr>
                    </a:p>
                  </a:txBody>
                  <a:tcPr marL="0" marR="0" marT="0" marB="0"/>
                </a:tc>
                <a:tc>
                  <a:txBody>
                    <a:bodyPr/>
                    <a:lstStyle/>
                    <a:p>
                      <a:pPr marL="53340">
                        <a:lnSpc>
                          <a:spcPts val="1445"/>
                        </a:lnSpc>
                      </a:pPr>
                      <a:r>
                        <a:rPr sz="1400" dirty="0">
                          <a:latin typeface="Courier New"/>
                          <a:cs typeface="Courier New"/>
                        </a:rPr>
                        <a:t>&lt; b</a:t>
                      </a:r>
                      <a:r>
                        <a:rPr sz="1400" spc="-95" dirty="0">
                          <a:latin typeface="Courier New"/>
                          <a:cs typeface="Courier New"/>
                        </a:rPr>
                        <a:t> </a:t>
                      </a:r>
                      <a:r>
                        <a:rPr sz="1400" spc="-5" dirty="0">
                          <a:latin typeface="Courier New"/>
                          <a:cs typeface="Courier New"/>
                        </a:rPr>
                        <a:t>goto</a:t>
                      </a:r>
                      <a:endParaRPr sz="1400">
                        <a:latin typeface="Courier New"/>
                        <a:cs typeface="Courier New"/>
                      </a:endParaRPr>
                    </a:p>
                  </a:txBody>
                  <a:tcPr marL="0" marR="0" marT="0" marB="0"/>
                </a:tc>
                <a:tc>
                  <a:txBody>
                    <a:bodyPr/>
                    <a:lstStyle/>
                    <a:p>
                      <a:pPr marL="53340">
                        <a:lnSpc>
                          <a:spcPts val="1445"/>
                        </a:lnSpc>
                      </a:pPr>
                      <a:r>
                        <a:rPr sz="1400" spc="-5" dirty="0">
                          <a:latin typeface="Courier New"/>
                          <a:cs typeface="Courier New"/>
                        </a:rPr>
                        <a:t>L2</a:t>
                      </a:r>
                      <a:endParaRPr sz="1400">
                        <a:latin typeface="Courier New"/>
                        <a:cs typeface="Courier New"/>
                      </a:endParaRPr>
                    </a:p>
                  </a:txBody>
                  <a:tcPr marL="0" marR="0" marT="0" marB="0"/>
                </a:tc>
                <a:extLst>
                  <a:ext uri="{0D108BD9-81ED-4DB2-BD59-A6C34878D82A}">
                    <a16:rowId xmlns:a16="http://schemas.microsoft.com/office/drawing/2014/main" val="10000"/>
                  </a:ext>
                </a:extLst>
              </a:tr>
              <a:tr h="262632">
                <a:tc>
                  <a:txBody>
                    <a:bodyPr/>
                    <a:lstStyle/>
                    <a:p>
                      <a:pPr>
                        <a:lnSpc>
                          <a:spcPct val="100000"/>
                        </a:lnSpc>
                      </a:pPr>
                      <a:endParaRPr sz="1500">
                        <a:latin typeface="Times New Roman"/>
                        <a:cs typeface="Times New Roman"/>
                      </a:endParaRPr>
                    </a:p>
                  </a:txBody>
                  <a:tcPr marL="0" marR="0" marT="0" marB="0"/>
                </a:tc>
                <a:tc>
                  <a:txBody>
                    <a:bodyPr/>
                    <a:lstStyle/>
                    <a:p>
                      <a:pPr algn="ctr">
                        <a:lnSpc>
                          <a:spcPct val="100000"/>
                        </a:lnSpc>
                        <a:spcBef>
                          <a:spcPts val="245"/>
                        </a:spcBef>
                      </a:pPr>
                      <a:r>
                        <a:rPr sz="1400" spc="-5" dirty="0">
                          <a:latin typeface="Courier New"/>
                          <a:cs typeface="Courier New"/>
                        </a:rPr>
                        <a:t>goto</a:t>
                      </a:r>
                      <a:endParaRPr sz="1400">
                        <a:latin typeface="Courier New"/>
                        <a:cs typeface="Courier New"/>
                      </a:endParaRPr>
                    </a:p>
                  </a:txBody>
                  <a:tcPr marL="0" marR="0" marT="31115" marB="0"/>
                </a:tc>
                <a:tc>
                  <a:txBody>
                    <a:bodyPr/>
                    <a:lstStyle/>
                    <a:p>
                      <a:pPr marL="53340">
                        <a:lnSpc>
                          <a:spcPct val="100000"/>
                        </a:lnSpc>
                        <a:spcBef>
                          <a:spcPts val="245"/>
                        </a:spcBef>
                      </a:pPr>
                      <a:r>
                        <a:rPr sz="1400" spc="-5" dirty="0">
                          <a:latin typeface="Courier New"/>
                          <a:cs typeface="Courier New"/>
                        </a:rPr>
                        <a:t>Lnext</a:t>
                      </a:r>
                      <a:endParaRPr sz="1400">
                        <a:latin typeface="Courier New"/>
                        <a:cs typeface="Courier New"/>
                      </a:endParaRPr>
                    </a:p>
                  </a:txBody>
                  <a:tcPr marL="0" marR="0" marT="31115" marB="0"/>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sp>
        <p:nvSpPr>
          <p:cNvPr id="61495" name="object 47"/>
          <p:cNvSpPr txBox="1">
            <a:spLocks noChangeArrowheads="1"/>
          </p:cNvSpPr>
          <p:nvPr/>
        </p:nvSpPr>
        <p:spPr bwMode="auto">
          <a:xfrm>
            <a:off x="6021388" y="3848100"/>
            <a:ext cx="2157412" cy="2941638"/>
          </a:xfrm>
          <a:prstGeom prst="rect">
            <a:avLst/>
          </a:prstGeom>
          <a:noFill/>
          <a:ln w="9525">
            <a:noFill/>
            <a:miter lim="800000"/>
            <a:headEnd/>
            <a:tailEnd/>
          </a:ln>
        </p:spPr>
        <p:txBody>
          <a:bodyPr lIns="0" tIns="12700" rIns="0" bIns="0">
            <a:spAutoFit/>
          </a:bodyPr>
          <a:lstStyle/>
          <a:p>
            <a:pPr marL="438150" indent="-425450">
              <a:lnSpc>
                <a:spcPct val="152000"/>
              </a:lnSpc>
              <a:spcBef>
                <a:spcPts val="100"/>
              </a:spcBef>
            </a:pPr>
            <a:r>
              <a:rPr lang="en-US" sz="1400">
                <a:latin typeface="Courier New" pitchFamily="49" charset="0"/>
                <a:cs typeface="Courier New" pitchFamily="49" charset="0"/>
              </a:rPr>
              <a:t>L2: if c &lt; d goto L3  goto L4</a:t>
            </a:r>
          </a:p>
          <a:p>
            <a:pPr marL="438150" indent="-425450">
              <a:lnSpc>
                <a:spcPct val="152000"/>
              </a:lnSpc>
            </a:pPr>
            <a:r>
              <a:rPr lang="en-US" sz="1400">
                <a:latin typeface="Courier New" pitchFamily="49" charset="0"/>
                <a:cs typeface="Courier New" pitchFamily="49" charset="0"/>
              </a:rPr>
              <a:t>L3: t1 = x + z  x = t1  goto L1</a:t>
            </a:r>
          </a:p>
          <a:p>
            <a:pPr marL="438150" indent="-425450">
              <a:lnSpc>
                <a:spcPct val="152000"/>
              </a:lnSpc>
              <a:spcBef>
                <a:spcPts val="13"/>
              </a:spcBef>
            </a:pPr>
            <a:r>
              <a:rPr lang="en-US" sz="1400">
                <a:latin typeface="Courier New" pitchFamily="49" charset="0"/>
                <a:cs typeface="Courier New" pitchFamily="49" charset="0"/>
              </a:rPr>
              <a:t>L4: t2 = x - z  x = t2  goto L1</a:t>
            </a:r>
          </a:p>
          <a:p>
            <a:pPr marL="438150" indent="-425450">
              <a:spcBef>
                <a:spcPts val="875"/>
              </a:spcBef>
            </a:pPr>
            <a:r>
              <a:rPr lang="en-US" sz="1400">
                <a:latin typeface="Courier New" pitchFamily="49" charset="0"/>
                <a:cs typeface="Courier New" pitchFamily="49" charset="0"/>
              </a:rPr>
              <a:t>Lnext:</a:t>
            </a:r>
          </a:p>
        </p:txBody>
      </p:sp>
      <p:sp>
        <p:nvSpPr>
          <p:cNvPr id="61496" name="object 48"/>
          <p:cNvSpPr>
            <a:spLocks noChangeArrowheads="1"/>
          </p:cNvSpPr>
          <p:nvPr/>
        </p:nvSpPr>
        <p:spPr bwMode="auto">
          <a:xfrm>
            <a:off x="3276600" y="4724400"/>
            <a:ext cx="0" cy="304800"/>
          </a:xfrm>
          <a:custGeom>
            <a:avLst/>
            <a:gdLst>
              <a:gd name="T0" fmla="*/ 0 h 304800"/>
              <a:gd name="T1" fmla="*/ 304800 h 304800"/>
            </a:gdLst>
            <a:ahLst/>
            <a:cxnLst/>
            <a:rect l="0" t="T0" r="0" b="T1"/>
            <a:pathLst>
              <a:path h="304800">
                <a:moveTo>
                  <a:pt x="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97" name="object 49"/>
          <p:cNvSpPr>
            <a:spLocks noChangeArrowheads="1"/>
          </p:cNvSpPr>
          <p:nvPr/>
        </p:nvSpPr>
        <p:spPr bwMode="auto">
          <a:xfrm>
            <a:off x="2743200" y="4724400"/>
            <a:ext cx="457200" cy="304800"/>
          </a:xfrm>
          <a:custGeom>
            <a:avLst/>
            <a:gdLst>
              <a:gd name="T0" fmla="*/ 0 w 457200"/>
              <a:gd name="T1" fmla="*/ 0 h 304800"/>
              <a:gd name="T2" fmla="*/ 457200 w 457200"/>
              <a:gd name="T3" fmla="*/ 304800 h 304800"/>
            </a:gdLst>
            <a:ahLst/>
            <a:cxnLst/>
            <a:rect l="T0" t="T1" r="T2" b="T3"/>
            <a:pathLst>
              <a:path w="457200" h="304800">
                <a:moveTo>
                  <a:pt x="457200" y="0"/>
                </a:moveTo>
                <a:lnTo>
                  <a:pt x="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61498" name="object 50"/>
          <p:cNvSpPr>
            <a:spLocks noChangeArrowheads="1"/>
          </p:cNvSpPr>
          <p:nvPr/>
        </p:nvSpPr>
        <p:spPr bwMode="auto">
          <a:xfrm>
            <a:off x="3352800" y="4724400"/>
            <a:ext cx="457200" cy="304800"/>
          </a:xfrm>
          <a:custGeom>
            <a:avLst/>
            <a:gdLst>
              <a:gd name="T0" fmla="*/ 0 w 457200"/>
              <a:gd name="T1" fmla="*/ 0 h 304800"/>
              <a:gd name="T2" fmla="*/ 457200 w 457200"/>
              <a:gd name="T3" fmla="*/ 304800 h 304800"/>
            </a:gdLst>
            <a:ahLst/>
            <a:cxnLst/>
            <a:rect l="T0" t="T1" r="T2" b="T3"/>
            <a:pathLst>
              <a:path w="457200" h="304800">
                <a:moveTo>
                  <a:pt x="0" y="0"/>
                </a:moveTo>
                <a:lnTo>
                  <a:pt x="457200" y="304800"/>
                </a:lnTo>
              </a:path>
            </a:pathLst>
          </a:custGeom>
          <a:noFill/>
          <a:ln w="9344">
            <a:solidFill>
              <a:srgbClr val="000000"/>
            </a:solidFill>
            <a:miter lim="800000"/>
            <a:headEnd/>
            <a:tailEnd/>
          </a:ln>
        </p:spPr>
        <p:txBody>
          <a:bodyPr lIns="0" tIns="0" rIns="0" bIns="0"/>
          <a:lstStyle/>
          <a:p>
            <a:endParaRPr lang="en-US">
              <a:latin typeface="Calibri" pitchFamily="34" charset="0"/>
            </a:endParaRPr>
          </a:p>
        </p:txBody>
      </p:sp>
      <p:sp>
        <p:nvSpPr>
          <p:cNvPr id="51" name="Title 1"/>
          <p:cNvSpPr txBox="1">
            <a:spLocks/>
          </p:cNvSpPr>
          <p:nvPr/>
        </p:nvSpPr>
        <p:spPr>
          <a:xfrm>
            <a:off x="1371600" y="0"/>
            <a:ext cx="7772400" cy="9144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Combining Boolean and Control Flow  Statements</a:t>
            </a:r>
          </a:p>
        </p:txBody>
      </p:sp>
      <p:sp>
        <p:nvSpPr>
          <p:cNvPr id="53" name="Date Placeholder 52"/>
          <p:cNvSpPr>
            <a:spLocks noGrp="1"/>
          </p:cNvSpPr>
          <p:nvPr>
            <p:ph type="dt" sz="half" idx="10"/>
          </p:nvPr>
        </p:nvSpPr>
        <p:spPr/>
        <p:txBody>
          <a:bodyPr/>
          <a:lstStyle/>
          <a:p>
            <a:fld id="{908750C7-17B5-4C0C-B752-C4068AB6CBFF}" type="datetime1">
              <a:rPr lang="en-US" smtClean="0"/>
              <a:t>11/11/2024</a:t>
            </a:fld>
            <a:endParaRPr lang="en-US"/>
          </a:p>
        </p:txBody>
      </p:sp>
      <p:sp>
        <p:nvSpPr>
          <p:cNvPr id="54" name="Slide Number Placeholder 53"/>
          <p:cNvSpPr>
            <a:spLocks noGrp="1"/>
          </p:cNvSpPr>
          <p:nvPr>
            <p:ph type="sldNum" sz="quarter" idx="12"/>
          </p:nvPr>
        </p:nvSpPr>
        <p:spPr/>
        <p:txBody>
          <a:bodyPr/>
          <a:lstStyle/>
          <a:p>
            <a:fld id="{B6F15528-21DE-4FAA-801E-634DDDAF4B2B}" type="slidenum">
              <a:rPr lang="en-US" smtClean="0"/>
              <a:pPr/>
              <a:t>67</a:t>
            </a:fld>
            <a:endParaRPr lang="en-US"/>
          </a:p>
        </p:txBody>
      </p:sp>
      <p:sp>
        <p:nvSpPr>
          <p:cNvPr id="55" name="Footer Placeholder 54"/>
          <p:cNvSpPr>
            <a:spLocks noGrp="1"/>
          </p:cNvSpPr>
          <p:nvPr>
            <p:ph type="ftr" sz="quarter" idx="11"/>
          </p:nvPr>
        </p:nvSpPr>
        <p:spPr>
          <a:xfrm>
            <a:off x="3124200" y="6356350"/>
            <a:ext cx="3200400" cy="365125"/>
          </a:xfrm>
        </p:spPr>
        <p:txBody>
          <a:bodyPr/>
          <a:lstStyle/>
          <a:p>
            <a:r>
              <a:rPr lang="it-IT"/>
              <a:t>Vivek Kumar Sharma              CD Unit -3</a:t>
            </a:r>
            <a:endParaRPr lang="en-US" dirty="0"/>
          </a:p>
        </p:txBody>
      </p:sp>
      <p:pic>
        <p:nvPicPr>
          <p:cNvPr id="50" name="Picture 4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back patching which gives the real algorithmic idea to generate  three address code</a:t>
            </a:r>
            <a:endParaRPr lang="en-US" sz="2400" dirty="0"/>
          </a:p>
        </p:txBody>
      </p:sp>
      <p:sp>
        <p:nvSpPr>
          <p:cNvPr id="4" name="Date Placeholder 3"/>
          <p:cNvSpPr>
            <a:spLocks noGrp="1"/>
          </p:cNvSpPr>
          <p:nvPr>
            <p:ph type="dt" sz="quarter" idx="10"/>
          </p:nvPr>
        </p:nvSpPr>
        <p:spPr/>
        <p:txBody>
          <a:bodyPr/>
          <a:lstStyle/>
          <a:p>
            <a:pPr>
              <a:defRPr/>
            </a:pPr>
            <a:fld id="{E9EACA47-1334-444D-955E-5419F378459A}"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68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a:t>Topic </a:t>
            </a:r>
            <a:r>
              <a:rPr lang="en-US" sz="3200" b="1" dirty="0"/>
              <a:t>Objective(CO3)</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0DF236D-2D39-4C20-806D-5D9B967F8F4C}" type="datetime1">
              <a:rPr lang="en-US" smtClean="0"/>
              <a:t>11/11/2024</a:t>
            </a:fld>
            <a:endParaRPr lang="en-US"/>
          </a:p>
        </p:txBody>
      </p:sp>
      <p:sp>
        <p:nvSpPr>
          <p:cNvPr id="6" name="Slide Number Placeholder 5"/>
          <p:cNvSpPr>
            <a:spLocks noGrp="1"/>
          </p:cNvSpPr>
          <p:nvPr>
            <p:ph type="sldNum" sz="quarter" idx="12"/>
          </p:nvPr>
        </p:nvSpPr>
        <p:spPr/>
        <p:txBody>
          <a:bodyPr/>
          <a:lstStyle/>
          <a:p>
            <a:pPr>
              <a:defRPr/>
            </a:pPr>
            <a:fld id="{D7D72945-B3EA-4923-9D98-E013C4131672}" type="slidenum">
              <a:rPr lang="en-US"/>
              <a:pPr>
                <a:defRPr/>
              </a:pPr>
              <a:t>69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Back Patching</a:t>
            </a:r>
            <a:r>
              <a:rPr lang="en-US" sz="3200" b="1" spc="-5" dirty="0"/>
              <a:t>(CO3)</a:t>
            </a:r>
            <a:endParaRPr lang="en-US" sz="3200" b="1"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a:t>Vivek Kumar Sharma              CD Unit -3</a:t>
            </a:r>
            <a:endParaRPr lang="en-US" dirty="0"/>
          </a:p>
        </p:txBody>
      </p:sp>
      <p:sp>
        <p:nvSpPr>
          <p:cNvPr id="28679" name="Content Placeholder 11"/>
          <p:cNvSpPr>
            <a:spLocks noGrp="1"/>
          </p:cNvSpPr>
          <p:nvPr>
            <p:ph idx="1"/>
          </p:nvPr>
        </p:nvSpPr>
        <p:spPr>
          <a:xfrm>
            <a:off x="457200" y="914400"/>
            <a:ext cx="8229600" cy="5211763"/>
          </a:xfrm>
        </p:spPr>
        <p:txBody>
          <a:bodyPr/>
          <a:lstStyle/>
          <a:p>
            <a:pPr algn="just">
              <a:lnSpc>
                <a:spcPct val="80000"/>
              </a:lnSpc>
            </a:pPr>
            <a:r>
              <a:rPr lang="en-US" sz="2200" dirty="0"/>
              <a:t>Previous codes for  Boolean expressions insert symbolic labels for jumps</a:t>
            </a:r>
          </a:p>
          <a:p>
            <a:pPr algn="just">
              <a:lnSpc>
                <a:spcPct val="80000"/>
              </a:lnSpc>
            </a:pPr>
            <a:r>
              <a:rPr lang="en-US" sz="2200" dirty="0"/>
              <a:t>It therefore needs a separate pass to set them to appropriate addresses</a:t>
            </a:r>
          </a:p>
          <a:p>
            <a:pPr algn="just">
              <a:lnSpc>
                <a:spcPct val="80000"/>
              </a:lnSpc>
            </a:pPr>
            <a:r>
              <a:rPr lang="en-US" sz="2200" dirty="0"/>
              <a:t>We can use a technique named back patching to avoid this</a:t>
            </a:r>
          </a:p>
          <a:p>
            <a:pPr algn="just">
              <a:lnSpc>
                <a:spcPct val="80000"/>
              </a:lnSpc>
            </a:pPr>
            <a:r>
              <a:rPr lang="en-US" sz="2200" dirty="0"/>
              <a:t>We assume we save instructions into an array and labels will be indices in the array</a:t>
            </a:r>
          </a:p>
          <a:p>
            <a:pPr algn="just">
              <a:lnSpc>
                <a:spcPct val="80000"/>
              </a:lnSpc>
            </a:pPr>
            <a:r>
              <a:rPr lang="en-US" sz="2200" dirty="0"/>
              <a:t>For non-terminal B we use two attributes </a:t>
            </a:r>
            <a:r>
              <a:rPr lang="en-US" sz="2200" dirty="0" err="1"/>
              <a:t>B.true</a:t>
            </a:r>
            <a:r>
              <a:rPr lang="en-US" sz="2200" dirty="0"/>
              <a:t> list and </a:t>
            </a:r>
            <a:r>
              <a:rPr lang="en-US" sz="2200" dirty="0" err="1"/>
              <a:t>B.false</a:t>
            </a:r>
            <a:r>
              <a:rPr lang="en-US" sz="2200" dirty="0"/>
              <a:t> list  together with following functions:</a:t>
            </a:r>
          </a:p>
          <a:p>
            <a:pPr lvl="1" algn="just">
              <a:lnSpc>
                <a:spcPct val="80000"/>
              </a:lnSpc>
              <a:buFont typeface="Arial" charset="0"/>
              <a:buChar char="•"/>
            </a:pPr>
            <a:r>
              <a:rPr lang="en-US" sz="2200" dirty="0" err="1"/>
              <a:t>makelist</a:t>
            </a:r>
            <a:r>
              <a:rPr lang="en-US" sz="2200" dirty="0"/>
              <a:t>(</a:t>
            </a:r>
            <a:r>
              <a:rPr lang="en-US" sz="2200" dirty="0" err="1"/>
              <a:t>i</a:t>
            </a:r>
            <a:r>
              <a:rPr lang="en-US" sz="2200" dirty="0"/>
              <a:t>): create a new list containing only I, an index into the array of instructions</a:t>
            </a:r>
          </a:p>
          <a:p>
            <a:pPr lvl="1" algn="just">
              <a:lnSpc>
                <a:spcPct val="80000"/>
              </a:lnSpc>
              <a:buFont typeface="Arial" charset="0"/>
              <a:buChar char="•"/>
            </a:pPr>
            <a:r>
              <a:rPr lang="en-US" sz="2200" dirty="0"/>
              <a:t>Merge(p1,p2): concatenates the lists pointed by p1 and p2 and returns a pointer to the concatenated list</a:t>
            </a:r>
          </a:p>
          <a:p>
            <a:pPr lvl="1" algn="just">
              <a:lnSpc>
                <a:spcPct val="80000"/>
              </a:lnSpc>
              <a:buFont typeface="Arial" charset="0"/>
              <a:buChar char="•"/>
            </a:pPr>
            <a:r>
              <a:rPr lang="en-US" sz="2200" dirty="0" err="1"/>
              <a:t>Backpatch</a:t>
            </a:r>
            <a:r>
              <a:rPr lang="en-US" sz="2200" dirty="0"/>
              <a:t>(</a:t>
            </a:r>
            <a:r>
              <a:rPr lang="en-US" sz="2200" dirty="0" err="1"/>
              <a:t>p,i</a:t>
            </a:r>
            <a:r>
              <a:rPr lang="en-US" sz="2200" dirty="0"/>
              <a:t>): inserts </a:t>
            </a:r>
            <a:r>
              <a:rPr lang="en-US" sz="2200" dirty="0" err="1"/>
              <a:t>i</a:t>
            </a:r>
            <a:r>
              <a:rPr lang="en-US" sz="2200" dirty="0"/>
              <a:t> as the target label for each of the instruction on the list pointed to by p</a:t>
            </a:r>
          </a:p>
          <a:p>
            <a:endParaRPr lang="en-US" b="1"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r>
              <a:rPr lang="en-US" sz="2000" dirty="0" err="1"/>
              <a:t>Youtube</a:t>
            </a:r>
            <a:r>
              <a:rPr lang="en-US" sz="2000" dirty="0"/>
              <a:t>/other  Video Links</a:t>
            </a:r>
          </a:p>
          <a:p>
            <a:r>
              <a:rPr lang="en-US" sz="2000" dirty="0">
                <a:hlinkClick r:id="rId2"/>
              </a:rPr>
              <a:t>https://www.youtube.com/watch?v=nIMBA0qO684</a:t>
            </a:r>
            <a:endParaRPr lang="en-US" sz="2000" dirty="0"/>
          </a:p>
          <a:p>
            <a:r>
              <a:rPr lang="en-US" sz="2000" dirty="0">
                <a:hlinkClick r:id="rId3"/>
              </a:rPr>
              <a:t>https://www.youtube.com/watch?v=M8oQmaAfoJM</a:t>
            </a:r>
            <a:endParaRPr lang="en-US" sz="2000" dirty="0"/>
          </a:p>
          <a:p>
            <a:r>
              <a:rPr lang="en-US" sz="2000" dirty="0">
                <a:hlinkClick r:id="rId4"/>
              </a:rPr>
              <a:t>https://www.youtube.com/watch?v=yFVCw0N0nxo</a:t>
            </a:r>
            <a:endParaRPr lang="en-US" sz="2000" dirty="0"/>
          </a:p>
          <a:p>
            <a:r>
              <a:rPr lang="en-US" sz="2000" dirty="0">
                <a:hlinkClick r:id="rId5"/>
              </a:rPr>
              <a:t>https://www.youtube.com/watch?v=Bqq26obqUoU</a:t>
            </a:r>
            <a:endParaRPr lang="en-US" sz="2000" dirty="0"/>
          </a:p>
          <a:p>
            <a:r>
              <a:rPr lang="en-US" sz="2000" dirty="0">
                <a:hlinkClick r:id="rId6"/>
              </a:rPr>
              <a:t>https://www.youtube.com/watch?v=queUceGJqh0</a:t>
            </a:r>
            <a:endParaRPr lang="en-US" sz="2000" dirty="0"/>
          </a:p>
          <a:p>
            <a:r>
              <a:rPr lang="en-US" sz="2000" dirty="0"/>
              <a:t>NPTEL</a:t>
            </a:r>
          </a:p>
          <a:p>
            <a:r>
              <a:rPr lang="en-US" sz="2000" dirty="0">
                <a:hlinkClick r:id="rId7"/>
              </a:rPr>
              <a:t>https://youtu.be/MO5MGYm4v0o</a:t>
            </a:r>
            <a:endParaRPr lang="en-US" sz="2000" dirty="0"/>
          </a:p>
          <a:p>
            <a:r>
              <a:rPr lang="en-US" sz="2000" dirty="0">
                <a:hlinkClick r:id="rId8"/>
              </a:rPr>
              <a:t>https://youtu.be/7Z2VHWLJVSA</a:t>
            </a:r>
            <a:endParaRPr lang="en-US" sz="2000" dirty="0"/>
          </a:p>
          <a:p>
            <a:r>
              <a:rPr lang="en-US" sz="2000" dirty="0">
                <a:hlinkClick r:id="rId9"/>
              </a:rPr>
              <a:t>https://youtu.be/EpAzj7zXrbk</a:t>
            </a:r>
            <a:endParaRPr lang="en-US" sz="2000" dirty="0"/>
          </a:p>
          <a:p>
            <a:r>
              <a:rPr lang="en-US" sz="2000" dirty="0">
                <a:hlinkClick r:id="rId10"/>
              </a:rPr>
              <a:t>https://youtu.be/M-wIosep5Zs</a:t>
            </a:r>
            <a:endParaRPr lang="en-US" sz="2000" dirty="0"/>
          </a:p>
          <a:p>
            <a:endParaRPr lang="en-US" sz="2000" dirty="0"/>
          </a:p>
        </p:txBody>
      </p:sp>
      <p:sp>
        <p:nvSpPr>
          <p:cNvPr id="4" name="Date Placeholder 3"/>
          <p:cNvSpPr>
            <a:spLocks noGrp="1"/>
          </p:cNvSpPr>
          <p:nvPr>
            <p:ph type="dt" sz="half" idx="10"/>
          </p:nvPr>
        </p:nvSpPr>
        <p:spPr/>
        <p:txBody>
          <a:bodyPr/>
          <a:lstStyle/>
          <a:p>
            <a:fld id="{14304E03-37E2-4824-966C-48D3E2E49BC0}"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29200"/>
          </a:xfrm>
        </p:spPr>
        <p:txBody>
          <a:bodyPr>
            <a:normAutofit fontScale="62500" lnSpcReduction="20000"/>
          </a:bodyPr>
          <a:lstStyle/>
          <a:p>
            <a:r>
              <a:rPr lang="en-US" dirty="0"/>
              <a:t>What are the various types of three address statements?</a:t>
            </a:r>
          </a:p>
          <a:p>
            <a:pPr lvl="1">
              <a:buNone/>
            </a:pPr>
            <a:r>
              <a:rPr lang="en-US" sz="3200" dirty="0"/>
              <a:t>a. Assignment Statement</a:t>
            </a:r>
          </a:p>
          <a:p>
            <a:pPr lvl="1">
              <a:buNone/>
            </a:pPr>
            <a:r>
              <a:rPr lang="en-US" sz="3200" dirty="0"/>
              <a:t>b. Copy Statement</a:t>
            </a:r>
          </a:p>
          <a:p>
            <a:pPr lvl="1">
              <a:buNone/>
            </a:pPr>
            <a:r>
              <a:rPr lang="en-US" sz="3200" dirty="0"/>
              <a:t>c. Assignment Instruction</a:t>
            </a:r>
          </a:p>
          <a:p>
            <a:pPr lvl="1">
              <a:buNone/>
            </a:pPr>
            <a:r>
              <a:rPr lang="en-US" sz="3200" b="1" dirty="0"/>
              <a:t>d. All of the above</a:t>
            </a:r>
          </a:p>
          <a:p>
            <a:r>
              <a:rPr lang="en-US" dirty="0"/>
              <a:t>A "Three Address Code" consists of</a:t>
            </a:r>
          </a:p>
          <a:p>
            <a:pPr lvl="1">
              <a:buNone/>
            </a:pPr>
            <a:r>
              <a:rPr lang="en-US" sz="3200" b="1" dirty="0"/>
              <a:t>a. Two operand and one result</a:t>
            </a:r>
          </a:p>
          <a:p>
            <a:pPr lvl="1">
              <a:buNone/>
            </a:pPr>
            <a:r>
              <a:rPr lang="en-US" sz="3200" dirty="0"/>
              <a:t>b. Two operands and operator</a:t>
            </a:r>
          </a:p>
          <a:p>
            <a:pPr lvl="1">
              <a:buNone/>
            </a:pPr>
            <a:r>
              <a:rPr lang="en-US" sz="3200" dirty="0"/>
              <a:t>c. One operand and two operators</a:t>
            </a:r>
          </a:p>
          <a:p>
            <a:pPr lvl="1">
              <a:buNone/>
            </a:pPr>
            <a:r>
              <a:rPr lang="en-US" sz="3200" dirty="0"/>
              <a:t>d. None of d above.</a:t>
            </a:r>
          </a:p>
          <a:p>
            <a:r>
              <a:rPr lang="en-US" dirty="0"/>
              <a:t>Expressions that govern the flow of control that may be Boolean expressions containing _________ and _________ operators.</a:t>
            </a:r>
          </a:p>
          <a:p>
            <a:pPr lvl="1">
              <a:buNone/>
            </a:pPr>
            <a:r>
              <a:rPr lang="en-US" sz="3200" dirty="0"/>
              <a:t>a. Arithmetic &amp; logical</a:t>
            </a:r>
          </a:p>
          <a:p>
            <a:pPr lvl="1">
              <a:buNone/>
            </a:pPr>
            <a:r>
              <a:rPr lang="en-US" sz="3200" dirty="0"/>
              <a:t>b. </a:t>
            </a:r>
            <a:r>
              <a:rPr lang="en-US" sz="3200" b="1" dirty="0"/>
              <a:t>Relational &amp; logical</a:t>
            </a:r>
          </a:p>
          <a:p>
            <a:pPr lvl="1">
              <a:buNone/>
            </a:pPr>
            <a:r>
              <a:rPr lang="en-US" sz="3200" dirty="0"/>
              <a:t>c. Arithmetic &amp; relational</a:t>
            </a:r>
          </a:p>
          <a:p>
            <a:pPr lvl="1">
              <a:buNone/>
            </a:pPr>
            <a:r>
              <a:rPr lang="en-US" sz="3200" dirty="0"/>
              <a:t>d none of the above</a:t>
            </a:r>
          </a:p>
          <a:p>
            <a:endParaRPr lang="en-US" dirty="0"/>
          </a:p>
        </p:txBody>
      </p:sp>
      <p:sp>
        <p:nvSpPr>
          <p:cNvPr id="4" name="Date Placeholder 3"/>
          <p:cNvSpPr>
            <a:spLocks noGrp="1"/>
          </p:cNvSpPr>
          <p:nvPr>
            <p:ph type="dt" sz="half" idx="10"/>
          </p:nvPr>
        </p:nvSpPr>
        <p:spPr/>
        <p:txBody>
          <a:bodyPr/>
          <a:lstStyle/>
          <a:p>
            <a:fld id="{712DAA53-56D5-4954-98D6-671DE1E55338}"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Daily Quiz</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dirty="0"/>
              <a:t>Listing pointers to triples, rather than listing triples themselves is implementation of</a:t>
            </a:r>
          </a:p>
          <a:p>
            <a:pPr lvl="1">
              <a:buNone/>
            </a:pPr>
            <a:r>
              <a:rPr lang="en-US" sz="2200" dirty="0"/>
              <a:t>a. Quadruple</a:t>
            </a:r>
          </a:p>
          <a:p>
            <a:pPr lvl="1">
              <a:buNone/>
            </a:pPr>
            <a:r>
              <a:rPr lang="en-US" sz="2200" dirty="0"/>
              <a:t>b. Triple</a:t>
            </a:r>
          </a:p>
          <a:p>
            <a:pPr lvl="1">
              <a:buNone/>
            </a:pPr>
            <a:r>
              <a:rPr lang="en-US" sz="2200" dirty="0"/>
              <a:t>c. </a:t>
            </a:r>
            <a:r>
              <a:rPr lang="en-US" sz="2200" b="1" dirty="0"/>
              <a:t>Indirect Triple</a:t>
            </a:r>
          </a:p>
          <a:p>
            <a:pPr lvl="1">
              <a:buNone/>
            </a:pPr>
            <a:r>
              <a:rPr lang="en-US" sz="2200" dirty="0"/>
              <a:t>d. Three address code</a:t>
            </a:r>
          </a:p>
          <a:p>
            <a:r>
              <a:rPr lang="en-US" sz="2200" dirty="0"/>
              <a:t>Quadruple is a record structure with four fields.</a:t>
            </a:r>
          </a:p>
          <a:p>
            <a:pPr lvl="1">
              <a:buNone/>
            </a:pPr>
            <a:r>
              <a:rPr lang="en-US" sz="2200" dirty="0"/>
              <a:t>a</a:t>
            </a:r>
            <a:r>
              <a:rPr lang="en-US" sz="2200" b="1" dirty="0"/>
              <a:t>. Op, arg1, arg2 and result</a:t>
            </a:r>
          </a:p>
          <a:p>
            <a:pPr lvl="1">
              <a:buNone/>
            </a:pPr>
            <a:r>
              <a:rPr lang="en-US" sz="2200" dirty="0"/>
              <a:t>b. op1, op2, agr2 and result</a:t>
            </a:r>
          </a:p>
          <a:p>
            <a:pPr lvl="1">
              <a:buNone/>
            </a:pPr>
            <a:r>
              <a:rPr lang="en-US" sz="2200" dirty="0"/>
              <a:t>c. agr1, arg2 , result and op</a:t>
            </a:r>
          </a:p>
          <a:p>
            <a:pPr lvl="1">
              <a:buNone/>
            </a:pPr>
            <a:r>
              <a:rPr lang="en-US" sz="2200" dirty="0"/>
              <a:t>d. All of d above</a:t>
            </a:r>
          </a:p>
          <a:p>
            <a:endParaRPr lang="en-US" dirty="0"/>
          </a:p>
        </p:txBody>
      </p:sp>
      <p:sp>
        <p:nvSpPr>
          <p:cNvPr id="4" name="Date Placeholder 3"/>
          <p:cNvSpPr>
            <a:spLocks noGrp="1"/>
          </p:cNvSpPr>
          <p:nvPr>
            <p:ph type="dt" sz="half" idx="10"/>
          </p:nvPr>
        </p:nvSpPr>
        <p:spPr/>
        <p:txBody>
          <a:bodyPr/>
          <a:lstStyle/>
          <a:p>
            <a:fld id="{3B3ED93E-1CED-4D50-93DF-73BC80035188}"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4676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Daily Quiz</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25000" lnSpcReduction="20000"/>
          </a:bodyPr>
          <a:lstStyle/>
          <a:p>
            <a:pPr lvl="0">
              <a:lnSpc>
                <a:spcPct val="115000"/>
              </a:lnSpc>
              <a:spcBef>
                <a:spcPts val="0"/>
              </a:spcBef>
              <a:buFont typeface="+mj-lt"/>
              <a:buAutoNum type="arabicPeriod"/>
            </a:pPr>
            <a:r>
              <a:rPr lang="en-US" sz="8800" dirty="0">
                <a:latin typeface="+mj-lt"/>
                <a:ea typeface="Calibri"/>
                <a:cs typeface="Times New Roman"/>
              </a:rPr>
              <a:t>What are Synthesized and Inherited Attributes?		[CO3]</a:t>
            </a:r>
          </a:p>
          <a:p>
            <a:pPr lvl="0">
              <a:lnSpc>
                <a:spcPct val="115000"/>
              </a:lnSpc>
              <a:spcBef>
                <a:spcPts val="0"/>
              </a:spcBef>
              <a:buFont typeface="+mj-lt"/>
              <a:buAutoNum type="arabicPeriod"/>
            </a:pPr>
            <a:r>
              <a:rPr lang="en-US" sz="8800" dirty="0">
                <a:latin typeface="+mj-lt"/>
                <a:ea typeface="Calibri"/>
                <a:cs typeface="Times New Roman"/>
              </a:rPr>
              <a:t>Write the algorithm for moving forward pointer in "input </a:t>
            </a:r>
            <a:r>
              <a:rPr lang="en-US" sz="8800" dirty="0" err="1">
                <a:latin typeface="+mj-lt"/>
                <a:ea typeface="Calibri"/>
                <a:cs typeface="Times New Roman"/>
              </a:rPr>
              <a:t>buifering</a:t>
            </a:r>
            <a:r>
              <a:rPr lang="en-US" sz="8800" dirty="0">
                <a:latin typeface="+mj-lt"/>
                <a:ea typeface="Calibri"/>
                <a:cs typeface="Times New Roman"/>
              </a:rPr>
              <a:t>" scheme.							[CO3]</a:t>
            </a:r>
          </a:p>
          <a:p>
            <a:pPr lvl="0">
              <a:lnSpc>
                <a:spcPct val="115000"/>
              </a:lnSpc>
              <a:spcBef>
                <a:spcPts val="0"/>
              </a:spcBef>
              <a:buFont typeface="+mj-lt"/>
              <a:buAutoNum type="arabicPeriod"/>
            </a:pPr>
            <a:r>
              <a:rPr lang="en-US" sz="8800" dirty="0">
                <a:latin typeface="+mj-lt"/>
                <a:ea typeface="Calibri"/>
                <a:cs typeface="Times New Roman"/>
              </a:rPr>
              <a:t>What is the use of intermediate code during compilation?	[CO3]</a:t>
            </a:r>
          </a:p>
          <a:p>
            <a:pPr lvl="0">
              <a:lnSpc>
                <a:spcPct val="115000"/>
              </a:lnSpc>
              <a:spcBef>
                <a:spcPts val="0"/>
              </a:spcBef>
              <a:buFont typeface="+mj-lt"/>
              <a:buAutoNum type="arabicPeriod"/>
            </a:pPr>
            <a:r>
              <a:rPr lang="en-US" sz="8800" dirty="0">
                <a:latin typeface="+mj-lt"/>
                <a:ea typeface="Calibri"/>
                <a:cs typeface="Times New Roman"/>
              </a:rPr>
              <a:t>Explain the process of translating an assignment statement.	[CO3]	</a:t>
            </a:r>
          </a:p>
          <a:p>
            <a:pPr lvl="0">
              <a:lnSpc>
                <a:spcPct val="115000"/>
              </a:lnSpc>
              <a:spcBef>
                <a:spcPts val="0"/>
              </a:spcBef>
              <a:buFont typeface="+mj-lt"/>
              <a:buAutoNum type="arabicPeriod"/>
            </a:pPr>
            <a:r>
              <a:rPr lang="en-US" sz="8800" dirty="0">
                <a:latin typeface="+mj-lt"/>
                <a:ea typeface="Calibri"/>
                <a:cs typeface="Times New Roman"/>
              </a:rPr>
              <a:t>What are different ways to write three address code ?	[CO3]</a:t>
            </a:r>
          </a:p>
          <a:p>
            <a:pPr lvl="0">
              <a:lnSpc>
                <a:spcPct val="115000"/>
              </a:lnSpc>
              <a:spcBef>
                <a:spcPts val="0"/>
              </a:spcBef>
              <a:spcAft>
                <a:spcPts val="1000"/>
              </a:spcAft>
              <a:buFont typeface="+mj-lt"/>
              <a:buAutoNum type="arabicPeriod"/>
            </a:pPr>
            <a:r>
              <a:rPr lang="en-US" sz="8800" dirty="0">
                <a:latin typeface="+mj-lt"/>
                <a:ea typeface="Calibri"/>
                <a:cs typeface="Times New Roman"/>
              </a:rPr>
              <a:t>Write the three address code for the following code segment 	[CO3]</a:t>
            </a:r>
          </a:p>
          <a:p>
            <a:pPr marL="548640" marR="0">
              <a:lnSpc>
                <a:spcPct val="115000"/>
              </a:lnSpc>
              <a:spcBef>
                <a:spcPts val="0"/>
              </a:spcBef>
              <a:spcAft>
                <a:spcPts val="0"/>
              </a:spcAft>
            </a:pPr>
            <a:r>
              <a:rPr lang="en-US" sz="8800" dirty="0" err="1">
                <a:latin typeface="+mj-lt"/>
                <a:ea typeface="Calibri"/>
                <a:cs typeface="Times New Roman"/>
              </a:rPr>
              <a:t>WhileA</a:t>
            </a:r>
            <a:r>
              <a:rPr lang="en-US" sz="8800" dirty="0">
                <a:latin typeface="+mj-lt"/>
                <a:ea typeface="Calibri"/>
                <a:cs typeface="Times New Roman"/>
              </a:rPr>
              <a:t>&lt;</a:t>
            </a:r>
            <a:r>
              <a:rPr lang="en-US" sz="8800" dirty="0" err="1">
                <a:latin typeface="+mj-lt"/>
                <a:ea typeface="Calibri"/>
                <a:cs typeface="Times New Roman"/>
              </a:rPr>
              <a:t>Cand</a:t>
            </a:r>
            <a:r>
              <a:rPr lang="en-US" sz="8800" dirty="0">
                <a:latin typeface="+mj-lt"/>
                <a:ea typeface="Calibri"/>
                <a:cs typeface="Times New Roman"/>
              </a:rPr>
              <a:t> B&lt;D do</a:t>
            </a:r>
          </a:p>
          <a:p>
            <a:pPr marL="548640" marR="0">
              <a:lnSpc>
                <a:spcPct val="115000"/>
              </a:lnSpc>
              <a:spcBef>
                <a:spcPts val="0"/>
              </a:spcBef>
              <a:spcAft>
                <a:spcPts val="0"/>
              </a:spcAft>
            </a:pPr>
            <a:r>
              <a:rPr lang="en-US" sz="8800" dirty="0">
                <a:latin typeface="+mj-lt"/>
                <a:ea typeface="Calibri"/>
                <a:cs typeface="Times New Roman"/>
              </a:rPr>
              <a:t>If A=l then C = </a:t>
            </a:r>
            <a:r>
              <a:rPr lang="en-US" sz="8800" dirty="0" err="1">
                <a:latin typeface="+mj-lt"/>
                <a:ea typeface="Calibri"/>
                <a:cs typeface="Times New Roman"/>
              </a:rPr>
              <a:t>g+l</a:t>
            </a:r>
            <a:endParaRPr lang="en-US" sz="8800" dirty="0">
              <a:latin typeface="+mj-lt"/>
              <a:ea typeface="Calibri"/>
              <a:cs typeface="Times New Roman"/>
            </a:endParaRPr>
          </a:p>
          <a:p>
            <a:pPr marL="548640" marR="0">
              <a:lnSpc>
                <a:spcPct val="115000"/>
              </a:lnSpc>
              <a:spcBef>
                <a:spcPts val="0"/>
              </a:spcBef>
              <a:spcAft>
                <a:spcPts val="0"/>
              </a:spcAft>
            </a:pPr>
            <a:r>
              <a:rPr lang="en-US" sz="8800" dirty="0">
                <a:latin typeface="+mj-lt"/>
                <a:ea typeface="Calibri"/>
                <a:cs typeface="Times New Roman"/>
              </a:rPr>
              <a:t>else while A &lt; = D do A= A+ 2.</a:t>
            </a:r>
          </a:p>
          <a:p>
            <a:endParaRPr lang="en-US" dirty="0"/>
          </a:p>
        </p:txBody>
      </p:sp>
      <p:sp>
        <p:nvSpPr>
          <p:cNvPr id="4" name="Date Placeholder 3"/>
          <p:cNvSpPr>
            <a:spLocks noGrp="1"/>
          </p:cNvSpPr>
          <p:nvPr>
            <p:ph type="dt" sz="half" idx="10"/>
          </p:nvPr>
        </p:nvSpPr>
        <p:spPr/>
        <p:txBody>
          <a:bodyPr/>
          <a:lstStyle/>
          <a:p>
            <a:fld id="{CFDF5036-C3F1-4EF2-8400-A87E5AFE204E}"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t>Weekly Assignment</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25000" lnSpcReduction="20000"/>
          </a:bodyPr>
          <a:lstStyle/>
          <a:p>
            <a:pPr lvl="0">
              <a:lnSpc>
                <a:spcPct val="115000"/>
              </a:lnSpc>
              <a:spcBef>
                <a:spcPts val="0"/>
              </a:spcBef>
              <a:buNone/>
            </a:pPr>
            <a:r>
              <a:rPr lang="en-US" sz="8800" dirty="0">
                <a:latin typeface="Times New Roman"/>
                <a:ea typeface="Calibri"/>
                <a:cs typeface="Times New Roman"/>
              </a:rPr>
              <a:t>7.	Define Syntax Directed Translation. Construct an </a:t>
            </a:r>
            <a:r>
              <a:rPr lang="en-US" sz="8800" dirty="0" err="1">
                <a:latin typeface="Times New Roman"/>
                <a:ea typeface="Calibri"/>
                <a:cs typeface="Times New Roman"/>
              </a:rPr>
              <a:t>annonated</a:t>
            </a:r>
            <a:r>
              <a:rPr lang="en-US" sz="8800" dirty="0">
                <a:latin typeface="Times New Roman"/>
                <a:ea typeface="Calibri"/>
                <a:cs typeface="Times New Roman"/>
              </a:rPr>
              <a:t> parse tree for the expression (4 * 7 + l) + 2, using the simple desk calculator grammar				[CO3]</a:t>
            </a:r>
            <a:endParaRPr lang="en-US" sz="8000" dirty="0">
              <a:ea typeface="Calibri"/>
              <a:cs typeface="Times New Roman"/>
            </a:endParaRPr>
          </a:p>
          <a:p>
            <a:pPr lvl="0">
              <a:lnSpc>
                <a:spcPct val="115000"/>
              </a:lnSpc>
              <a:spcBef>
                <a:spcPts val="0"/>
              </a:spcBef>
              <a:buNone/>
            </a:pPr>
            <a:r>
              <a:rPr lang="en-US" sz="8800" dirty="0">
                <a:latin typeface="Times New Roman"/>
                <a:ea typeface="Calibri"/>
                <a:cs typeface="Times New Roman"/>
              </a:rPr>
              <a:t>8.	Define </a:t>
            </a:r>
            <a:r>
              <a:rPr lang="en-US" sz="8800" dirty="0" err="1">
                <a:latin typeface="Times New Roman"/>
                <a:ea typeface="Calibri"/>
                <a:cs typeface="Times New Roman"/>
              </a:rPr>
              <a:t>backpatching</a:t>
            </a:r>
            <a:r>
              <a:rPr lang="en-US" sz="8800" dirty="0">
                <a:latin typeface="Times New Roman"/>
                <a:ea typeface="Calibri"/>
                <a:cs typeface="Times New Roman"/>
              </a:rPr>
              <a:t> and semantic rules for </a:t>
            </a:r>
            <a:r>
              <a:rPr lang="en-US" sz="8800" dirty="0" err="1">
                <a:latin typeface="Times New Roman"/>
                <a:ea typeface="Calibri"/>
                <a:cs typeface="Times New Roman"/>
              </a:rPr>
              <a:t>boolean</a:t>
            </a:r>
            <a:r>
              <a:rPr lang="en-US" sz="8800" dirty="0">
                <a:latin typeface="Times New Roman"/>
                <a:ea typeface="Calibri"/>
                <a:cs typeface="Times New Roman"/>
              </a:rPr>
              <a:t> expression. Derive the three address code for the following expression 	[CO3]     P&lt;Q and R&lt;S and T&lt;Q</a:t>
            </a:r>
            <a:endParaRPr lang="en-US" sz="8000" dirty="0">
              <a:ea typeface="Calibri"/>
              <a:cs typeface="Times New Roman"/>
            </a:endParaRPr>
          </a:p>
          <a:p>
            <a:pPr lvl="0">
              <a:lnSpc>
                <a:spcPct val="115000"/>
              </a:lnSpc>
              <a:spcBef>
                <a:spcPts val="0"/>
              </a:spcBef>
              <a:buNone/>
            </a:pPr>
            <a:r>
              <a:rPr lang="en-US" sz="8800" dirty="0">
                <a:latin typeface="Times New Roman"/>
                <a:ea typeface="Calibri"/>
                <a:cs typeface="Times New Roman"/>
              </a:rPr>
              <a:t>9.	Generate </a:t>
            </a:r>
            <a:r>
              <a:rPr lang="en-US" sz="8800" dirty="0" err="1">
                <a:latin typeface="Times New Roman"/>
                <a:ea typeface="Calibri"/>
                <a:cs typeface="Times New Roman"/>
              </a:rPr>
              <a:t>tlree</a:t>
            </a:r>
            <a:r>
              <a:rPr lang="en-US" sz="8800" dirty="0">
                <a:latin typeface="Times New Roman"/>
                <a:ea typeface="Calibri"/>
                <a:cs typeface="Times New Roman"/>
              </a:rPr>
              <a:t> address code for the following code segment : 	[CO3]</a:t>
            </a:r>
            <a:endParaRPr lang="en-US" sz="8000" dirty="0">
              <a:ea typeface="Calibri"/>
              <a:cs typeface="Times New Roman"/>
            </a:endParaRPr>
          </a:p>
          <a:p>
            <a:pPr marL="457200" marR="0">
              <a:lnSpc>
                <a:spcPct val="115000"/>
              </a:lnSpc>
              <a:spcBef>
                <a:spcPts val="0"/>
              </a:spcBef>
              <a:spcAft>
                <a:spcPts val="0"/>
              </a:spcAft>
              <a:buNone/>
            </a:pPr>
            <a:r>
              <a:rPr lang="en-US" sz="8800" dirty="0">
                <a:latin typeface="Times New Roman"/>
                <a:ea typeface="Calibri"/>
                <a:cs typeface="Times New Roman"/>
              </a:rPr>
              <a:t>While (a&lt;b) do</a:t>
            </a:r>
            <a:endParaRPr lang="en-US" sz="8000" dirty="0">
              <a:ea typeface="Calibri"/>
              <a:cs typeface="Times New Roman"/>
            </a:endParaRPr>
          </a:p>
          <a:p>
            <a:pPr marL="0" marR="0">
              <a:lnSpc>
                <a:spcPct val="115000"/>
              </a:lnSpc>
              <a:spcBef>
                <a:spcPts val="0"/>
              </a:spcBef>
              <a:spcAft>
                <a:spcPts val="0"/>
              </a:spcAft>
              <a:buNone/>
            </a:pPr>
            <a:r>
              <a:rPr lang="en-US" sz="8800" dirty="0">
                <a:latin typeface="Times New Roman"/>
                <a:ea typeface="Calibri"/>
                <a:cs typeface="Times New Roman"/>
              </a:rPr>
              <a:t>               if(c&lt;d) then  x=</a:t>
            </a:r>
            <a:r>
              <a:rPr lang="en-US" sz="8800" dirty="0" err="1">
                <a:latin typeface="Times New Roman"/>
                <a:ea typeface="Calibri"/>
                <a:cs typeface="Times New Roman"/>
              </a:rPr>
              <a:t>y+z</a:t>
            </a:r>
            <a:endParaRPr lang="en-US" sz="8000" dirty="0">
              <a:ea typeface="Calibri"/>
              <a:cs typeface="Times New Roman"/>
            </a:endParaRPr>
          </a:p>
          <a:p>
            <a:pPr marL="0" marR="0">
              <a:lnSpc>
                <a:spcPct val="115000"/>
              </a:lnSpc>
              <a:spcBef>
                <a:spcPts val="0"/>
              </a:spcBef>
              <a:spcAft>
                <a:spcPts val="0"/>
              </a:spcAft>
              <a:buNone/>
            </a:pPr>
            <a:r>
              <a:rPr lang="en-US" sz="8800" dirty="0">
                <a:latin typeface="Times New Roman"/>
                <a:ea typeface="Calibri"/>
                <a:cs typeface="Times New Roman"/>
              </a:rPr>
              <a:t> </a:t>
            </a:r>
            <a:endParaRPr lang="en-US" sz="8000" dirty="0">
              <a:ea typeface="Calibri"/>
              <a:cs typeface="Times New Roman"/>
            </a:endParaRPr>
          </a:p>
          <a:p>
            <a:pPr lvl="0">
              <a:lnSpc>
                <a:spcPct val="115000"/>
              </a:lnSpc>
              <a:spcBef>
                <a:spcPts val="0"/>
              </a:spcBef>
              <a:buNone/>
            </a:pPr>
            <a:r>
              <a:rPr lang="en-US" sz="8800" dirty="0">
                <a:latin typeface="Times New Roman"/>
                <a:ea typeface="Calibri"/>
                <a:cs typeface="Times New Roman"/>
              </a:rPr>
              <a:t>10.What is postfix translation ? </a:t>
            </a:r>
            <a:r>
              <a:rPr lang="en-US" sz="8800" dirty="0" err="1">
                <a:latin typeface="Times New Roman"/>
                <a:ea typeface="Calibri"/>
                <a:cs typeface="Times New Roman"/>
              </a:rPr>
              <a:t>Esplain</a:t>
            </a:r>
            <a:r>
              <a:rPr lang="en-US" sz="8800" dirty="0">
                <a:latin typeface="Times New Roman"/>
                <a:ea typeface="Calibri"/>
                <a:cs typeface="Times New Roman"/>
              </a:rPr>
              <a:t> it with </a:t>
            </a:r>
            <a:r>
              <a:rPr lang="en-US" sz="8800" dirty="0" err="1">
                <a:latin typeface="Times New Roman"/>
                <a:ea typeface="Calibri"/>
                <a:cs typeface="Times New Roman"/>
              </a:rPr>
              <a:t>zuitable</a:t>
            </a:r>
            <a:r>
              <a:rPr lang="en-US" sz="8800" dirty="0">
                <a:latin typeface="Times New Roman"/>
                <a:ea typeface="Calibri"/>
                <a:cs typeface="Times New Roman"/>
              </a:rPr>
              <a:t> example.	[CO3]</a:t>
            </a:r>
            <a:endParaRPr lang="en-US" sz="8000" dirty="0">
              <a:ea typeface="Calibri"/>
              <a:cs typeface="Times New Roman"/>
            </a:endParaRPr>
          </a:p>
          <a:p>
            <a:endParaRPr lang="en-US" dirty="0"/>
          </a:p>
        </p:txBody>
      </p:sp>
      <p:sp>
        <p:nvSpPr>
          <p:cNvPr id="4" name="Date Placeholder 3"/>
          <p:cNvSpPr>
            <a:spLocks noGrp="1"/>
          </p:cNvSpPr>
          <p:nvPr>
            <p:ph type="dt" sz="half" idx="10"/>
          </p:nvPr>
        </p:nvSpPr>
        <p:spPr/>
        <p:txBody>
          <a:bodyPr/>
          <a:lstStyle/>
          <a:p>
            <a:fld id="{AF2C8BE4-2178-4D45-85B0-2774155DB214}" type="datetime1">
              <a:rPr lang="en-US" smtClean="0"/>
              <a:t>11/11/2024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t>Weekly Assignment</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105400"/>
          </a:xfrm>
        </p:spPr>
        <p:txBody>
          <a:bodyPr>
            <a:normAutofit fontScale="70000" lnSpcReduction="20000"/>
          </a:bodyPr>
          <a:lstStyle/>
          <a:p>
            <a:r>
              <a:rPr lang="en-US" sz="3100" dirty="0"/>
              <a:t>In an L-attributed SDD , attributes may be inherited or synthesized.</a:t>
            </a:r>
          </a:p>
          <a:p>
            <a:pPr lvl="1">
              <a:buNone/>
            </a:pPr>
            <a:r>
              <a:rPr lang="en-US" sz="3100" dirty="0"/>
              <a:t>a</a:t>
            </a:r>
            <a:r>
              <a:rPr lang="en-US" sz="3100" b="1" dirty="0"/>
              <a:t>) True</a:t>
            </a:r>
          </a:p>
          <a:p>
            <a:pPr lvl="1">
              <a:buNone/>
            </a:pPr>
            <a:r>
              <a:rPr lang="en-US" sz="3100" dirty="0"/>
              <a:t>b) False </a:t>
            </a:r>
          </a:p>
          <a:p>
            <a:r>
              <a:rPr lang="en-US" sz="3100" dirty="0"/>
              <a:t>Notations for associating semantic rules with productions are-------------------.</a:t>
            </a:r>
          </a:p>
          <a:p>
            <a:pPr lvl="1">
              <a:buNone/>
            </a:pPr>
            <a:r>
              <a:rPr lang="en-US" sz="3100" dirty="0"/>
              <a:t>a) Syntax directed definition</a:t>
            </a:r>
          </a:p>
          <a:p>
            <a:pPr lvl="1">
              <a:buNone/>
            </a:pPr>
            <a:r>
              <a:rPr lang="en-US" sz="3100" dirty="0"/>
              <a:t>b) Translation scheme</a:t>
            </a:r>
          </a:p>
          <a:p>
            <a:pPr lvl="1">
              <a:buNone/>
            </a:pPr>
            <a:r>
              <a:rPr lang="en-US" sz="3100" b="1" dirty="0"/>
              <a:t>c) Both a and b</a:t>
            </a:r>
          </a:p>
          <a:p>
            <a:pPr lvl="1">
              <a:buNone/>
            </a:pPr>
            <a:r>
              <a:rPr lang="en-US" sz="3100" dirty="0"/>
              <a:t>d) None of the above </a:t>
            </a:r>
          </a:p>
          <a:p>
            <a:r>
              <a:rPr lang="en-US" sz="3100" dirty="0"/>
              <a:t>The translation of token stream is result obtained by evaluated the</a:t>
            </a:r>
          </a:p>
          <a:p>
            <a:pPr lvl="1">
              <a:buNone/>
            </a:pPr>
            <a:r>
              <a:rPr lang="en-US" sz="3100" dirty="0"/>
              <a:t>a) Productions</a:t>
            </a:r>
          </a:p>
          <a:p>
            <a:pPr lvl="1">
              <a:buNone/>
            </a:pPr>
            <a:r>
              <a:rPr lang="en-US" sz="3100" dirty="0"/>
              <a:t>b) Syntax rules</a:t>
            </a:r>
          </a:p>
          <a:p>
            <a:pPr lvl="1">
              <a:buNone/>
            </a:pPr>
            <a:r>
              <a:rPr lang="en-US" sz="3100" b="1" dirty="0"/>
              <a:t>c) Semantic rules</a:t>
            </a:r>
          </a:p>
          <a:p>
            <a:pPr lvl="1">
              <a:buNone/>
            </a:pPr>
            <a:r>
              <a:rPr lang="en-US" sz="3100" dirty="0"/>
              <a:t>d) None of these </a:t>
            </a:r>
          </a:p>
          <a:p>
            <a:endParaRPr lang="en-US" dirty="0"/>
          </a:p>
        </p:txBody>
      </p:sp>
      <p:sp>
        <p:nvSpPr>
          <p:cNvPr id="4" name="Date Placeholder 3"/>
          <p:cNvSpPr>
            <a:spLocks noGrp="1"/>
          </p:cNvSpPr>
          <p:nvPr>
            <p:ph type="dt" sz="half" idx="10"/>
          </p:nvPr>
        </p:nvSpPr>
        <p:spPr/>
        <p:txBody>
          <a:bodyPr/>
          <a:lstStyle/>
          <a:p>
            <a:fld id="{B077C5B1-2C24-4D31-AC2A-64A96BEDBFDB}" type="datetime1">
              <a:rPr lang="en-US" smtClean="0"/>
              <a:t>11/11/2024</a:t>
            </a:fld>
            <a:endParaRPr lang="en-US"/>
          </a:p>
        </p:txBody>
      </p:sp>
      <p:sp>
        <p:nvSpPr>
          <p:cNvPr id="5" name="Footer Placeholder 4"/>
          <p:cNvSpPr>
            <a:spLocks noGrp="1"/>
          </p:cNvSpPr>
          <p:nvPr>
            <p:ph type="ftr" sz="quarter" idx="11"/>
          </p:nvPr>
        </p:nvSpPr>
        <p:spPr>
          <a:xfrm>
            <a:off x="2514600" y="6324600"/>
            <a:ext cx="48768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75</a:t>
            </a:fld>
            <a:endParaRPr lang="en-US" dirty="0"/>
          </a:p>
        </p:txBody>
      </p:sp>
      <p:sp>
        <p:nvSpPr>
          <p:cNvPr id="7"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MCQ</a:t>
            </a:r>
            <a:r>
              <a:rPr kumimoji="0" lang="en-US" sz="2400" b="0" i="0" u="none" strike="noStrike" kern="1200" cap="none" spc="0" normalizeH="0" noProof="0" dirty="0">
                <a:ln>
                  <a:noFill/>
                </a:ln>
                <a:solidFill>
                  <a:schemeClr val="dk1"/>
                </a:solidFill>
                <a:effectLst/>
                <a:uLnTx/>
                <a:uFillTx/>
                <a:latin typeface="+mn-lt"/>
                <a:ea typeface="+mn-ea"/>
                <a:cs typeface="+mn-cs"/>
              </a:rPr>
              <a:t> 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638800"/>
          </a:xfrm>
        </p:spPr>
        <p:txBody>
          <a:bodyPr>
            <a:normAutofit fontScale="25000" lnSpcReduction="20000"/>
          </a:bodyPr>
          <a:lstStyle/>
          <a:p>
            <a:r>
              <a:rPr lang="en-US" sz="8000" dirty="0"/>
              <a:t>Terminals can have synthesized attributes but not inherited attributes.</a:t>
            </a:r>
          </a:p>
          <a:p>
            <a:pPr lvl="1">
              <a:buNone/>
            </a:pPr>
            <a:r>
              <a:rPr lang="en-US" sz="8000" b="1" dirty="0"/>
              <a:t>a) True</a:t>
            </a:r>
          </a:p>
          <a:p>
            <a:pPr lvl="1">
              <a:buNone/>
            </a:pPr>
            <a:r>
              <a:rPr lang="en-US" sz="8000" dirty="0"/>
              <a:t>b) False</a:t>
            </a:r>
          </a:p>
          <a:p>
            <a:r>
              <a:rPr lang="en-US" sz="8000" dirty="0"/>
              <a:t>An SDD without side effects is called</a:t>
            </a:r>
          </a:p>
          <a:p>
            <a:pPr lvl="1">
              <a:buNone/>
            </a:pPr>
            <a:r>
              <a:rPr lang="en-US" sz="8000" dirty="0"/>
              <a:t>a) Context free grammar</a:t>
            </a:r>
          </a:p>
          <a:p>
            <a:pPr lvl="1">
              <a:buNone/>
            </a:pPr>
            <a:r>
              <a:rPr lang="en-US" sz="8000" dirty="0"/>
              <a:t>b) Operator grammar</a:t>
            </a:r>
          </a:p>
          <a:p>
            <a:pPr lvl="1">
              <a:buNone/>
            </a:pPr>
            <a:r>
              <a:rPr lang="en-US" sz="8000" b="1" dirty="0"/>
              <a:t>c) Attribute grammar</a:t>
            </a:r>
          </a:p>
          <a:p>
            <a:pPr lvl="1">
              <a:buNone/>
            </a:pPr>
            <a:r>
              <a:rPr lang="en-US" sz="8000" dirty="0"/>
              <a:t>d) Both a and c</a:t>
            </a:r>
          </a:p>
          <a:p>
            <a:r>
              <a:rPr lang="en-US" sz="8000" dirty="0"/>
              <a:t> An SDD that involves only synthesized attributes is called-------------------.</a:t>
            </a:r>
          </a:p>
          <a:p>
            <a:pPr lvl="1">
              <a:buNone/>
            </a:pPr>
            <a:r>
              <a:rPr lang="en-US" sz="8000" b="1" dirty="0"/>
              <a:t>a) S-Attributed</a:t>
            </a:r>
          </a:p>
          <a:p>
            <a:pPr lvl="1">
              <a:buNone/>
            </a:pPr>
            <a:r>
              <a:rPr lang="en-US" sz="8000" dirty="0"/>
              <a:t>b) L-Attributed</a:t>
            </a:r>
          </a:p>
          <a:p>
            <a:pPr lvl="1">
              <a:buNone/>
            </a:pPr>
            <a:r>
              <a:rPr lang="en-US" sz="8000" dirty="0"/>
              <a:t>c) Both a and b</a:t>
            </a:r>
          </a:p>
          <a:p>
            <a:pPr lvl="1">
              <a:buNone/>
            </a:pPr>
            <a:r>
              <a:rPr lang="en-US" sz="8000" dirty="0"/>
              <a:t>d) None of the above </a:t>
            </a:r>
          </a:p>
          <a:p>
            <a:r>
              <a:rPr lang="en-US" sz="8000" dirty="0"/>
              <a:t>---------------- are useful tool for determining an evaluation order for the attribute instances in given parse tree.</a:t>
            </a:r>
          </a:p>
          <a:p>
            <a:pPr lvl="1">
              <a:buNone/>
            </a:pPr>
            <a:r>
              <a:rPr lang="en-US" sz="8000" dirty="0"/>
              <a:t>a) DAG</a:t>
            </a:r>
          </a:p>
          <a:p>
            <a:pPr lvl="1">
              <a:buNone/>
            </a:pPr>
            <a:r>
              <a:rPr lang="en-US" sz="8000" b="1" dirty="0"/>
              <a:t>b) Dependency graph</a:t>
            </a:r>
          </a:p>
          <a:p>
            <a:pPr lvl="1">
              <a:buNone/>
            </a:pPr>
            <a:r>
              <a:rPr lang="en-US" sz="8000" dirty="0"/>
              <a:t>c) Graph coloring graph</a:t>
            </a:r>
          </a:p>
          <a:p>
            <a:pPr lvl="1">
              <a:buNone/>
            </a:pPr>
            <a:r>
              <a:rPr lang="en-US" sz="8000" dirty="0"/>
              <a:t>d) None of these </a:t>
            </a:r>
          </a:p>
          <a:p>
            <a:endParaRPr lang="en-US" dirty="0"/>
          </a:p>
        </p:txBody>
      </p:sp>
      <p:sp>
        <p:nvSpPr>
          <p:cNvPr id="4" name="Date Placeholder 3"/>
          <p:cNvSpPr>
            <a:spLocks noGrp="1"/>
          </p:cNvSpPr>
          <p:nvPr>
            <p:ph type="dt" sz="half" idx="10"/>
          </p:nvPr>
        </p:nvSpPr>
        <p:spPr/>
        <p:txBody>
          <a:bodyPr/>
          <a:lstStyle/>
          <a:p>
            <a:fld id="{B1FFF2D4-E363-45A8-B540-EBEF98B2104D}" type="datetime1">
              <a:rPr lang="en-US" smtClean="0"/>
              <a:t>11/11/2024</a:t>
            </a:fld>
            <a:endParaRPr lang="en-US"/>
          </a:p>
        </p:txBody>
      </p:sp>
      <p:sp>
        <p:nvSpPr>
          <p:cNvPr id="5" name="Footer Placeholder 4"/>
          <p:cNvSpPr>
            <a:spLocks noGrp="1"/>
          </p:cNvSpPr>
          <p:nvPr>
            <p:ph type="ftr" sz="quarter" idx="11"/>
          </p:nvPr>
        </p:nvSpPr>
        <p:spPr>
          <a:xfrm>
            <a:off x="2514600" y="6324600"/>
            <a:ext cx="48768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76</a:t>
            </a:fld>
            <a:endParaRPr lang="en-US" dirty="0"/>
          </a:p>
        </p:txBody>
      </p:sp>
      <p:sp>
        <p:nvSpPr>
          <p:cNvPr id="7"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MCQ</a:t>
            </a:r>
            <a:r>
              <a:rPr kumimoji="0" lang="en-US" sz="2400" b="0" i="0" u="none" strike="noStrike" kern="1200" cap="none" spc="0" normalizeH="0" noProof="0" dirty="0">
                <a:ln>
                  <a:noFill/>
                </a:ln>
                <a:solidFill>
                  <a:schemeClr val="dk1"/>
                </a:solidFill>
                <a:effectLst/>
                <a:uLnTx/>
                <a:uFillTx/>
                <a:latin typeface="+mn-lt"/>
                <a:ea typeface="+mn-ea"/>
                <a:cs typeface="+mn-cs"/>
              </a:rPr>
              <a:t> 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A529-C682-4EBB-A157-F17004BC41B4}"/>
              </a:ext>
            </a:extLst>
          </p:cNvPr>
          <p:cNvSpPr>
            <a:spLocks noGrp="1"/>
          </p:cNvSpPr>
          <p:nvPr>
            <p:ph type="title"/>
          </p:nvPr>
        </p:nvSpPr>
        <p:spPr/>
        <p:txBody>
          <a:bodyPr>
            <a:normAutofit fontScale="90000"/>
          </a:bodyPr>
          <a:lstStyle/>
          <a:p>
            <a:br>
              <a:rPr lang="en-IN"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0365C2F-E201-4D53-94CF-68832BB763FE}"/>
              </a:ext>
            </a:extLst>
          </p:cNvPr>
          <p:cNvSpPr>
            <a:spLocks noGrp="1"/>
          </p:cNvSpPr>
          <p:nvPr>
            <p:ph idx="1"/>
          </p:nvPr>
        </p:nvSpPr>
        <p:spPr/>
        <p:txBody>
          <a:bodyPr>
            <a:normAutofit fontScale="70000" lnSpcReduction="20000"/>
          </a:bodyPr>
          <a:lstStyle/>
          <a:p>
            <a:r>
              <a:rPr lang="en-US" sz="2900" dirty="0"/>
              <a:t>Explain syntax directed translation with example?</a:t>
            </a:r>
          </a:p>
          <a:p>
            <a:r>
              <a:rPr lang="en-US" sz="2900" dirty="0"/>
              <a:t>Explain three address coding system and its   implementation by example.</a:t>
            </a:r>
          </a:p>
          <a:p>
            <a:r>
              <a:rPr lang="en-US" sz="2900" dirty="0"/>
              <a:t>Notations for associating semantic rules with productions are-------------------.</a:t>
            </a:r>
          </a:p>
          <a:p>
            <a:pPr lvl="1">
              <a:buNone/>
            </a:pPr>
            <a:r>
              <a:rPr lang="en-US" sz="2900" dirty="0"/>
              <a:t>a) Syntax directed definition</a:t>
            </a:r>
          </a:p>
          <a:p>
            <a:pPr lvl="1">
              <a:buNone/>
            </a:pPr>
            <a:r>
              <a:rPr lang="en-US" sz="2900" dirty="0"/>
              <a:t>b) Translation scheme</a:t>
            </a:r>
          </a:p>
          <a:p>
            <a:pPr lvl="1">
              <a:buNone/>
            </a:pPr>
            <a:r>
              <a:rPr lang="en-US" sz="2900" b="1" dirty="0"/>
              <a:t>c) Both a and b</a:t>
            </a:r>
          </a:p>
          <a:p>
            <a:pPr lvl="1">
              <a:buNone/>
            </a:pPr>
            <a:r>
              <a:rPr lang="en-US" sz="2900" dirty="0"/>
              <a:t>d) None of the above </a:t>
            </a:r>
          </a:p>
          <a:p>
            <a:r>
              <a:rPr lang="en-US" sz="2900" dirty="0"/>
              <a:t>The translation of token stream is result obtained by evaluated the</a:t>
            </a:r>
          </a:p>
          <a:p>
            <a:pPr lvl="1">
              <a:buNone/>
            </a:pPr>
            <a:r>
              <a:rPr lang="en-US" sz="2900" dirty="0"/>
              <a:t>a) Productions</a:t>
            </a:r>
          </a:p>
          <a:p>
            <a:pPr lvl="1">
              <a:buNone/>
            </a:pPr>
            <a:r>
              <a:rPr lang="en-US" sz="2900" dirty="0"/>
              <a:t>b) Syntax rules</a:t>
            </a:r>
          </a:p>
          <a:p>
            <a:pPr lvl="1">
              <a:buNone/>
            </a:pPr>
            <a:r>
              <a:rPr lang="en-US" sz="2900" b="1" dirty="0"/>
              <a:t>c) Semantic rules</a:t>
            </a:r>
          </a:p>
          <a:p>
            <a:pPr lvl="1">
              <a:buNone/>
            </a:pPr>
            <a:r>
              <a:rPr lang="en-US" sz="2900" dirty="0"/>
              <a:t>d) None of these </a:t>
            </a:r>
          </a:p>
          <a:p>
            <a:endParaRPr lang="en-US" sz="2400" dirty="0"/>
          </a:p>
          <a:p>
            <a:pPr marL="0" lvl="0" indent="0" algn="just">
              <a:lnSpc>
                <a:spcPct val="115000"/>
              </a:lnSpc>
              <a:spcBef>
                <a:spcPts val="0"/>
              </a:spcBef>
              <a:buNone/>
            </a:pPr>
            <a:endParaRPr lang="en-US" dirty="0">
              <a:ea typeface="Calibri"/>
              <a:cs typeface="Times New Roman"/>
            </a:endParaRPr>
          </a:p>
          <a:p>
            <a:pPr lvl="0" algn="just">
              <a:lnSpc>
                <a:spcPct val="115000"/>
              </a:lnSpc>
              <a:spcBef>
                <a:spcPts val="0"/>
              </a:spcBef>
              <a:buFont typeface="+mj-lt"/>
              <a:buAutoNum type="arabicPeriod"/>
            </a:pPr>
            <a:endParaRPr lang="en-US" dirty="0"/>
          </a:p>
        </p:txBody>
      </p:sp>
      <p:sp>
        <p:nvSpPr>
          <p:cNvPr id="4" name="Date Placeholder 3">
            <a:extLst>
              <a:ext uri="{FF2B5EF4-FFF2-40B4-BE49-F238E27FC236}">
                <a16:creationId xmlns:a16="http://schemas.microsoft.com/office/drawing/2014/main" id="{A074693D-A972-44AB-848F-F2A21E59CB46}"/>
              </a:ext>
            </a:extLst>
          </p:cNvPr>
          <p:cNvSpPr>
            <a:spLocks noGrp="1"/>
          </p:cNvSpPr>
          <p:nvPr>
            <p:ph type="dt" sz="half" idx="10"/>
          </p:nvPr>
        </p:nvSpPr>
        <p:spPr/>
        <p:txBody>
          <a:bodyPr/>
          <a:lstStyle/>
          <a:p>
            <a:fld id="{074CD56B-2C11-4A23-973F-B51A0704D913}" type="datetime1">
              <a:rPr lang="en-US" smtClean="0"/>
              <a:t>11/11/2024</a:t>
            </a:fld>
            <a:endParaRPr lang="en-US"/>
          </a:p>
        </p:txBody>
      </p:sp>
      <p:sp>
        <p:nvSpPr>
          <p:cNvPr id="5" name="Footer Placeholder 4">
            <a:extLst>
              <a:ext uri="{FF2B5EF4-FFF2-40B4-BE49-F238E27FC236}">
                <a16:creationId xmlns:a16="http://schemas.microsoft.com/office/drawing/2014/main" id="{A5D744A8-460C-4C5A-B6B2-4702B8DAB632}"/>
              </a:ext>
            </a:extLst>
          </p:cNvPr>
          <p:cNvSpPr>
            <a:spLocks noGrp="1"/>
          </p:cNvSpPr>
          <p:nvPr>
            <p:ph type="ftr" sz="quarter" idx="11"/>
          </p:nvPr>
        </p:nvSpPr>
        <p:spPr/>
        <p:txBody>
          <a:bodyPr/>
          <a:lstStyle/>
          <a:p>
            <a:r>
              <a:rPr lang="it-IT"/>
              <a:t>Vivek Kumar Sharma              CD Unit -3</a:t>
            </a:r>
            <a:endParaRPr lang="en-US" dirty="0"/>
          </a:p>
        </p:txBody>
      </p:sp>
      <p:sp>
        <p:nvSpPr>
          <p:cNvPr id="6" name="Slide Number Placeholder 5">
            <a:extLst>
              <a:ext uri="{FF2B5EF4-FFF2-40B4-BE49-F238E27FC236}">
                <a16:creationId xmlns:a16="http://schemas.microsoft.com/office/drawing/2014/main" id="{1B70C124-C4E6-427F-8EB5-C3D000A9D895}"/>
              </a:ext>
            </a:extLst>
          </p:cNvPr>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a:extLst>
              <a:ext uri="{FF2B5EF4-FFF2-40B4-BE49-F238E27FC236}">
                <a16:creationId xmlns:a16="http://schemas.microsoft.com/office/drawing/2014/main" id="{C3EB5181-1BF7-4393-BA22-CE6B3C2366F0}"/>
              </a:ext>
            </a:extLst>
          </p:cNvPr>
          <p:cNvSpPr txBox="1">
            <a:spLocks/>
          </p:cNvSpPr>
          <p:nvPr/>
        </p:nvSpPr>
        <p:spPr>
          <a:xfrm>
            <a:off x="1828800" y="136525"/>
            <a:ext cx="7086600" cy="9302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2400" dirty="0"/>
              <a:t>Glossary Questions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027945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8C13208A-C78A-4AF1-B2E2-F0D6CA6D5EA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78</a:t>
            </a:fld>
            <a:endParaRPr lang="en-US" dirty="0"/>
          </a:p>
        </p:txBody>
      </p:sp>
      <p:sp>
        <p:nvSpPr>
          <p:cNvPr id="7" name="Footer Placeholder 6"/>
          <p:cNvSpPr>
            <a:spLocks noGrp="1"/>
          </p:cNvSpPr>
          <p:nvPr>
            <p:ph type="ftr" sz="quarter" idx="11"/>
          </p:nvPr>
        </p:nvSpPr>
        <p:spPr>
          <a:xfrm>
            <a:off x="3124200" y="6356350"/>
            <a:ext cx="32004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914399"/>
            <a:ext cx="8153400" cy="528637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7AD52D7C-FA2A-4AED-ACD3-6124583B876A}"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79</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847724"/>
            <a:ext cx="8153400" cy="535622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F246A93C-1B6F-4C66-8BB6-814D57E70A51}"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80</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990599"/>
            <a:ext cx="8382000" cy="5410201"/>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F89C67A2-8AE4-4129-9484-E3AE6B4A1340}"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81</a:t>
            </a:fld>
            <a:endParaRPr lang="en-US" dirty="0"/>
          </a:p>
        </p:txBody>
      </p:sp>
      <p:sp>
        <p:nvSpPr>
          <p:cNvPr id="7" name="Footer Placeholder 6"/>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066800"/>
            <a:ext cx="8153400" cy="513715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17A8736B-A1BC-4107-B1E9-5B4EB6EBB75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82</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990601"/>
            <a:ext cx="8153399" cy="521335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17A8736B-A1BC-4107-B1E9-5B4EB6EBB75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83</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1" y="1219200"/>
            <a:ext cx="8229600" cy="4984750"/>
          </a:xfrm>
          <a:prstGeom prst="rect">
            <a:avLst/>
          </a:prstGeom>
        </p:spPr>
      </p:pic>
    </p:spTree>
    <p:extLst>
      <p:ext uri="{BB962C8B-B14F-4D97-AF65-F5344CB8AC3E}">
        <p14:creationId xmlns:p14="http://schemas.microsoft.com/office/powerpoint/2010/main" val="6394822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17A8736B-A1BC-4107-B1E9-5B4EB6EBB75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84</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219200"/>
            <a:ext cx="8153400" cy="5405437"/>
          </a:xfrm>
          <a:prstGeom prst="rect">
            <a:avLst/>
          </a:prstGeom>
        </p:spPr>
      </p:pic>
    </p:spTree>
    <p:extLst>
      <p:ext uri="{BB962C8B-B14F-4D97-AF65-F5344CB8AC3E}">
        <p14:creationId xmlns:p14="http://schemas.microsoft.com/office/powerpoint/2010/main" val="25158198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17A8736B-A1BC-4107-B1E9-5B4EB6EBB75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85</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066800"/>
            <a:ext cx="8000999" cy="5137150"/>
          </a:xfrm>
          <a:prstGeom prst="rect">
            <a:avLst/>
          </a:prstGeom>
        </p:spPr>
      </p:pic>
    </p:spTree>
    <p:extLst>
      <p:ext uri="{BB962C8B-B14F-4D97-AF65-F5344CB8AC3E}">
        <p14:creationId xmlns:p14="http://schemas.microsoft.com/office/powerpoint/2010/main" val="34955525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17A8736B-A1BC-4107-B1E9-5B4EB6EBB75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86</a:t>
            </a:fld>
            <a:endParaRPr lang="en-US" dirty="0"/>
          </a:p>
        </p:txBody>
      </p:sp>
      <p:sp>
        <p:nvSpPr>
          <p:cNvPr id="7" name="Footer Placeholder 6"/>
          <p:cNvSpPr>
            <a:spLocks noGrp="1"/>
          </p:cNvSpPr>
          <p:nvPr>
            <p:ph type="ftr" sz="quarter" idx="11"/>
          </p:nvPr>
        </p:nvSpPr>
        <p:spPr>
          <a:xfrm>
            <a:off x="3124200" y="6356350"/>
            <a:ext cx="31242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990600"/>
            <a:ext cx="7848600" cy="5213350"/>
          </a:xfrm>
          <a:prstGeom prst="rect">
            <a:avLst/>
          </a:prstGeom>
        </p:spPr>
      </p:pic>
    </p:spTree>
    <p:extLst>
      <p:ext uri="{BB962C8B-B14F-4D97-AF65-F5344CB8AC3E}">
        <p14:creationId xmlns:p14="http://schemas.microsoft.com/office/powerpoint/2010/main" val="19254826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
          <p:cNvPicPr>
            <a:picLocks noChangeAspect="1" noChangeArrowheads="1"/>
          </p:cNvPicPr>
          <p:nvPr/>
        </p:nvPicPr>
        <p:blipFill>
          <a:blip r:embed="rId2" cstate="print"/>
          <a:srcRect/>
          <a:stretch>
            <a:fillRect/>
          </a:stretch>
        </p:blipFill>
        <p:spPr bwMode="auto">
          <a:xfrm>
            <a:off x="0" y="904875"/>
            <a:ext cx="9144000" cy="5343525"/>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7A148A3E-C5CB-4BF5-8C5D-415DA59CC416}"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87</a:t>
            </a:fld>
            <a:endParaRPr lang="en-US" dirty="0"/>
          </a:p>
        </p:txBody>
      </p:sp>
      <p:sp>
        <p:nvSpPr>
          <p:cNvPr id="7" name="Footer Placeholder 6"/>
          <p:cNvSpPr>
            <a:spLocks noGrp="1"/>
          </p:cNvSpPr>
          <p:nvPr>
            <p:ph type="ftr" sz="quarter" idx="11"/>
          </p:nvPr>
        </p:nvSpPr>
        <p:spPr>
          <a:xfrm>
            <a:off x="3124200" y="6356350"/>
            <a:ext cx="32004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0" y="871538"/>
            <a:ext cx="9144000" cy="5453062"/>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BC335B6E-DDB9-478E-A45C-3B5760F36A56}"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88</a:t>
            </a:fld>
            <a:endParaRPr lang="en-US" dirty="0"/>
          </a:p>
        </p:txBody>
      </p:sp>
      <p:sp>
        <p:nvSpPr>
          <p:cNvPr id="7" name="Footer Placeholder 6"/>
          <p:cNvSpPr>
            <a:spLocks noGrp="1"/>
          </p:cNvSpPr>
          <p:nvPr>
            <p:ph type="ftr" sz="quarter" idx="11"/>
          </p:nvPr>
        </p:nvSpPr>
        <p:spPr>
          <a:xfrm>
            <a:off x="3124200" y="6356350"/>
            <a:ext cx="32766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381000" y="1905000"/>
            <a:ext cx="8458200" cy="1143000"/>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58330D73-6639-45B2-91E3-A30F3F33F7F0}"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89</a:t>
            </a:fld>
            <a:endParaRPr lang="en-US" dirty="0"/>
          </a:p>
        </p:txBody>
      </p:sp>
      <p:sp>
        <p:nvSpPr>
          <p:cNvPr id="7" name="Footer Placeholder 6"/>
          <p:cNvSpPr>
            <a:spLocks noGrp="1"/>
          </p:cNvSpPr>
          <p:nvPr>
            <p:ph type="ftr" sz="quarter" idx="11"/>
          </p:nvPr>
        </p:nvSpPr>
        <p:spPr>
          <a:xfrm>
            <a:off x="3124200" y="6356350"/>
            <a:ext cx="36576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0" y="852488"/>
            <a:ext cx="9144000" cy="5153025"/>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5C1AFBC3-5B22-4E4C-B114-EC74A21FA306}"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90</a:t>
            </a:fld>
            <a:endParaRPr lang="en-US" dirty="0"/>
          </a:p>
        </p:txBody>
      </p:sp>
      <p:sp>
        <p:nvSpPr>
          <p:cNvPr id="7" name="Footer Placeholder 6"/>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0" y="1033463"/>
            <a:ext cx="9144000" cy="4791075"/>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B1414E78-5177-4CF0-BF24-CCE1414E6D99}"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91</a:t>
            </a:fld>
            <a:endParaRPr lang="en-US" dirty="0"/>
          </a:p>
        </p:txBody>
      </p:sp>
      <p:sp>
        <p:nvSpPr>
          <p:cNvPr id="7" name="Footer Placeholder 6"/>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a:stretch>
            <a:fillRect/>
          </a:stretch>
        </p:blipFill>
        <p:spPr bwMode="auto">
          <a:xfrm>
            <a:off x="0" y="1595438"/>
            <a:ext cx="9144000" cy="4119562"/>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00E41925-EB7F-4F25-AB26-3940AEFEEBE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dirty="0" smtClean="0"/>
              <a:pPr/>
              <a:t>92</a:t>
            </a:fld>
            <a:endParaRPr lang="en-US" dirty="0"/>
          </a:p>
        </p:txBody>
      </p:sp>
      <p:sp>
        <p:nvSpPr>
          <p:cNvPr id="7" name="Footer Placeholder 6"/>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a:stretch>
            <a:fillRect/>
          </a:stretch>
        </p:blipFill>
        <p:spPr bwMode="auto">
          <a:xfrm>
            <a:off x="0" y="871538"/>
            <a:ext cx="8915400" cy="5376862"/>
          </a:xfrm>
          <a:prstGeom prst="rect">
            <a:avLst/>
          </a:prstGeom>
          <a:noFill/>
          <a:ln w="9525">
            <a:noFill/>
            <a:miter lim="800000"/>
            <a:headEnd/>
            <a:tailEnd/>
          </a:ln>
        </p:spPr>
      </p:pic>
      <p:sp>
        <p:nvSpPr>
          <p:cNvPr id="3"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D7F8AC10-0574-4862-82C5-C2481B09133E}"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Footer Placeholder 6"/>
          <p:cNvSpPr>
            <a:spLocks noGrp="1"/>
          </p:cNvSpPr>
          <p:nvPr>
            <p:ph type="ftr" sz="quarter" idx="11"/>
          </p:nvPr>
        </p:nvSpPr>
        <p:spPr>
          <a:xfrm>
            <a:off x="3124200" y="6356350"/>
            <a:ext cx="32004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a:stretch>
            <a:fillRect/>
          </a:stretch>
        </p:blipFill>
        <p:spPr bwMode="auto">
          <a:xfrm>
            <a:off x="0" y="1400175"/>
            <a:ext cx="8915400" cy="4848225"/>
          </a:xfrm>
          <a:prstGeom prst="rect">
            <a:avLst/>
          </a:prstGeom>
          <a:noFill/>
          <a:ln w="9525">
            <a:noFill/>
            <a:miter lim="800000"/>
            <a:headEnd/>
            <a:tailEnd/>
          </a:ln>
        </p:spPr>
      </p:pic>
      <p:sp>
        <p:nvSpPr>
          <p:cNvPr id="3" name="Title 1"/>
          <p:cNvSpPr txBox="1">
            <a:spLocks/>
          </p:cNvSpPr>
          <p:nvPr/>
        </p:nvSpPr>
        <p:spPr>
          <a:xfrm>
            <a:off x="1371600" y="76200"/>
            <a:ext cx="76200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CDDDA936-4686-47EC-BE94-269F2BF36ADC}"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Footer Placeholder 6"/>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76200"/>
            <a:ext cx="76962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DDD56650-C7C6-4084-A326-C7AC29926B9C}"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Footer Placeholder 6"/>
          <p:cNvSpPr>
            <a:spLocks noGrp="1"/>
          </p:cNvSpPr>
          <p:nvPr>
            <p:ph type="ftr" sz="quarter" idx="11"/>
          </p:nvPr>
        </p:nvSpPr>
        <p:spPr>
          <a:xfrm>
            <a:off x="3124200" y="6356350"/>
            <a:ext cx="3276600" cy="365125"/>
          </a:xfrm>
        </p:spPr>
        <p:txBody>
          <a:bodyPr/>
          <a:lstStyle/>
          <a:p>
            <a:r>
              <a:rPr lang="it-IT"/>
              <a:t>Vivek Kumar Sharma              CD Unit -3</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914400"/>
            <a:ext cx="6096000" cy="5105400"/>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71600" y="76200"/>
            <a:ext cx="76200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Date Placeholder 4"/>
          <p:cNvSpPr>
            <a:spLocks noGrp="1"/>
          </p:cNvSpPr>
          <p:nvPr>
            <p:ph type="dt" sz="half" idx="10"/>
          </p:nvPr>
        </p:nvSpPr>
        <p:spPr/>
        <p:txBody>
          <a:bodyPr/>
          <a:lstStyle/>
          <a:p>
            <a:fld id="{8F50482F-CE3F-4257-AEA0-985C8230F7C6}" type="datetime1">
              <a:rPr lang="en-US" smtClean="0"/>
              <a:t>11/11/2024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Footer Placeholder 6"/>
          <p:cNvSpPr>
            <a:spLocks noGrp="1"/>
          </p:cNvSpPr>
          <p:nvPr>
            <p:ph type="ftr" sz="quarter" idx="11"/>
          </p:nvPr>
        </p:nvSpPr>
        <p:spPr>
          <a:xfrm>
            <a:off x="3124200" y="6356350"/>
            <a:ext cx="3276600" cy="365125"/>
          </a:xfrm>
        </p:spPr>
        <p:txBody>
          <a:bodyPr/>
          <a:lstStyle/>
          <a:p>
            <a:r>
              <a:rPr lang="it-IT"/>
              <a:t>Vivek Kumar Sharma              CD Unit -3</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914400"/>
            <a:ext cx="7239000" cy="5257800"/>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05400"/>
          </a:xfrm>
        </p:spPr>
        <p:txBody>
          <a:bodyPr>
            <a:normAutofit fontScale="92500" lnSpcReduction="10000"/>
          </a:bodyPr>
          <a:lstStyle/>
          <a:p>
            <a:r>
              <a:rPr lang="en-US" sz="2400" dirty="0"/>
              <a:t>Explain syntax directed translation with example?</a:t>
            </a:r>
          </a:p>
          <a:p>
            <a:r>
              <a:rPr lang="en-US" sz="2400" dirty="0"/>
              <a:t>Explain three address coding system and its   implementation by example.</a:t>
            </a:r>
          </a:p>
          <a:p>
            <a:r>
              <a:rPr lang="en-US" sz="2400" dirty="0"/>
              <a:t> Consider the Boolean expression x &gt; y or ( z &gt; k and not r &lt; s). This expression can be parsed by using the following grammar and a marker for back patching. Build up the parse tree. Write the semantic actions for the grammar. Generate the intermediate code of expression using following grammar.             </a:t>
            </a:r>
          </a:p>
          <a:p>
            <a:pPr>
              <a:buNone/>
            </a:pPr>
            <a:r>
              <a:rPr lang="en-US" sz="2400" dirty="0"/>
              <a:t>              B</a:t>
            </a:r>
            <a:r>
              <a:rPr lang="en-US" sz="2400" dirty="0">
                <a:sym typeface="Wingdings"/>
              </a:rPr>
              <a:t></a:t>
            </a:r>
            <a:r>
              <a:rPr lang="en-US" sz="2400" dirty="0"/>
              <a:t> B or B</a:t>
            </a:r>
          </a:p>
          <a:p>
            <a:pPr>
              <a:buNone/>
            </a:pPr>
            <a:r>
              <a:rPr lang="en-US" sz="2400" dirty="0"/>
              <a:t>              B</a:t>
            </a:r>
            <a:r>
              <a:rPr lang="en-US" sz="2400" dirty="0">
                <a:sym typeface="Wingdings"/>
              </a:rPr>
              <a:t></a:t>
            </a:r>
            <a:r>
              <a:rPr lang="en-US" sz="2400" dirty="0"/>
              <a:t> B and B</a:t>
            </a:r>
          </a:p>
          <a:p>
            <a:pPr>
              <a:buNone/>
            </a:pPr>
            <a:r>
              <a:rPr lang="en-US" sz="2400" dirty="0"/>
              <a:t>              B</a:t>
            </a:r>
            <a:r>
              <a:rPr lang="en-US" sz="2400" dirty="0">
                <a:sym typeface="Wingdings"/>
              </a:rPr>
              <a:t></a:t>
            </a:r>
            <a:r>
              <a:rPr lang="en-US" sz="2400" dirty="0"/>
              <a:t> not B</a:t>
            </a:r>
          </a:p>
          <a:p>
            <a:pPr>
              <a:buNone/>
            </a:pPr>
            <a:r>
              <a:rPr lang="en-US" sz="2400" dirty="0"/>
              <a:t>              B</a:t>
            </a:r>
            <a:r>
              <a:rPr lang="en-US" sz="2400" dirty="0">
                <a:sym typeface="Wingdings"/>
              </a:rPr>
              <a:t></a:t>
            </a:r>
            <a:r>
              <a:rPr lang="en-US" sz="2400" dirty="0"/>
              <a:t> (B)</a:t>
            </a:r>
          </a:p>
          <a:p>
            <a:pPr>
              <a:buNone/>
            </a:pPr>
            <a:r>
              <a:rPr lang="en-US" sz="2400" dirty="0"/>
              <a:t>              B</a:t>
            </a:r>
            <a:r>
              <a:rPr lang="en-US" sz="2400" dirty="0">
                <a:sym typeface="Wingdings"/>
              </a:rPr>
              <a:t></a:t>
            </a:r>
            <a:r>
              <a:rPr lang="en-US" sz="2400" dirty="0"/>
              <a:t> id</a:t>
            </a:r>
          </a:p>
          <a:p>
            <a:pPr>
              <a:buNone/>
            </a:pPr>
            <a:r>
              <a:rPr lang="en-US" sz="2400" dirty="0"/>
              <a:t>              B</a:t>
            </a:r>
            <a:r>
              <a:rPr lang="en-US" sz="2400" dirty="0">
                <a:sym typeface="Wingdings"/>
              </a:rPr>
              <a:t></a:t>
            </a:r>
            <a:r>
              <a:rPr lang="en-US" sz="2400" dirty="0"/>
              <a:t> id </a:t>
            </a:r>
            <a:r>
              <a:rPr lang="en-US" sz="2400" dirty="0" err="1"/>
              <a:t>relop</a:t>
            </a:r>
            <a:r>
              <a:rPr lang="en-US" sz="2400" dirty="0"/>
              <a:t> id</a:t>
            </a:r>
          </a:p>
          <a:p>
            <a:pPr>
              <a:buNone/>
            </a:pPr>
            <a:endParaRPr lang="en-US" sz="3600" dirty="0"/>
          </a:p>
          <a:p>
            <a:endParaRPr lang="en-US" dirty="0"/>
          </a:p>
        </p:txBody>
      </p:sp>
      <p:sp>
        <p:nvSpPr>
          <p:cNvPr id="4" name="Date Placeholder 3"/>
          <p:cNvSpPr>
            <a:spLocks noGrp="1"/>
          </p:cNvSpPr>
          <p:nvPr>
            <p:ph type="dt" sz="half" idx="10"/>
          </p:nvPr>
        </p:nvSpPr>
        <p:spPr/>
        <p:txBody>
          <a:bodyPr/>
          <a:lstStyle/>
          <a:p>
            <a:fld id="{B90F6009-F4F4-4AE2-8DA7-9135FA8FF9B2}" type="datetime1">
              <a:rPr lang="en-US" smtClean="0"/>
              <a:t>11/11/2024</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1371600" y="76200"/>
            <a:ext cx="76200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t>Expected Questions for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562600"/>
          </a:xfrm>
        </p:spPr>
        <p:txBody>
          <a:bodyPr>
            <a:normAutofit fontScale="40000" lnSpcReduction="20000"/>
          </a:bodyPr>
          <a:lstStyle/>
          <a:p>
            <a:pPr>
              <a:buNone/>
            </a:pPr>
            <a:r>
              <a:rPr lang="en-US" sz="4000" dirty="0"/>
              <a:t> </a:t>
            </a:r>
            <a:r>
              <a:rPr lang="en-US" sz="5000" dirty="0"/>
              <a:t>W</a:t>
            </a:r>
            <a:r>
              <a:rPr lang="en-US" sz="5000" b="1" dirty="0"/>
              <a:t>hile (a&lt;=b)</a:t>
            </a:r>
            <a:endParaRPr lang="en-US" sz="5000" dirty="0"/>
          </a:p>
          <a:p>
            <a:pPr>
              <a:buNone/>
            </a:pPr>
            <a:r>
              <a:rPr lang="en-US" sz="5000" b="1" dirty="0"/>
              <a:t>{</a:t>
            </a:r>
            <a:endParaRPr lang="en-US" sz="5000" dirty="0"/>
          </a:p>
          <a:p>
            <a:pPr>
              <a:buNone/>
            </a:pPr>
            <a:r>
              <a:rPr lang="en-US" sz="5000" b="1" dirty="0"/>
              <a:t>  If (x&lt;=y)</a:t>
            </a:r>
            <a:endParaRPr lang="en-US" sz="5000" dirty="0"/>
          </a:p>
          <a:p>
            <a:pPr>
              <a:buNone/>
            </a:pPr>
            <a:r>
              <a:rPr lang="en-US" sz="5000" b="1" dirty="0"/>
              <a:t>   { </a:t>
            </a:r>
            <a:endParaRPr lang="en-US" sz="5000" dirty="0"/>
          </a:p>
          <a:p>
            <a:pPr>
              <a:buNone/>
            </a:pPr>
            <a:r>
              <a:rPr lang="en-US" sz="5000" b="1" dirty="0"/>
              <a:t>     w= x + y * z ;</a:t>
            </a:r>
            <a:endParaRPr lang="en-US" sz="5000" dirty="0"/>
          </a:p>
          <a:p>
            <a:pPr>
              <a:buNone/>
            </a:pPr>
            <a:r>
              <a:rPr lang="en-US" sz="5000" b="1" dirty="0"/>
              <a:t>   </a:t>
            </a:r>
            <a:endParaRPr lang="en-US" sz="5000" dirty="0"/>
          </a:p>
          <a:p>
            <a:pPr>
              <a:buNone/>
            </a:pPr>
            <a:r>
              <a:rPr lang="en-US" sz="5000" b="1" dirty="0"/>
              <a:t>   a ++;</a:t>
            </a:r>
            <a:endParaRPr lang="en-US" sz="5000" dirty="0"/>
          </a:p>
          <a:p>
            <a:pPr>
              <a:buNone/>
            </a:pPr>
            <a:r>
              <a:rPr lang="en-US" sz="5000" b="1" dirty="0"/>
              <a:t>}</a:t>
            </a:r>
            <a:endParaRPr lang="en-US" sz="5000" dirty="0"/>
          </a:p>
          <a:p>
            <a:pPr>
              <a:buNone/>
            </a:pPr>
            <a:r>
              <a:rPr lang="en-US" sz="5000" b="1" dirty="0"/>
              <a:t>Else</a:t>
            </a:r>
            <a:endParaRPr lang="en-US" sz="5000" dirty="0"/>
          </a:p>
          <a:p>
            <a:pPr>
              <a:buNone/>
            </a:pPr>
            <a:r>
              <a:rPr lang="en-US" sz="5000" b="1" dirty="0"/>
              <a:t>   {</a:t>
            </a:r>
            <a:endParaRPr lang="en-US" sz="5000" dirty="0"/>
          </a:p>
          <a:p>
            <a:pPr>
              <a:buNone/>
            </a:pPr>
            <a:r>
              <a:rPr lang="en-US" sz="5000" b="1" dirty="0"/>
              <a:t>       w=x-y;</a:t>
            </a:r>
            <a:endParaRPr lang="en-US" sz="5000" dirty="0"/>
          </a:p>
          <a:p>
            <a:pPr>
              <a:buNone/>
            </a:pPr>
            <a:r>
              <a:rPr lang="en-US" sz="5000" b="1" dirty="0"/>
              <a:t>        b --;</a:t>
            </a:r>
            <a:endParaRPr lang="en-US" sz="5000" dirty="0"/>
          </a:p>
          <a:p>
            <a:pPr>
              <a:buNone/>
            </a:pPr>
            <a:r>
              <a:rPr lang="en-US" sz="5000" b="1" dirty="0"/>
              <a:t>    }     </a:t>
            </a:r>
            <a:endParaRPr lang="en-US" sz="5000" dirty="0"/>
          </a:p>
          <a:p>
            <a:pPr>
              <a:buNone/>
            </a:pPr>
            <a:r>
              <a:rPr lang="en-US" sz="5000" b="1" dirty="0"/>
              <a:t>}</a:t>
            </a:r>
            <a:endParaRPr lang="en-US" sz="5000" dirty="0"/>
          </a:p>
          <a:p>
            <a:r>
              <a:rPr lang="en-US" sz="5000" dirty="0"/>
              <a:t>Consider the above program fragment and answer the following question.</a:t>
            </a:r>
          </a:p>
          <a:p>
            <a:pPr lvl="1">
              <a:buNone/>
            </a:pPr>
            <a:r>
              <a:rPr lang="en-US" sz="5000" dirty="0"/>
              <a:t>(</a:t>
            </a:r>
            <a:r>
              <a:rPr lang="en-US" sz="5000" dirty="0" err="1"/>
              <a:t>i</a:t>
            </a:r>
            <a:r>
              <a:rPr lang="en-US" sz="5000" dirty="0"/>
              <a:t>) Write control flow representation in postfix notation.</a:t>
            </a:r>
          </a:p>
          <a:p>
            <a:pPr lvl="1">
              <a:buNone/>
            </a:pPr>
            <a:r>
              <a:rPr lang="en-US" sz="5000" dirty="0"/>
              <a:t>(ii) Write three address notations.  </a:t>
            </a:r>
          </a:p>
          <a:p>
            <a:pPr lvl="1">
              <a:buNone/>
            </a:pPr>
            <a:r>
              <a:rPr lang="en-US" sz="5000" dirty="0"/>
              <a:t> </a:t>
            </a:r>
          </a:p>
          <a:p>
            <a:endParaRPr lang="en-US" dirty="0"/>
          </a:p>
        </p:txBody>
      </p:sp>
      <p:sp>
        <p:nvSpPr>
          <p:cNvPr id="4" name="Date Placeholder 3"/>
          <p:cNvSpPr>
            <a:spLocks noGrp="1"/>
          </p:cNvSpPr>
          <p:nvPr>
            <p:ph type="dt" sz="half" idx="10"/>
          </p:nvPr>
        </p:nvSpPr>
        <p:spPr/>
        <p:txBody>
          <a:bodyPr/>
          <a:lstStyle/>
          <a:p>
            <a:fld id="{31EFF094-B26A-4499-B395-B048C7F9AE7C}" type="datetime1">
              <a:rPr lang="en-US" smtClean="0"/>
              <a:t>11/11/2024</a:t>
            </a:fld>
            <a:endParaRPr lang="en-US"/>
          </a:p>
        </p:txBody>
      </p:sp>
      <p:sp>
        <p:nvSpPr>
          <p:cNvPr id="5" name="Footer Placeholder 4"/>
          <p:cNvSpPr>
            <a:spLocks noGrp="1"/>
          </p:cNvSpPr>
          <p:nvPr>
            <p:ph type="ftr" sz="quarter" idx="11"/>
          </p:nvPr>
        </p:nvSpPr>
        <p:spPr>
          <a:xfrm>
            <a:off x="2209800" y="6492875"/>
            <a:ext cx="55626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1371600" y="76200"/>
            <a:ext cx="77724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t>Expected Questions for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457200" y="762000"/>
            <a:ext cx="8229600" cy="5638800"/>
          </a:xfrm>
        </p:spPr>
        <p:txBody>
          <a:bodyPr>
            <a:normAutofit/>
          </a:bodyPr>
          <a:lstStyle/>
          <a:p>
            <a:pPr algn="just"/>
            <a:r>
              <a:rPr lang="en-US" sz="2200" dirty="0"/>
              <a:t>A syntax-directed translation is defined by associating a translation rule with each grammar rule.</a:t>
            </a:r>
          </a:p>
          <a:p>
            <a:pPr algn="just"/>
            <a:r>
              <a:rPr lang="en-US" sz="2200" dirty="0"/>
              <a:t> A translation rule defines the translation of the left-hand-side </a:t>
            </a:r>
            <a:r>
              <a:rPr lang="en-US" sz="2200" dirty="0" err="1"/>
              <a:t>nonterminal</a:t>
            </a:r>
            <a:r>
              <a:rPr lang="en-US" sz="2200" dirty="0"/>
              <a:t> as a function of the right-hand-side </a:t>
            </a:r>
            <a:r>
              <a:rPr lang="en-US" sz="2200" dirty="0" err="1"/>
              <a:t>nonterminals</a:t>
            </a:r>
            <a:r>
              <a:rPr lang="en-US" sz="2200" dirty="0"/>
              <a:t>' translations, and the values of the right-hand-side terminals.</a:t>
            </a:r>
          </a:p>
          <a:p>
            <a:pPr algn="just"/>
            <a:r>
              <a:rPr lang="en-US" sz="2200" dirty="0"/>
              <a:t> To compute the translation of a string, build the parse tree, and use the translation rules to compute the translation of each </a:t>
            </a:r>
            <a:r>
              <a:rPr lang="en-US" sz="2200" dirty="0" err="1"/>
              <a:t>nonterminal</a:t>
            </a:r>
            <a:r>
              <a:rPr lang="en-US" sz="2200" dirty="0"/>
              <a:t> in the tree, bottom-up; the translation of the string is the translation of the root </a:t>
            </a:r>
            <a:r>
              <a:rPr lang="en-US" sz="2200" dirty="0" err="1"/>
              <a:t>nonterminal</a:t>
            </a:r>
            <a:r>
              <a:rPr lang="en-US" sz="2200" dirty="0"/>
              <a:t>.</a:t>
            </a:r>
          </a:p>
          <a:p>
            <a:pPr algn="just"/>
            <a:endParaRPr lang="en-US" sz="2200" dirty="0"/>
          </a:p>
          <a:p>
            <a:pPr algn="just"/>
            <a:endParaRPr lang="en-US" sz="2200" dirty="0"/>
          </a:p>
        </p:txBody>
      </p:sp>
      <p:sp>
        <p:nvSpPr>
          <p:cNvPr id="4" name="Date Placeholder 3"/>
          <p:cNvSpPr>
            <a:spLocks noGrp="1"/>
          </p:cNvSpPr>
          <p:nvPr>
            <p:ph type="dt" sz="half" idx="10"/>
          </p:nvPr>
        </p:nvSpPr>
        <p:spPr/>
        <p:txBody>
          <a:bodyPr/>
          <a:lstStyle/>
          <a:p>
            <a:fld id="{9E46247F-2BBA-4FCB-A69B-21333C9E6FE5}" type="datetime1">
              <a:rPr lang="en-US" smtClean="0"/>
              <a:t>11/11/2024</a:t>
            </a:fld>
            <a:endParaRPr lang="en-US"/>
          </a:p>
        </p:txBody>
      </p:sp>
      <p:sp>
        <p:nvSpPr>
          <p:cNvPr id="5" name="Footer Placeholder 4"/>
          <p:cNvSpPr>
            <a:spLocks noGrp="1"/>
          </p:cNvSpPr>
          <p:nvPr>
            <p:ph type="ftr" sz="quarter" idx="11"/>
          </p:nvPr>
        </p:nvSpPr>
        <p:spPr>
          <a:xfrm>
            <a:off x="3124200" y="6356350"/>
            <a:ext cx="34290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1308160" y="76200"/>
            <a:ext cx="7772400" cy="6095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Recap of Unit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p:txBody>
          <a:bodyPr>
            <a:normAutofit/>
          </a:bodyPr>
          <a:lstStyle/>
          <a:p>
            <a:pPr algn="just"/>
            <a:r>
              <a:rPr lang="en-US" sz="2200" dirty="0"/>
              <a:t>Principles of Compiler Design Textbook by Alfred </a:t>
            </a:r>
            <a:r>
              <a:rPr lang="en-US" sz="2200" dirty="0" err="1"/>
              <a:t>Aho</a:t>
            </a:r>
            <a:r>
              <a:rPr lang="en-US" sz="2200" dirty="0"/>
              <a:t> and Jeffrey </a:t>
            </a:r>
            <a:r>
              <a:rPr lang="en-US" sz="2200" dirty="0" err="1"/>
              <a:t>Ullman</a:t>
            </a:r>
            <a:endParaRPr lang="en-US" sz="2200" dirty="0"/>
          </a:p>
          <a:p>
            <a:pPr algn="just"/>
            <a:r>
              <a:rPr lang="en-US" sz="2200" dirty="0"/>
              <a:t>Principle of Compiler Design, </a:t>
            </a:r>
            <a:r>
              <a:rPr lang="en-US" sz="2200" dirty="0" err="1"/>
              <a:t>A.V.Aho</a:t>
            </a:r>
            <a:r>
              <a:rPr lang="en-US" sz="2200" dirty="0"/>
              <a:t>, Rabi </a:t>
            </a:r>
            <a:r>
              <a:rPr lang="en-US" sz="2200" dirty="0" err="1"/>
              <a:t>Sethi</a:t>
            </a:r>
            <a:r>
              <a:rPr lang="en-US" sz="2200" dirty="0"/>
              <a:t>, </a:t>
            </a:r>
            <a:r>
              <a:rPr lang="en-US" sz="2200" dirty="0" err="1"/>
              <a:t>J.D.Ullman</a:t>
            </a:r>
            <a:r>
              <a:rPr lang="en-US" sz="2200" dirty="0"/>
              <a:t>.</a:t>
            </a:r>
          </a:p>
          <a:p>
            <a:pPr algn="just"/>
            <a:r>
              <a:rPr lang="en-US" sz="2200" dirty="0"/>
              <a:t>Compilers: Principles, Techniques and Tools  </a:t>
            </a:r>
            <a:r>
              <a:rPr lang="en-US" sz="2200" dirty="0" err="1"/>
              <a:t>A.V.Aho</a:t>
            </a:r>
            <a:r>
              <a:rPr lang="en-US" sz="2200" dirty="0"/>
              <a:t>, Monica S. Lam, Rabi </a:t>
            </a:r>
            <a:r>
              <a:rPr lang="en-US" sz="2200" dirty="0" err="1"/>
              <a:t>Sethi</a:t>
            </a:r>
            <a:r>
              <a:rPr lang="en-US" sz="2200" dirty="0"/>
              <a:t>, </a:t>
            </a:r>
            <a:r>
              <a:rPr lang="en-US" sz="2200" dirty="0" err="1"/>
              <a:t>J.D.Ullman</a:t>
            </a:r>
            <a:endParaRPr lang="en-US" sz="2200" dirty="0"/>
          </a:p>
          <a:p>
            <a:pPr algn="just"/>
            <a:r>
              <a:rPr lang="en-US" sz="2200" dirty="0">
                <a:hlinkClick r:id="rId2"/>
              </a:rPr>
              <a:t>https://www.geeksforgeeks.org/compiler-design-tutorials/</a:t>
            </a:r>
            <a:endParaRPr lang="en-US" sz="2200" dirty="0"/>
          </a:p>
          <a:p>
            <a:pPr algn="just"/>
            <a:r>
              <a:rPr lang="en-US" sz="2200" dirty="0">
                <a:hlinkClick r:id="rId3"/>
              </a:rPr>
              <a:t>https://www.javatpoint.com/compiler-tutorial</a:t>
            </a:r>
            <a:endParaRPr lang="en-US" sz="2200" dirty="0"/>
          </a:p>
          <a:p>
            <a:pPr algn="just"/>
            <a:r>
              <a:rPr lang="en-US" sz="2200" dirty="0">
                <a:hlinkClick r:id="rId4"/>
              </a:rPr>
              <a:t>https://www.tutorialspoint.com/compiler_design/index.htm</a:t>
            </a:r>
            <a:endParaRPr lang="en-US" sz="2200" dirty="0"/>
          </a:p>
          <a:p>
            <a:pPr algn="just"/>
            <a:r>
              <a:rPr lang="en-US" sz="2200" dirty="0">
                <a:hlinkClick r:id="rId5"/>
              </a:rPr>
              <a:t>https://nptel.ac.in/courses/106105190/</a:t>
            </a:r>
            <a:endParaRPr lang="en-US" sz="2200" dirty="0"/>
          </a:p>
          <a:p>
            <a:endParaRPr lang="en-US" dirty="0"/>
          </a:p>
        </p:txBody>
      </p:sp>
      <p:sp>
        <p:nvSpPr>
          <p:cNvPr id="4" name="Date Placeholder 3"/>
          <p:cNvSpPr>
            <a:spLocks noGrp="1"/>
          </p:cNvSpPr>
          <p:nvPr>
            <p:ph type="dt" sz="half" idx="10"/>
          </p:nvPr>
        </p:nvSpPr>
        <p:spPr/>
        <p:txBody>
          <a:bodyPr/>
          <a:lstStyle/>
          <a:p>
            <a:fld id="{45917BB0-CC51-45BC-A2BD-37B30CC34B31}" type="datetime1">
              <a:rPr lang="en-US" smtClean="0"/>
              <a:t>11/11/2024</a:t>
            </a:fld>
            <a:endParaRPr lang="en-US"/>
          </a:p>
        </p:txBody>
      </p:sp>
      <p:sp>
        <p:nvSpPr>
          <p:cNvPr id="5" name="Footer Placeholder 4"/>
          <p:cNvSpPr>
            <a:spLocks noGrp="1"/>
          </p:cNvSpPr>
          <p:nvPr>
            <p:ph type="ftr" sz="quarter" idx="11"/>
          </p:nvPr>
        </p:nvSpPr>
        <p:spPr>
          <a:xfrm>
            <a:off x="3124200" y="6356350"/>
            <a:ext cx="33528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1371600" y="76200"/>
            <a:ext cx="7696200" cy="6858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t>References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552202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14508D-E5B9-45F1-B156-AE23F8AEC218}" type="datetime1">
              <a:rPr lang="en-US" smtClean="0"/>
              <a:t>11/11/2024</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9" name="Content Placeholder 8"/>
          <p:cNvSpPr>
            <a:spLocks noGrp="1"/>
          </p:cNvSpPr>
          <p:nvPr>
            <p:ph idx="1"/>
          </p:nvPr>
        </p:nvSpPr>
        <p:spPr>
          <a:xfrm>
            <a:off x="533400" y="2438400"/>
            <a:ext cx="8229600" cy="1107996"/>
          </a:xfrm>
          <a:prstGeom prst="rect">
            <a:avLst/>
          </a:prstGeom>
          <a:noFill/>
        </p:spPr>
        <p:txBody>
          <a:bodyPr wrap="squar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Title 1"/>
          <p:cNvSpPr txBox="1">
            <a:spLocks/>
          </p:cNvSpPr>
          <p:nvPr/>
        </p:nvSpPr>
        <p:spPr>
          <a:xfrm>
            <a:off x="1371600" y="76200"/>
            <a:ext cx="77724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Noida Institute of Engineering and Technology, Greater Noida</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CF4D15DFDEA6F41AC4917459B29C3E8" ma:contentTypeVersion="4" ma:contentTypeDescription="Create a new document." ma:contentTypeScope="" ma:versionID="0006742e9a01ccff0412088c37d5673f">
  <xsd:schema xmlns:xsd="http://www.w3.org/2001/XMLSchema" xmlns:xs="http://www.w3.org/2001/XMLSchema" xmlns:p="http://schemas.microsoft.com/office/2006/metadata/properties" xmlns:ns2="be27f697-ec1f-485c-9d40-f87e90360397" targetNamespace="http://schemas.microsoft.com/office/2006/metadata/properties" ma:root="true" ma:fieldsID="a1953d8328765749577fc855e2235273" ns2:_="">
    <xsd:import namespace="be27f697-ec1f-485c-9d40-f87e903603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7f697-ec1f-485c-9d40-f87e903603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96AE40-54C3-49B1-85B9-4542121D2742}">
  <ds:schemaRefs>
    <ds:schemaRef ds:uri="http://purl.org/dc/elements/1.1/"/>
    <ds:schemaRef ds:uri="http://purl.org/dc/terms/"/>
    <ds:schemaRef ds:uri="http://schemas.microsoft.com/office/infopath/2007/PartnerControls"/>
    <ds:schemaRef ds:uri="http://purl.org/dc/dcmitype/"/>
    <ds:schemaRef ds:uri="http://schemas.microsoft.com/office/2006/metadata/properties"/>
    <ds:schemaRef ds:uri="http://schemas.microsoft.com/office/2006/documentManagement/types"/>
    <ds:schemaRef ds:uri="be27f697-ec1f-485c-9d40-f87e90360397"/>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4FF64BB-B94C-4DE8-ADD5-195BC10B09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27f697-ec1f-485c-9d40-f87e903603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AB46045-9CB7-495B-88FC-DF4FE45001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1679</TotalTime>
  <Words>6966</Words>
  <Application>Microsoft Office PowerPoint</Application>
  <PresentationFormat>On-screen Show (4:3)</PresentationFormat>
  <Paragraphs>1629</Paragraphs>
  <Slides>101</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101</vt:i4>
      </vt:variant>
    </vt:vector>
  </HeadingPairs>
  <TitlesOfParts>
    <vt:vector size="110" baseType="lpstr">
      <vt:lpstr>Arial</vt:lpstr>
      <vt:lpstr>Calibri</vt:lpstr>
      <vt:lpstr>Courier New</vt:lpstr>
      <vt:lpstr>Lucida Sans Unicode</vt:lpstr>
      <vt:lpstr>Symbol</vt:lpstr>
      <vt:lpstr>Tahoma</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Branch wise Applications</vt:lpstr>
      <vt:lpstr>PowerPoint Presentation</vt:lpstr>
      <vt:lpstr>PowerPoint Presentation</vt:lpstr>
      <vt:lpstr>PowerPoint Presentation</vt:lpstr>
      <vt:lpstr>PowerPoint Presentation</vt:lpstr>
      <vt:lpstr>PowerPoint Presentation</vt:lpstr>
      <vt:lpstr>PowerPoint Presentation</vt:lpstr>
      <vt:lpstr>Program Educational Objectives</vt:lpstr>
      <vt:lpstr>Result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Kaushal Singh</cp:lastModifiedBy>
  <cp:revision>260</cp:revision>
  <dcterms:created xsi:type="dcterms:W3CDTF">2006-08-16T00:00:00Z</dcterms:created>
  <dcterms:modified xsi:type="dcterms:W3CDTF">2024-11-11T03:04:25Z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0x0101005CF4D15DFDEA6F41AC4917459B29C3E8</vt:lpwstr>
  </property>
</Properties>
</file>
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diagrams/data25.xml" ContentType="application/vnd.openxmlformats-officedocument.drawingml.diagramData+xml"/>
  <Override PartName="/ppt/diagrams/layout25.xml" ContentType="application/vnd.openxmlformats-officedocument.drawingml.diagramLayout+xml"/>
  <Override PartName="/ppt/diagrams/quickStyle25.xml" ContentType="application/vnd.openxmlformats-officedocument.drawingml.diagramStyle+xml"/>
  <Override PartName="/ppt/diagrams/colors25.xml" ContentType="application/vnd.openxmlformats-officedocument.drawingml.diagramColors+xml"/>
  <Override PartName="/ppt/diagrams/drawing25.xml" ContentType="application/vnd.ms-office.drawingml.diagramDrawing+xml"/>
  <Override PartName="/ppt/diagrams/data26.xml" ContentType="application/vnd.openxmlformats-officedocument.drawingml.diagramData+xml"/>
  <Override PartName="/ppt/diagrams/layout26.xml" ContentType="application/vnd.openxmlformats-officedocument.drawingml.diagramLayout+xml"/>
  <Override PartName="/ppt/diagrams/quickStyle26.xml" ContentType="application/vnd.openxmlformats-officedocument.drawingml.diagramStyle+xml"/>
  <Override PartName="/ppt/diagrams/colors26.xml" ContentType="application/vnd.openxmlformats-officedocument.drawingml.diagramColors+xml"/>
  <Override PartName="/ppt/diagrams/drawing26.xml" ContentType="application/vnd.ms-office.drawingml.diagramDrawing+xml"/>
  <Override PartName="/ppt/diagrams/data27.xml" ContentType="application/vnd.openxmlformats-officedocument.drawingml.diagramData+xml"/>
  <Override PartName="/ppt/diagrams/layout27.xml" ContentType="application/vnd.openxmlformats-officedocument.drawingml.diagramLayout+xml"/>
  <Override PartName="/ppt/diagrams/quickStyle27.xml" ContentType="application/vnd.openxmlformats-officedocument.drawingml.diagramStyle+xml"/>
  <Override PartName="/ppt/diagrams/colors27.xml" ContentType="application/vnd.openxmlformats-officedocument.drawingml.diagramColors+xml"/>
  <Override PartName="/ppt/diagrams/drawing27.xml" ContentType="application/vnd.ms-office.drawingml.diagramDrawing+xml"/>
  <Override PartName="/ppt/diagrams/data28.xml" ContentType="application/vnd.openxmlformats-officedocument.drawingml.diagramData+xml"/>
  <Override PartName="/ppt/diagrams/layout28.xml" ContentType="application/vnd.openxmlformats-officedocument.drawingml.diagramLayout+xml"/>
  <Override PartName="/ppt/diagrams/quickStyle28.xml" ContentType="application/vnd.openxmlformats-officedocument.drawingml.diagramStyle+xml"/>
  <Override PartName="/ppt/diagrams/colors28.xml" ContentType="application/vnd.openxmlformats-officedocument.drawingml.diagramColors+xml"/>
  <Override PartName="/ppt/diagrams/drawing28.xml" ContentType="application/vnd.ms-office.drawingml.diagramDrawing+xml"/>
  <Override PartName="/ppt/diagrams/data29.xml" ContentType="application/vnd.openxmlformats-officedocument.drawingml.diagramData+xml"/>
  <Override PartName="/ppt/diagrams/layout29.xml" ContentType="application/vnd.openxmlformats-officedocument.drawingml.diagramLayout+xml"/>
  <Override PartName="/ppt/diagrams/quickStyle29.xml" ContentType="application/vnd.openxmlformats-officedocument.drawingml.diagramStyle+xml"/>
  <Override PartName="/ppt/diagrams/colors29.xml" ContentType="application/vnd.openxmlformats-officedocument.drawingml.diagramColors+xml"/>
  <Override PartName="/ppt/diagrams/drawing29.xml" ContentType="application/vnd.ms-office.drawingml.diagramDrawing+xml"/>
  <Override PartName="/ppt/diagrams/data30.xml" ContentType="application/vnd.openxmlformats-officedocument.drawingml.diagramData+xml"/>
  <Override PartName="/ppt/diagrams/layout30.xml" ContentType="application/vnd.openxmlformats-officedocument.drawingml.diagramLayout+xml"/>
  <Override PartName="/ppt/diagrams/quickStyle30.xml" ContentType="application/vnd.openxmlformats-officedocument.drawingml.diagramStyle+xml"/>
  <Override PartName="/ppt/diagrams/colors30.xml" ContentType="application/vnd.openxmlformats-officedocument.drawingml.diagramColors+xml"/>
  <Override PartName="/ppt/diagrams/drawing30.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9"/>
  </p:notesMasterIdLst>
  <p:handoutMasterIdLst>
    <p:handoutMasterId r:id="rId80"/>
  </p:handoutMasterIdLst>
  <p:sldIdLst>
    <p:sldId id="256" r:id="rId2"/>
    <p:sldId id="768" r:id="rId3"/>
    <p:sldId id="573" r:id="rId4"/>
    <p:sldId id="263" r:id="rId5"/>
    <p:sldId id="265" r:id="rId6"/>
    <p:sldId id="264" r:id="rId7"/>
    <p:sldId id="266" r:id="rId8"/>
    <p:sldId id="268" r:id="rId9"/>
    <p:sldId id="583" r:id="rId10"/>
    <p:sldId id="258" r:id="rId11"/>
    <p:sldId id="574" r:id="rId12"/>
    <p:sldId id="634" r:id="rId13"/>
    <p:sldId id="614" r:id="rId14"/>
    <p:sldId id="334" r:id="rId15"/>
    <p:sldId id="635" r:id="rId16"/>
    <p:sldId id="636" r:id="rId17"/>
    <p:sldId id="637" r:id="rId18"/>
    <p:sldId id="638" r:id="rId19"/>
    <p:sldId id="639" r:id="rId20"/>
    <p:sldId id="640" r:id="rId21"/>
    <p:sldId id="641" r:id="rId22"/>
    <p:sldId id="642" r:id="rId23"/>
    <p:sldId id="643" r:id="rId24"/>
    <p:sldId id="644" r:id="rId25"/>
    <p:sldId id="645" r:id="rId26"/>
    <p:sldId id="1071" r:id="rId27"/>
    <p:sldId id="1072" r:id="rId28"/>
    <p:sldId id="1073" r:id="rId29"/>
    <p:sldId id="1076" r:id="rId30"/>
    <p:sldId id="1077" r:id="rId31"/>
    <p:sldId id="1078" r:id="rId32"/>
    <p:sldId id="1079" r:id="rId33"/>
    <p:sldId id="1080" r:id="rId34"/>
    <p:sldId id="1086" r:id="rId35"/>
    <p:sldId id="1083" r:id="rId36"/>
    <p:sldId id="1085" r:id="rId37"/>
    <p:sldId id="1087" r:id="rId38"/>
    <p:sldId id="1136" r:id="rId39"/>
    <p:sldId id="1088" r:id="rId40"/>
    <p:sldId id="1089" r:id="rId41"/>
    <p:sldId id="1090" r:id="rId42"/>
    <p:sldId id="1091" r:id="rId43"/>
    <p:sldId id="1092" r:id="rId44"/>
    <p:sldId id="1094" r:id="rId45"/>
    <p:sldId id="1095" r:id="rId46"/>
    <p:sldId id="1096" r:id="rId47"/>
    <p:sldId id="1097" r:id="rId48"/>
    <p:sldId id="1098" r:id="rId49"/>
    <p:sldId id="1099" r:id="rId50"/>
    <p:sldId id="1100" r:id="rId51"/>
    <p:sldId id="1101" r:id="rId52"/>
    <p:sldId id="1102" r:id="rId53"/>
    <p:sldId id="1103" r:id="rId54"/>
    <p:sldId id="1104" r:id="rId55"/>
    <p:sldId id="1105" r:id="rId56"/>
    <p:sldId id="1106" r:id="rId57"/>
    <p:sldId id="1107" r:id="rId58"/>
    <p:sldId id="1108" r:id="rId59"/>
    <p:sldId id="1109" r:id="rId60"/>
    <p:sldId id="1110" r:id="rId61"/>
    <p:sldId id="1111" r:id="rId62"/>
    <p:sldId id="1112" r:id="rId63"/>
    <p:sldId id="1113" r:id="rId64"/>
    <p:sldId id="1117" r:id="rId65"/>
    <p:sldId id="1114" r:id="rId66"/>
    <p:sldId id="1115" r:id="rId67"/>
    <p:sldId id="1116" r:id="rId68"/>
    <p:sldId id="1118" r:id="rId69"/>
    <p:sldId id="1127" r:id="rId70"/>
    <p:sldId id="1128" r:id="rId71"/>
    <p:sldId id="1129" r:id="rId72"/>
    <p:sldId id="1130" r:id="rId73"/>
    <p:sldId id="1131" r:id="rId74"/>
    <p:sldId id="1132" r:id="rId75"/>
    <p:sldId id="1133" r:id="rId76"/>
    <p:sldId id="1134" r:id="rId77"/>
    <p:sldId id="1135" r:id="rId7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indows User" initials="WU" lastIdx="1" clrIdx="0">
    <p:extLst>
      <p:ext uri="{19B8F6BF-5375-455C-9EA6-DF929625EA0E}">
        <p15:presenceInfo xmlns:p15="http://schemas.microsoft.com/office/powerpoint/2012/main" userId="Windows Us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86473" autoAdjust="0"/>
  </p:normalViewPr>
  <p:slideViewPr>
    <p:cSldViewPr>
      <p:cViewPr varScale="1">
        <p:scale>
          <a:sx n="74" d="100"/>
          <a:sy n="74" d="100"/>
        </p:scale>
        <p:origin x="1042" y="58"/>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55" d="100"/>
          <a:sy n="55" d="100"/>
        </p:scale>
        <p:origin x="-2886"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notesMaster" Target="notesMasters/notesMaster1.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handoutMaster" Target="handoutMasters/handoutMaster1.xml"/><Relationship Id="rId85"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1395E90-50D7-454B-B58A-E3B810123512}" type="doc">
      <dgm:prSet loTypeId="urn:microsoft.com/office/officeart/2008/layout/VerticalCurvedList" loCatId="list" qsTypeId="urn:microsoft.com/office/officeart/2005/8/quickstyle/simple5" qsCatId="simple" csTypeId="urn:microsoft.com/office/officeart/2005/8/colors/accent2_1" csCatId="accent2" phldr="1"/>
      <dgm:spPr/>
      <dgm:t>
        <a:bodyPr/>
        <a:lstStyle/>
        <a:p>
          <a:endParaRPr lang="en-IN"/>
        </a:p>
      </dgm:t>
    </dgm:pt>
    <dgm:pt modelId="{BF8F5E42-3AAD-4EDB-B821-60B4D6DAEFC5}">
      <dgm:prSet custT="1"/>
      <dgm:spPr/>
      <dgm:t>
        <a:bodyPr/>
        <a:lstStyle/>
        <a:p>
          <a:r>
            <a:rPr lang="en-US" sz="2000" dirty="0">
              <a:latin typeface="Times New Roman" panose="02020603050405020304" pitchFamily="18" charset="0"/>
              <a:cs typeface="Times New Roman" panose="02020603050405020304" pitchFamily="18" charset="0"/>
            </a:rPr>
            <a:t>Describing Design Patterns</a:t>
          </a:r>
          <a:endParaRPr lang="en-IN" sz="2000" dirty="0">
            <a:latin typeface="Times New Roman" panose="02020603050405020304" pitchFamily="18" charset="0"/>
            <a:cs typeface="Times New Roman" panose="02020603050405020304" pitchFamily="18" charset="0"/>
          </a:endParaRPr>
        </a:p>
      </dgm:t>
    </dgm:pt>
    <dgm:pt modelId="{62A2E0B8-B52A-45BE-8CE3-FFC32C0C1334}" type="parTrans" cxnId="{F933E816-D3B1-47A5-9774-DEFBBBB91BF5}">
      <dgm:prSet/>
      <dgm:spPr/>
      <dgm:t>
        <a:bodyPr/>
        <a:lstStyle/>
        <a:p>
          <a:endParaRPr lang="en-IN"/>
        </a:p>
      </dgm:t>
    </dgm:pt>
    <dgm:pt modelId="{533DC2CF-B200-4402-9CC7-DCFFD0A4B01F}" type="sibTrans" cxnId="{F933E816-D3B1-47A5-9774-DEFBBBB91BF5}">
      <dgm:prSet/>
      <dgm:spPr/>
      <dgm:t>
        <a:bodyPr/>
        <a:lstStyle/>
        <a:p>
          <a:endParaRPr lang="en-IN">
            <a:latin typeface="Times New Roman" panose="02020603050405020304" pitchFamily="18" charset="0"/>
            <a:cs typeface="Times New Roman" panose="02020603050405020304" pitchFamily="18" charset="0"/>
          </a:endParaRPr>
        </a:p>
      </dgm:t>
    </dgm:pt>
    <dgm:pt modelId="{0A484B39-3B25-46FE-93F4-4EA8B6BC4C9B}">
      <dgm:prSet custT="1"/>
      <dgm:spPr/>
      <dgm:t>
        <a:bodyPr/>
        <a:lstStyle/>
        <a:p>
          <a:r>
            <a:rPr lang="en-US" sz="2000" dirty="0">
              <a:latin typeface="Times New Roman" panose="02020603050405020304" pitchFamily="18" charset="0"/>
              <a:cs typeface="Times New Roman" panose="02020603050405020304" pitchFamily="18" charset="0"/>
            </a:rPr>
            <a:t>Design Patterns in Smalltalk MVC</a:t>
          </a:r>
          <a:endParaRPr lang="en-IN" sz="2000" dirty="0">
            <a:latin typeface="Times New Roman" panose="02020603050405020304" pitchFamily="18" charset="0"/>
            <a:cs typeface="Times New Roman" panose="02020603050405020304" pitchFamily="18" charset="0"/>
          </a:endParaRPr>
        </a:p>
      </dgm:t>
    </dgm:pt>
    <dgm:pt modelId="{FB2F997B-AD0D-404C-93B2-5B7A4C016AD2}" type="parTrans" cxnId="{E33B3AC7-50E7-4261-9195-9646B1A0787B}">
      <dgm:prSet/>
      <dgm:spPr/>
      <dgm:t>
        <a:bodyPr/>
        <a:lstStyle/>
        <a:p>
          <a:endParaRPr lang="en-IN"/>
        </a:p>
      </dgm:t>
    </dgm:pt>
    <dgm:pt modelId="{7A3D7633-BD7F-4F72-BFC0-06B041805C2E}" type="sibTrans" cxnId="{E33B3AC7-50E7-4261-9195-9646B1A0787B}">
      <dgm:prSet/>
      <dgm:spPr/>
      <dgm:t>
        <a:bodyPr/>
        <a:lstStyle/>
        <a:p>
          <a:endParaRPr lang="en-IN"/>
        </a:p>
      </dgm:t>
    </dgm:pt>
    <dgm:pt modelId="{EA18E607-0B94-417A-8D8A-397962E40585}">
      <dgm:prSet custT="1"/>
      <dgm:spPr/>
      <dgm:t>
        <a:bodyPr/>
        <a:lstStyle/>
        <a:p>
          <a:r>
            <a:rPr lang="en-US" sz="2000" dirty="0">
              <a:latin typeface="Times New Roman" panose="02020603050405020304" pitchFamily="18" charset="0"/>
              <a:cs typeface="Times New Roman" panose="02020603050405020304" pitchFamily="18" charset="0"/>
            </a:rPr>
            <a:t>The Catalog of Design Patterns</a:t>
          </a:r>
        </a:p>
      </dgm:t>
    </dgm:pt>
    <dgm:pt modelId="{300B00D4-0F1A-45FD-818D-ADACA1164976}" type="parTrans" cxnId="{D5EEEE45-CCF0-440C-B6D7-822A38EFCD07}">
      <dgm:prSet/>
      <dgm:spPr/>
      <dgm:t>
        <a:bodyPr/>
        <a:lstStyle/>
        <a:p>
          <a:endParaRPr lang="en-IN"/>
        </a:p>
      </dgm:t>
    </dgm:pt>
    <dgm:pt modelId="{ACA97BCD-9F3A-4F88-896F-9E8DFE772C34}" type="sibTrans" cxnId="{D5EEEE45-CCF0-440C-B6D7-822A38EFCD07}">
      <dgm:prSet/>
      <dgm:spPr/>
      <dgm:t>
        <a:bodyPr/>
        <a:lstStyle/>
        <a:p>
          <a:endParaRPr lang="en-IN"/>
        </a:p>
      </dgm:t>
    </dgm:pt>
    <dgm:pt modelId="{5EC1FF5A-AB91-4FDE-89DE-3DFBDCF77BEA}">
      <dgm:prSet custT="1"/>
      <dgm:spPr/>
      <dgm:t>
        <a:bodyPr/>
        <a:lstStyle/>
        <a:p>
          <a:r>
            <a:rPr lang="en-US" sz="2000" dirty="0">
              <a:latin typeface="Times New Roman" panose="02020603050405020304" pitchFamily="18" charset="0"/>
              <a:cs typeface="Times New Roman" panose="02020603050405020304" pitchFamily="18" charset="0"/>
            </a:rPr>
            <a:t>Organizing the Catalogue</a:t>
          </a:r>
          <a:endParaRPr lang="en-IN" sz="2000" dirty="0">
            <a:latin typeface="Times New Roman" panose="02020603050405020304" pitchFamily="18" charset="0"/>
            <a:cs typeface="Times New Roman" panose="02020603050405020304" pitchFamily="18" charset="0"/>
          </a:endParaRPr>
        </a:p>
      </dgm:t>
    </dgm:pt>
    <dgm:pt modelId="{C9D40A1F-A0D7-4F44-9991-92DA66369D3D}" type="parTrans" cxnId="{BC2B63AF-6A8C-4A9F-B782-E65E79767774}">
      <dgm:prSet/>
      <dgm:spPr/>
      <dgm:t>
        <a:bodyPr/>
        <a:lstStyle/>
        <a:p>
          <a:endParaRPr lang="en-IN"/>
        </a:p>
      </dgm:t>
    </dgm:pt>
    <dgm:pt modelId="{F6CC55CA-152A-4C07-BC7C-B4C1FF441DBD}" type="sibTrans" cxnId="{BC2B63AF-6A8C-4A9F-B782-E65E79767774}">
      <dgm:prSet/>
      <dgm:spPr/>
      <dgm:t>
        <a:bodyPr/>
        <a:lstStyle/>
        <a:p>
          <a:endParaRPr lang="en-IN"/>
        </a:p>
      </dgm:t>
    </dgm:pt>
    <dgm:pt modelId="{AE554B98-F982-4FD1-A370-A17E0F67E727}">
      <dgm:prSet custT="1"/>
      <dgm:spPr/>
      <dgm:t>
        <a:bodyPr/>
        <a:lstStyle/>
        <a:p>
          <a:r>
            <a:rPr lang="en-US" sz="2000" dirty="0">
              <a:latin typeface="Times New Roman" panose="02020603050405020304" pitchFamily="18" charset="0"/>
              <a:cs typeface="Times New Roman" panose="02020603050405020304" pitchFamily="18" charset="0"/>
            </a:rPr>
            <a:t>Design Patterns for Solving the Real life Problems</a:t>
          </a:r>
          <a:endParaRPr lang="en-IN" sz="2000" dirty="0">
            <a:latin typeface="Times New Roman" panose="02020603050405020304" pitchFamily="18" charset="0"/>
            <a:cs typeface="Times New Roman" panose="02020603050405020304" pitchFamily="18" charset="0"/>
          </a:endParaRPr>
        </a:p>
      </dgm:t>
    </dgm:pt>
    <dgm:pt modelId="{25332E81-A8CF-4904-9546-7F03179AA5F9}" type="parTrans" cxnId="{C8FE3B32-3E09-483A-ACAE-0C5A21947063}">
      <dgm:prSet/>
      <dgm:spPr/>
      <dgm:t>
        <a:bodyPr/>
        <a:lstStyle/>
        <a:p>
          <a:endParaRPr lang="en-IN"/>
        </a:p>
      </dgm:t>
    </dgm:pt>
    <dgm:pt modelId="{FB197809-7F38-4FDA-8470-6A04D732D452}" type="sibTrans" cxnId="{C8FE3B32-3E09-483A-ACAE-0C5A21947063}">
      <dgm:prSet/>
      <dgm:spPr/>
      <dgm:t>
        <a:bodyPr/>
        <a:lstStyle/>
        <a:p>
          <a:endParaRPr lang="en-IN"/>
        </a:p>
      </dgm:t>
    </dgm:pt>
    <dgm:pt modelId="{F7ED108A-B264-489A-99C2-774F307E0F58}">
      <dgm:prSet custT="1"/>
      <dgm:spPr/>
      <dgm:t>
        <a:bodyPr/>
        <a:lstStyle/>
        <a:p>
          <a:r>
            <a:rPr lang="en-US" sz="2000" dirty="0">
              <a:latin typeface="Times New Roman" panose="02020603050405020304" pitchFamily="18" charset="0"/>
              <a:cs typeface="Times New Roman" panose="02020603050405020304" pitchFamily="18" charset="0"/>
            </a:rPr>
            <a:t>Selection and Use of Design patterns</a:t>
          </a:r>
          <a:endParaRPr lang="en-IN" sz="2000" dirty="0">
            <a:latin typeface="Times New Roman" panose="02020603050405020304" pitchFamily="18" charset="0"/>
            <a:cs typeface="Times New Roman" panose="02020603050405020304" pitchFamily="18" charset="0"/>
          </a:endParaRPr>
        </a:p>
      </dgm:t>
    </dgm:pt>
    <dgm:pt modelId="{5856D2CC-331C-427B-9338-F42AE42DC0AB}" type="parTrans" cxnId="{60327C93-B1DC-4B6B-AE06-F5CA982969B1}">
      <dgm:prSet/>
      <dgm:spPr/>
      <dgm:t>
        <a:bodyPr/>
        <a:lstStyle/>
        <a:p>
          <a:endParaRPr lang="en-IN"/>
        </a:p>
      </dgm:t>
    </dgm:pt>
    <dgm:pt modelId="{4159DC4D-9318-4886-89D2-EC3102F99403}" type="sibTrans" cxnId="{60327C93-B1DC-4B6B-AE06-F5CA982969B1}">
      <dgm:prSet/>
      <dgm:spPr/>
      <dgm:t>
        <a:bodyPr/>
        <a:lstStyle/>
        <a:p>
          <a:endParaRPr lang="en-IN"/>
        </a:p>
      </dgm:t>
    </dgm:pt>
    <dgm:pt modelId="{33544025-9752-4393-90B5-736DFB19A370}">
      <dgm:prSet custT="1"/>
      <dgm:spPr/>
      <dgm:t>
        <a:bodyPr/>
        <a:lstStyle/>
        <a:p>
          <a:r>
            <a:rPr lang="en-US" sz="2000" dirty="0">
              <a:latin typeface="Times New Roman" panose="02020603050405020304" pitchFamily="18" charset="0"/>
              <a:cs typeface="Times New Roman" panose="02020603050405020304" pitchFamily="18" charset="0"/>
            </a:rPr>
            <a:t>Principle of least knowledge.</a:t>
          </a:r>
          <a:endParaRPr lang="en-IN" sz="2000" dirty="0">
            <a:latin typeface="Times New Roman" panose="02020603050405020304" pitchFamily="18" charset="0"/>
            <a:cs typeface="Times New Roman" panose="02020603050405020304" pitchFamily="18" charset="0"/>
          </a:endParaRPr>
        </a:p>
      </dgm:t>
    </dgm:pt>
    <dgm:pt modelId="{CF5DD2FF-2ED9-44FC-BC3A-4BBD4312ED68}" type="parTrans" cxnId="{E2086563-015D-446B-A891-399982E60E43}">
      <dgm:prSet/>
      <dgm:spPr/>
      <dgm:t>
        <a:bodyPr/>
        <a:lstStyle/>
        <a:p>
          <a:endParaRPr lang="en-IN"/>
        </a:p>
      </dgm:t>
    </dgm:pt>
    <dgm:pt modelId="{5118A0D0-63B5-4A87-AD5B-5126A699F1F3}" type="sibTrans" cxnId="{E2086563-015D-446B-A891-399982E60E43}">
      <dgm:prSet/>
      <dgm:spPr/>
      <dgm:t>
        <a:bodyPr/>
        <a:lstStyle/>
        <a:p>
          <a:endParaRPr lang="en-IN"/>
        </a:p>
      </dgm:t>
    </dgm:pt>
    <dgm:pt modelId="{1BD086BF-CBBC-43C5-97CE-24EE7B2D1B86}" type="pres">
      <dgm:prSet presAssocID="{81395E90-50D7-454B-B58A-E3B810123512}" presName="Name0" presStyleCnt="0">
        <dgm:presLayoutVars>
          <dgm:chMax val="7"/>
          <dgm:chPref val="7"/>
          <dgm:dir/>
        </dgm:presLayoutVars>
      </dgm:prSet>
      <dgm:spPr/>
    </dgm:pt>
    <dgm:pt modelId="{466EAB5F-6D6A-4812-8982-848B207FFC3A}" type="pres">
      <dgm:prSet presAssocID="{81395E90-50D7-454B-B58A-E3B810123512}" presName="Name1" presStyleCnt="0"/>
      <dgm:spPr/>
    </dgm:pt>
    <dgm:pt modelId="{EDB3980B-7EB0-47C9-AA38-F3CBC294DE1A}" type="pres">
      <dgm:prSet presAssocID="{81395E90-50D7-454B-B58A-E3B810123512}" presName="cycle" presStyleCnt="0"/>
      <dgm:spPr/>
    </dgm:pt>
    <dgm:pt modelId="{7A7B8FBC-2B47-47F7-A3D3-D61D3567D16B}" type="pres">
      <dgm:prSet presAssocID="{81395E90-50D7-454B-B58A-E3B810123512}" presName="srcNode" presStyleLbl="node1" presStyleIdx="0" presStyleCnt="7"/>
      <dgm:spPr/>
    </dgm:pt>
    <dgm:pt modelId="{1680A811-EB0C-4CB5-AAAE-BBB76A802439}" type="pres">
      <dgm:prSet presAssocID="{81395E90-50D7-454B-B58A-E3B810123512}" presName="conn" presStyleLbl="parChTrans1D2" presStyleIdx="0" presStyleCnt="1"/>
      <dgm:spPr/>
    </dgm:pt>
    <dgm:pt modelId="{221F7B5C-EBD6-4D93-86F4-01B07CF39A2C}" type="pres">
      <dgm:prSet presAssocID="{81395E90-50D7-454B-B58A-E3B810123512}" presName="extraNode" presStyleLbl="node1" presStyleIdx="0" presStyleCnt="7"/>
      <dgm:spPr/>
    </dgm:pt>
    <dgm:pt modelId="{373B6E40-4588-4C6D-8935-3B68D1204D3D}" type="pres">
      <dgm:prSet presAssocID="{81395E90-50D7-454B-B58A-E3B810123512}" presName="dstNode" presStyleLbl="node1" presStyleIdx="0" presStyleCnt="7"/>
      <dgm:spPr/>
    </dgm:pt>
    <dgm:pt modelId="{98AA67F9-10D6-40B5-BA0A-16433BA5A349}" type="pres">
      <dgm:prSet presAssocID="{BF8F5E42-3AAD-4EDB-B821-60B4D6DAEFC5}" presName="text_1" presStyleLbl="node1" presStyleIdx="0" presStyleCnt="7">
        <dgm:presLayoutVars>
          <dgm:bulletEnabled val="1"/>
        </dgm:presLayoutVars>
      </dgm:prSet>
      <dgm:spPr/>
    </dgm:pt>
    <dgm:pt modelId="{DDA7EABC-89B4-4C32-8099-2AF1295997F9}" type="pres">
      <dgm:prSet presAssocID="{BF8F5E42-3AAD-4EDB-B821-60B4D6DAEFC5}" presName="accent_1" presStyleCnt="0"/>
      <dgm:spPr/>
    </dgm:pt>
    <dgm:pt modelId="{4B9C0DFE-AD1C-4484-AD0F-3101A95F3401}" type="pres">
      <dgm:prSet presAssocID="{BF8F5E42-3AAD-4EDB-B821-60B4D6DAEFC5}" presName="accentRepeatNode" presStyleLbl="solidFgAcc1" presStyleIdx="0" presStyleCnt="7"/>
      <dgm:spPr/>
    </dgm:pt>
    <dgm:pt modelId="{88BCBFD8-B0F2-4798-9FD3-BF054841B46F}" type="pres">
      <dgm:prSet presAssocID="{0A484B39-3B25-46FE-93F4-4EA8B6BC4C9B}" presName="text_2" presStyleLbl="node1" presStyleIdx="1" presStyleCnt="7">
        <dgm:presLayoutVars>
          <dgm:bulletEnabled val="1"/>
        </dgm:presLayoutVars>
      </dgm:prSet>
      <dgm:spPr/>
    </dgm:pt>
    <dgm:pt modelId="{85A3CFFB-AD60-4EBB-A20D-7B3A1EA83F2D}" type="pres">
      <dgm:prSet presAssocID="{0A484B39-3B25-46FE-93F4-4EA8B6BC4C9B}" presName="accent_2" presStyleCnt="0"/>
      <dgm:spPr/>
    </dgm:pt>
    <dgm:pt modelId="{FE249998-030A-40FD-9BBB-D50EE75C96B6}" type="pres">
      <dgm:prSet presAssocID="{0A484B39-3B25-46FE-93F4-4EA8B6BC4C9B}" presName="accentRepeatNode" presStyleLbl="solidFgAcc1" presStyleIdx="1" presStyleCnt="7"/>
      <dgm:spPr/>
    </dgm:pt>
    <dgm:pt modelId="{3B0EEFB9-B05A-4AF0-A884-FCF31C09FD1F}" type="pres">
      <dgm:prSet presAssocID="{EA18E607-0B94-417A-8D8A-397962E40585}" presName="text_3" presStyleLbl="node1" presStyleIdx="2" presStyleCnt="7">
        <dgm:presLayoutVars>
          <dgm:bulletEnabled val="1"/>
        </dgm:presLayoutVars>
      </dgm:prSet>
      <dgm:spPr/>
    </dgm:pt>
    <dgm:pt modelId="{F9B68722-04C9-458E-8A97-3A22F9737A41}" type="pres">
      <dgm:prSet presAssocID="{EA18E607-0B94-417A-8D8A-397962E40585}" presName="accent_3" presStyleCnt="0"/>
      <dgm:spPr/>
    </dgm:pt>
    <dgm:pt modelId="{7DE47BAA-958B-43D0-B4F8-BB30CB277AC2}" type="pres">
      <dgm:prSet presAssocID="{EA18E607-0B94-417A-8D8A-397962E40585}" presName="accentRepeatNode" presStyleLbl="solidFgAcc1" presStyleIdx="2" presStyleCnt="7"/>
      <dgm:spPr/>
    </dgm:pt>
    <dgm:pt modelId="{35FD1A73-9F06-458E-A0CB-09F03F7FA838}" type="pres">
      <dgm:prSet presAssocID="{5EC1FF5A-AB91-4FDE-89DE-3DFBDCF77BEA}" presName="text_4" presStyleLbl="node1" presStyleIdx="3" presStyleCnt="7">
        <dgm:presLayoutVars>
          <dgm:bulletEnabled val="1"/>
        </dgm:presLayoutVars>
      </dgm:prSet>
      <dgm:spPr/>
    </dgm:pt>
    <dgm:pt modelId="{B85C0775-C8F8-492D-AA11-7E7C486E08A1}" type="pres">
      <dgm:prSet presAssocID="{5EC1FF5A-AB91-4FDE-89DE-3DFBDCF77BEA}" presName="accent_4" presStyleCnt="0"/>
      <dgm:spPr/>
    </dgm:pt>
    <dgm:pt modelId="{9DA9EF0D-263A-4505-826F-8A54B4709BAF}" type="pres">
      <dgm:prSet presAssocID="{5EC1FF5A-AB91-4FDE-89DE-3DFBDCF77BEA}" presName="accentRepeatNode" presStyleLbl="solidFgAcc1" presStyleIdx="3" presStyleCnt="7"/>
      <dgm:spPr/>
    </dgm:pt>
    <dgm:pt modelId="{8682D412-F783-4EF9-8D9B-9390AAF03262}" type="pres">
      <dgm:prSet presAssocID="{AE554B98-F982-4FD1-A370-A17E0F67E727}" presName="text_5" presStyleLbl="node1" presStyleIdx="4" presStyleCnt="7">
        <dgm:presLayoutVars>
          <dgm:bulletEnabled val="1"/>
        </dgm:presLayoutVars>
      </dgm:prSet>
      <dgm:spPr/>
    </dgm:pt>
    <dgm:pt modelId="{D816C722-B7D2-4260-8F09-E52D911932E1}" type="pres">
      <dgm:prSet presAssocID="{AE554B98-F982-4FD1-A370-A17E0F67E727}" presName="accent_5" presStyleCnt="0"/>
      <dgm:spPr/>
    </dgm:pt>
    <dgm:pt modelId="{0229E6A0-DD77-4ABA-B77C-69A9861D36D6}" type="pres">
      <dgm:prSet presAssocID="{AE554B98-F982-4FD1-A370-A17E0F67E727}" presName="accentRepeatNode" presStyleLbl="solidFgAcc1" presStyleIdx="4" presStyleCnt="7"/>
      <dgm:spPr/>
    </dgm:pt>
    <dgm:pt modelId="{6749AA46-EAD6-4364-BE86-B8E90B372E2E}" type="pres">
      <dgm:prSet presAssocID="{F7ED108A-B264-489A-99C2-774F307E0F58}" presName="text_6" presStyleLbl="node1" presStyleIdx="5" presStyleCnt="7">
        <dgm:presLayoutVars>
          <dgm:bulletEnabled val="1"/>
        </dgm:presLayoutVars>
      </dgm:prSet>
      <dgm:spPr/>
    </dgm:pt>
    <dgm:pt modelId="{ECD01494-842B-42E3-97F9-EA522B80E63D}" type="pres">
      <dgm:prSet presAssocID="{F7ED108A-B264-489A-99C2-774F307E0F58}" presName="accent_6" presStyleCnt="0"/>
      <dgm:spPr/>
    </dgm:pt>
    <dgm:pt modelId="{A576902E-2A1C-4AED-AA35-D48C5007CCF3}" type="pres">
      <dgm:prSet presAssocID="{F7ED108A-B264-489A-99C2-774F307E0F58}" presName="accentRepeatNode" presStyleLbl="solidFgAcc1" presStyleIdx="5" presStyleCnt="7"/>
      <dgm:spPr/>
    </dgm:pt>
    <dgm:pt modelId="{723A38AE-201E-4D4B-B7FB-7D43CBD2025A}" type="pres">
      <dgm:prSet presAssocID="{33544025-9752-4393-90B5-736DFB19A370}" presName="text_7" presStyleLbl="node1" presStyleIdx="6" presStyleCnt="7">
        <dgm:presLayoutVars>
          <dgm:bulletEnabled val="1"/>
        </dgm:presLayoutVars>
      </dgm:prSet>
      <dgm:spPr/>
    </dgm:pt>
    <dgm:pt modelId="{AA4419CB-BFFA-4417-94CD-4869B36A5BDE}" type="pres">
      <dgm:prSet presAssocID="{33544025-9752-4393-90B5-736DFB19A370}" presName="accent_7" presStyleCnt="0"/>
      <dgm:spPr/>
    </dgm:pt>
    <dgm:pt modelId="{E98E93EE-4CF0-4874-85FC-39F92097CF84}" type="pres">
      <dgm:prSet presAssocID="{33544025-9752-4393-90B5-736DFB19A370}" presName="accentRepeatNode" presStyleLbl="solidFgAcc1" presStyleIdx="6" presStyleCnt="7"/>
      <dgm:spPr/>
    </dgm:pt>
  </dgm:ptLst>
  <dgm:cxnLst>
    <dgm:cxn modelId="{F933E816-D3B1-47A5-9774-DEFBBBB91BF5}" srcId="{81395E90-50D7-454B-B58A-E3B810123512}" destId="{BF8F5E42-3AAD-4EDB-B821-60B4D6DAEFC5}" srcOrd="0" destOrd="0" parTransId="{62A2E0B8-B52A-45BE-8CE3-FFC32C0C1334}" sibTransId="{533DC2CF-B200-4402-9CC7-DCFFD0A4B01F}"/>
    <dgm:cxn modelId="{C8FE3B32-3E09-483A-ACAE-0C5A21947063}" srcId="{81395E90-50D7-454B-B58A-E3B810123512}" destId="{AE554B98-F982-4FD1-A370-A17E0F67E727}" srcOrd="4" destOrd="0" parTransId="{25332E81-A8CF-4904-9546-7F03179AA5F9}" sibTransId="{FB197809-7F38-4FDA-8470-6A04D732D452}"/>
    <dgm:cxn modelId="{02052538-1631-48FD-AD62-A9F627D66ED5}" type="presOf" srcId="{533DC2CF-B200-4402-9CC7-DCFFD0A4B01F}" destId="{1680A811-EB0C-4CB5-AAAE-BBB76A802439}" srcOrd="0" destOrd="0" presId="urn:microsoft.com/office/officeart/2008/layout/VerticalCurvedList"/>
    <dgm:cxn modelId="{A6D23E3C-93EE-461D-BCDE-17C8D8EF3536}" type="presOf" srcId="{AE554B98-F982-4FD1-A370-A17E0F67E727}" destId="{8682D412-F783-4EF9-8D9B-9390AAF03262}" srcOrd="0" destOrd="0" presId="urn:microsoft.com/office/officeart/2008/layout/VerticalCurvedList"/>
    <dgm:cxn modelId="{E2086563-015D-446B-A891-399982E60E43}" srcId="{81395E90-50D7-454B-B58A-E3B810123512}" destId="{33544025-9752-4393-90B5-736DFB19A370}" srcOrd="6" destOrd="0" parTransId="{CF5DD2FF-2ED9-44FC-BC3A-4BBD4312ED68}" sibTransId="{5118A0D0-63B5-4A87-AD5B-5126A699F1F3}"/>
    <dgm:cxn modelId="{D5EEEE45-CCF0-440C-B6D7-822A38EFCD07}" srcId="{81395E90-50D7-454B-B58A-E3B810123512}" destId="{EA18E607-0B94-417A-8D8A-397962E40585}" srcOrd="2" destOrd="0" parTransId="{300B00D4-0F1A-45FD-818D-ADACA1164976}" sibTransId="{ACA97BCD-9F3A-4F88-896F-9E8DFE772C34}"/>
    <dgm:cxn modelId="{5AF90F4F-FB5F-48BB-A554-13199362A61F}" type="presOf" srcId="{0A484B39-3B25-46FE-93F4-4EA8B6BC4C9B}" destId="{88BCBFD8-B0F2-4798-9FD3-BF054841B46F}" srcOrd="0" destOrd="0" presId="urn:microsoft.com/office/officeart/2008/layout/VerticalCurvedList"/>
    <dgm:cxn modelId="{1F64F556-E465-4988-BBDA-F860C96BF4BA}" type="presOf" srcId="{81395E90-50D7-454B-B58A-E3B810123512}" destId="{1BD086BF-CBBC-43C5-97CE-24EE7B2D1B86}" srcOrd="0" destOrd="0" presId="urn:microsoft.com/office/officeart/2008/layout/VerticalCurvedList"/>
    <dgm:cxn modelId="{94A7C57F-79DD-427C-9ABA-B3BD7B630D66}" type="presOf" srcId="{EA18E607-0B94-417A-8D8A-397962E40585}" destId="{3B0EEFB9-B05A-4AF0-A884-FCF31C09FD1F}" srcOrd="0" destOrd="0" presId="urn:microsoft.com/office/officeart/2008/layout/VerticalCurvedList"/>
    <dgm:cxn modelId="{60327C93-B1DC-4B6B-AE06-F5CA982969B1}" srcId="{81395E90-50D7-454B-B58A-E3B810123512}" destId="{F7ED108A-B264-489A-99C2-774F307E0F58}" srcOrd="5" destOrd="0" parTransId="{5856D2CC-331C-427B-9338-F42AE42DC0AB}" sibTransId="{4159DC4D-9318-4886-89D2-EC3102F99403}"/>
    <dgm:cxn modelId="{BC2B63AF-6A8C-4A9F-B782-E65E79767774}" srcId="{81395E90-50D7-454B-B58A-E3B810123512}" destId="{5EC1FF5A-AB91-4FDE-89DE-3DFBDCF77BEA}" srcOrd="3" destOrd="0" parTransId="{C9D40A1F-A0D7-4F44-9991-92DA66369D3D}" sibTransId="{F6CC55CA-152A-4C07-BC7C-B4C1FF441DBD}"/>
    <dgm:cxn modelId="{28B286BC-48FB-4EB0-B225-A5C7A4B35A3F}" type="presOf" srcId="{BF8F5E42-3AAD-4EDB-B821-60B4D6DAEFC5}" destId="{98AA67F9-10D6-40B5-BA0A-16433BA5A349}" srcOrd="0" destOrd="0" presId="urn:microsoft.com/office/officeart/2008/layout/VerticalCurvedList"/>
    <dgm:cxn modelId="{E33B3AC7-50E7-4261-9195-9646B1A0787B}" srcId="{81395E90-50D7-454B-B58A-E3B810123512}" destId="{0A484B39-3B25-46FE-93F4-4EA8B6BC4C9B}" srcOrd="1" destOrd="0" parTransId="{FB2F997B-AD0D-404C-93B2-5B7A4C016AD2}" sibTransId="{7A3D7633-BD7F-4F72-BFC0-06B041805C2E}"/>
    <dgm:cxn modelId="{CCD7F0DC-BAC5-4106-9A61-B90C7A0C1750}" type="presOf" srcId="{33544025-9752-4393-90B5-736DFB19A370}" destId="{723A38AE-201E-4D4B-B7FB-7D43CBD2025A}" srcOrd="0" destOrd="0" presId="urn:microsoft.com/office/officeart/2008/layout/VerticalCurvedList"/>
    <dgm:cxn modelId="{C6B4D5FA-7C21-41E1-9341-D1156E48D85F}" type="presOf" srcId="{5EC1FF5A-AB91-4FDE-89DE-3DFBDCF77BEA}" destId="{35FD1A73-9F06-458E-A0CB-09F03F7FA838}" srcOrd="0" destOrd="0" presId="urn:microsoft.com/office/officeart/2008/layout/VerticalCurvedList"/>
    <dgm:cxn modelId="{6D1739FD-593D-4F0A-9B2B-6F7726556396}" type="presOf" srcId="{F7ED108A-B264-489A-99C2-774F307E0F58}" destId="{6749AA46-EAD6-4364-BE86-B8E90B372E2E}" srcOrd="0" destOrd="0" presId="urn:microsoft.com/office/officeart/2008/layout/VerticalCurvedList"/>
    <dgm:cxn modelId="{E77B3F08-A138-46D3-9AE6-6657262E50C0}" type="presParOf" srcId="{1BD086BF-CBBC-43C5-97CE-24EE7B2D1B86}" destId="{466EAB5F-6D6A-4812-8982-848B207FFC3A}" srcOrd="0" destOrd="0" presId="urn:microsoft.com/office/officeart/2008/layout/VerticalCurvedList"/>
    <dgm:cxn modelId="{12015470-22A7-4FDE-B64A-DE78983FA4BF}" type="presParOf" srcId="{466EAB5F-6D6A-4812-8982-848B207FFC3A}" destId="{EDB3980B-7EB0-47C9-AA38-F3CBC294DE1A}" srcOrd="0" destOrd="0" presId="urn:microsoft.com/office/officeart/2008/layout/VerticalCurvedList"/>
    <dgm:cxn modelId="{03476BC1-1FB8-4AC0-9B70-4B2B742861BB}" type="presParOf" srcId="{EDB3980B-7EB0-47C9-AA38-F3CBC294DE1A}" destId="{7A7B8FBC-2B47-47F7-A3D3-D61D3567D16B}" srcOrd="0" destOrd="0" presId="urn:microsoft.com/office/officeart/2008/layout/VerticalCurvedList"/>
    <dgm:cxn modelId="{D187E5CC-15BB-4BF9-98B3-B82D0A3F1D74}" type="presParOf" srcId="{EDB3980B-7EB0-47C9-AA38-F3CBC294DE1A}" destId="{1680A811-EB0C-4CB5-AAAE-BBB76A802439}" srcOrd="1" destOrd="0" presId="urn:microsoft.com/office/officeart/2008/layout/VerticalCurvedList"/>
    <dgm:cxn modelId="{1A9B9562-F295-473C-8EB7-C8B22C8BC513}" type="presParOf" srcId="{EDB3980B-7EB0-47C9-AA38-F3CBC294DE1A}" destId="{221F7B5C-EBD6-4D93-86F4-01B07CF39A2C}" srcOrd="2" destOrd="0" presId="urn:microsoft.com/office/officeart/2008/layout/VerticalCurvedList"/>
    <dgm:cxn modelId="{4243F61A-6A2E-414C-AB9F-6DD63DB5B1A1}" type="presParOf" srcId="{EDB3980B-7EB0-47C9-AA38-F3CBC294DE1A}" destId="{373B6E40-4588-4C6D-8935-3B68D1204D3D}" srcOrd="3" destOrd="0" presId="urn:microsoft.com/office/officeart/2008/layout/VerticalCurvedList"/>
    <dgm:cxn modelId="{51962C8A-B53D-472E-9D1E-B0785619B8EE}" type="presParOf" srcId="{466EAB5F-6D6A-4812-8982-848B207FFC3A}" destId="{98AA67F9-10D6-40B5-BA0A-16433BA5A349}" srcOrd="1" destOrd="0" presId="urn:microsoft.com/office/officeart/2008/layout/VerticalCurvedList"/>
    <dgm:cxn modelId="{6AFA4D37-88B3-4162-9CFC-106504482AEF}" type="presParOf" srcId="{466EAB5F-6D6A-4812-8982-848B207FFC3A}" destId="{DDA7EABC-89B4-4C32-8099-2AF1295997F9}" srcOrd="2" destOrd="0" presId="urn:microsoft.com/office/officeart/2008/layout/VerticalCurvedList"/>
    <dgm:cxn modelId="{21B6EDF4-0902-4C25-B162-A5C0775E7325}" type="presParOf" srcId="{DDA7EABC-89B4-4C32-8099-2AF1295997F9}" destId="{4B9C0DFE-AD1C-4484-AD0F-3101A95F3401}" srcOrd="0" destOrd="0" presId="urn:microsoft.com/office/officeart/2008/layout/VerticalCurvedList"/>
    <dgm:cxn modelId="{8D93BA22-DF14-46ED-8BE1-8DF694753943}" type="presParOf" srcId="{466EAB5F-6D6A-4812-8982-848B207FFC3A}" destId="{88BCBFD8-B0F2-4798-9FD3-BF054841B46F}" srcOrd="3" destOrd="0" presId="urn:microsoft.com/office/officeart/2008/layout/VerticalCurvedList"/>
    <dgm:cxn modelId="{1E058EC6-CD40-4E02-A973-8CA572A3BF4E}" type="presParOf" srcId="{466EAB5F-6D6A-4812-8982-848B207FFC3A}" destId="{85A3CFFB-AD60-4EBB-A20D-7B3A1EA83F2D}" srcOrd="4" destOrd="0" presId="urn:microsoft.com/office/officeart/2008/layout/VerticalCurvedList"/>
    <dgm:cxn modelId="{9BA72D2F-B58D-4312-AEC6-471A446BFFDB}" type="presParOf" srcId="{85A3CFFB-AD60-4EBB-A20D-7B3A1EA83F2D}" destId="{FE249998-030A-40FD-9BBB-D50EE75C96B6}" srcOrd="0" destOrd="0" presId="urn:microsoft.com/office/officeart/2008/layout/VerticalCurvedList"/>
    <dgm:cxn modelId="{C82B1359-137C-44AD-85DC-098E7A10E8B4}" type="presParOf" srcId="{466EAB5F-6D6A-4812-8982-848B207FFC3A}" destId="{3B0EEFB9-B05A-4AF0-A884-FCF31C09FD1F}" srcOrd="5" destOrd="0" presId="urn:microsoft.com/office/officeart/2008/layout/VerticalCurvedList"/>
    <dgm:cxn modelId="{CFF83994-4AE0-49DF-9524-69D54974CCE5}" type="presParOf" srcId="{466EAB5F-6D6A-4812-8982-848B207FFC3A}" destId="{F9B68722-04C9-458E-8A97-3A22F9737A41}" srcOrd="6" destOrd="0" presId="urn:microsoft.com/office/officeart/2008/layout/VerticalCurvedList"/>
    <dgm:cxn modelId="{9BB3443C-639F-4BDC-940F-512EAE238C7F}" type="presParOf" srcId="{F9B68722-04C9-458E-8A97-3A22F9737A41}" destId="{7DE47BAA-958B-43D0-B4F8-BB30CB277AC2}" srcOrd="0" destOrd="0" presId="urn:microsoft.com/office/officeart/2008/layout/VerticalCurvedList"/>
    <dgm:cxn modelId="{B1B0F523-6BD5-44F4-9C19-3B541C3D8289}" type="presParOf" srcId="{466EAB5F-6D6A-4812-8982-848B207FFC3A}" destId="{35FD1A73-9F06-458E-A0CB-09F03F7FA838}" srcOrd="7" destOrd="0" presId="urn:microsoft.com/office/officeart/2008/layout/VerticalCurvedList"/>
    <dgm:cxn modelId="{2FD29272-8B9C-473B-9FCB-403641FFC45D}" type="presParOf" srcId="{466EAB5F-6D6A-4812-8982-848B207FFC3A}" destId="{B85C0775-C8F8-492D-AA11-7E7C486E08A1}" srcOrd="8" destOrd="0" presId="urn:microsoft.com/office/officeart/2008/layout/VerticalCurvedList"/>
    <dgm:cxn modelId="{FA6E049B-ACBA-4201-9409-CD47E89B8F5A}" type="presParOf" srcId="{B85C0775-C8F8-492D-AA11-7E7C486E08A1}" destId="{9DA9EF0D-263A-4505-826F-8A54B4709BAF}" srcOrd="0" destOrd="0" presId="urn:microsoft.com/office/officeart/2008/layout/VerticalCurvedList"/>
    <dgm:cxn modelId="{483D6218-48EA-441D-BF9A-8DD3CA6706BA}" type="presParOf" srcId="{466EAB5F-6D6A-4812-8982-848B207FFC3A}" destId="{8682D412-F783-4EF9-8D9B-9390AAF03262}" srcOrd="9" destOrd="0" presId="urn:microsoft.com/office/officeart/2008/layout/VerticalCurvedList"/>
    <dgm:cxn modelId="{68098772-3FCF-46F2-813B-9735746F6A28}" type="presParOf" srcId="{466EAB5F-6D6A-4812-8982-848B207FFC3A}" destId="{D816C722-B7D2-4260-8F09-E52D911932E1}" srcOrd="10" destOrd="0" presId="urn:microsoft.com/office/officeart/2008/layout/VerticalCurvedList"/>
    <dgm:cxn modelId="{6097D709-E747-4E79-B43D-8A987C8C64BE}" type="presParOf" srcId="{D816C722-B7D2-4260-8F09-E52D911932E1}" destId="{0229E6A0-DD77-4ABA-B77C-69A9861D36D6}" srcOrd="0" destOrd="0" presId="urn:microsoft.com/office/officeart/2008/layout/VerticalCurvedList"/>
    <dgm:cxn modelId="{CE1B3AA2-FC99-4069-8161-2BD03E18E590}" type="presParOf" srcId="{466EAB5F-6D6A-4812-8982-848B207FFC3A}" destId="{6749AA46-EAD6-4364-BE86-B8E90B372E2E}" srcOrd="11" destOrd="0" presId="urn:microsoft.com/office/officeart/2008/layout/VerticalCurvedList"/>
    <dgm:cxn modelId="{7D0818B6-5A0B-4A60-988B-935E36BC421D}" type="presParOf" srcId="{466EAB5F-6D6A-4812-8982-848B207FFC3A}" destId="{ECD01494-842B-42E3-97F9-EA522B80E63D}" srcOrd="12" destOrd="0" presId="urn:microsoft.com/office/officeart/2008/layout/VerticalCurvedList"/>
    <dgm:cxn modelId="{3A1B1946-903F-40F4-9209-6E2F2ED6EBC6}" type="presParOf" srcId="{ECD01494-842B-42E3-97F9-EA522B80E63D}" destId="{A576902E-2A1C-4AED-AA35-D48C5007CCF3}" srcOrd="0" destOrd="0" presId="urn:microsoft.com/office/officeart/2008/layout/VerticalCurvedList"/>
    <dgm:cxn modelId="{B25862E7-EEBA-4442-8FB1-CE000A538DD9}" type="presParOf" srcId="{466EAB5F-6D6A-4812-8982-848B207FFC3A}" destId="{723A38AE-201E-4D4B-B7FB-7D43CBD2025A}" srcOrd="13" destOrd="0" presId="urn:microsoft.com/office/officeart/2008/layout/VerticalCurvedList"/>
    <dgm:cxn modelId="{1D3BA63C-8453-477F-B1B0-02215DDA55E3}" type="presParOf" srcId="{466EAB5F-6D6A-4812-8982-848B207FFC3A}" destId="{AA4419CB-BFFA-4417-94CD-4869B36A5BDE}" srcOrd="14" destOrd="0" presId="urn:microsoft.com/office/officeart/2008/layout/VerticalCurvedList"/>
    <dgm:cxn modelId="{879AFFE2-76D1-45BF-9965-AAB35B8DA637}" type="presParOf" srcId="{AA4419CB-BFFA-4417-94CD-4869B36A5BDE}" destId="{E98E93EE-4CF0-4874-85FC-39F92097CF84}"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1395E90-50D7-454B-B58A-E3B810123512}" type="doc">
      <dgm:prSet loTypeId="urn:microsoft.com/office/officeart/2008/layout/VerticalCurvedList" loCatId="list" qsTypeId="urn:microsoft.com/office/officeart/2005/8/quickstyle/simple5" qsCatId="simple" csTypeId="urn:microsoft.com/office/officeart/2005/8/colors/accent2_1" csCatId="accent2" phldr="1"/>
      <dgm:spPr/>
      <dgm:t>
        <a:bodyPr/>
        <a:lstStyle/>
        <a:p>
          <a:endParaRPr lang="en-IN"/>
        </a:p>
      </dgm:t>
    </dgm:pt>
    <dgm:pt modelId="{5782D153-1A11-4B47-B02B-5C5349B337C1}">
      <dgm:prSet custT="1"/>
      <dgm:spPr/>
      <dgm:t>
        <a:bodyPr/>
        <a:lstStyle/>
        <a:p>
          <a:r>
            <a:rPr lang="en-US" sz="2000" dirty="0">
              <a:latin typeface="Times New Roman" panose="02020603050405020304" pitchFamily="18" charset="0"/>
              <a:cs typeface="Times New Roman" panose="02020603050405020304" pitchFamily="18" charset="0"/>
            </a:rPr>
            <a:t>Factory Pattern</a:t>
          </a:r>
          <a:endParaRPr lang="en-IN" sz="2000" dirty="0">
            <a:latin typeface="Times New Roman" panose="02020603050405020304" pitchFamily="18" charset="0"/>
            <a:cs typeface="Times New Roman" panose="02020603050405020304" pitchFamily="18" charset="0"/>
          </a:endParaRPr>
        </a:p>
      </dgm:t>
    </dgm:pt>
    <dgm:pt modelId="{A65FB9BD-BA95-4600-99EF-72F81DFB6F68}" type="parTrans" cxnId="{E85C3938-1ADF-48BA-8FF1-9945B5A7A32D}">
      <dgm:prSet/>
      <dgm:spPr/>
      <dgm:t>
        <a:bodyPr/>
        <a:lstStyle/>
        <a:p>
          <a:endParaRPr lang="en-IN"/>
        </a:p>
      </dgm:t>
    </dgm:pt>
    <dgm:pt modelId="{24411B5D-CB0A-45C0-9AE1-6B7ACF971CF8}" type="sibTrans" cxnId="{E85C3938-1ADF-48BA-8FF1-9945B5A7A32D}">
      <dgm:prSet/>
      <dgm:spPr/>
      <dgm:t>
        <a:bodyPr/>
        <a:lstStyle/>
        <a:p>
          <a:endParaRPr lang="en-IN"/>
        </a:p>
      </dgm:t>
    </dgm:pt>
    <dgm:pt modelId="{60599E53-FD59-49F1-87F5-0D775A6BBA49}">
      <dgm:prSet custT="1"/>
      <dgm:spPr/>
      <dgm:t>
        <a:bodyPr/>
        <a:lstStyle/>
        <a:p>
          <a:r>
            <a:rPr lang="en-US" sz="2000" dirty="0">
              <a:latin typeface="Times New Roman" panose="02020603050405020304" pitchFamily="18" charset="0"/>
              <a:cs typeface="Times New Roman" panose="02020603050405020304" pitchFamily="18" charset="0"/>
            </a:rPr>
            <a:t>Prototype Pattern</a:t>
          </a:r>
          <a:endParaRPr lang="en-IN" sz="2000" dirty="0">
            <a:latin typeface="Times New Roman" panose="02020603050405020304" pitchFamily="18" charset="0"/>
            <a:cs typeface="Times New Roman" panose="02020603050405020304" pitchFamily="18" charset="0"/>
          </a:endParaRPr>
        </a:p>
      </dgm:t>
    </dgm:pt>
    <dgm:pt modelId="{E5C2CD3C-C601-4334-B40C-04BBD04D26D9}" type="parTrans" cxnId="{DE7A2482-3D1A-4872-9614-3F0D1D95832D}">
      <dgm:prSet/>
      <dgm:spPr/>
      <dgm:t>
        <a:bodyPr/>
        <a:lstStyle/>
        <a:p>
          <a:endParaRPr lang="en-IN"/>
        </a:p>
      </dgm:t>
    </dgm:pt>
    <dgm:pt modelId="{FC1C8252-8392-4728-AB2C-CA01E4B5AFBA}" type="sibTrans" cxnId="{DE7A2482-3D1A-4872-9614-3F0D1D95832D}">
      <dgm:prSet/>
      <dgm:spPr/>
      <dgm:t>
        <a:bodyPr/>
        <a:lstStyle/>
        <a:p>
          <a:endParaRPr lang="en-IN"/>
        </a:p>
      </dgm:t>
    </dgm:pt>
    <dgm:pt modelId="{C398760E-B5C6-4883-A064-650B12AC1C4F}">
      <dgm:prSet custT="1"/>
      <dgm:spPr/>
      <dgm:t>
        <a:bodyPr/>
        <a:lstStyle/>
        <a:p>
          <a:r>
            <a:rPr lang="en-US" sz="2000" dirty="0">
              <a:latin typeface="Times New Roman" panose="02020603050405020304" pitchFamily="18" charset="0"/>
              <a:cs typeface="Times New Roman" panose="02020603050405020304" pitchFamily="18" charset="0"/>
            </a:rPr>
            <a:t>Singleton pattern</a:t>
          </a:r>
          <a:endParaRPr lang="en-IN" sz="2000" dirty="0">
            <a:latin typeface="Times New Roman" panose="02020603050405020304" pitchFamily="18" charset="0"/>
            <a:cs typeface="Times New Roman" panose="02020603050405020304" pitchFamily="18" charset="0"/>
          </a:endParaRPr>
        </a:p>
      </dgm:t>
    </dgm:pt>
    <dgm:pt modelId="{4E2167F8-CE91-4969-BE74-16D6ABE10145}" type="parTrans" cxnId="{BD8D3EBE-737F-46B0-AFB6-9CC3D2998BD8}">
      <dgm:prSet/>
      <dgm:spPr/>
      <dgm:t>
        <a:bodyPr/>
        <a:lstStyle/>
        <a:p>
          <a:endParaRPr lang="en-IN"/>
        </a:p>
      </dgm:t>
    </dgm:pt>
    <dgm:pt modelId="{E08C7CAB-4E8A-431E-A08F-E6AF62E09BA3}" type="sibTrans" cxnId="{BD8D3EBE-737F-46B0-AFB6-9CC3D2998BD8}">
      <dgm:prSet/>
      <dgm:spPr/>
      <dgm:t>
        <a:bodyPr/>
        <a:lstStyle/>
        <a:p>
          <a:endParaRPr lang="en-IN"/>
        </a:p>
      </dgm:t>
    </dgm:pt>
    <dgm:pt modelId="{BF8F5E42-3AAD-4EDB-B821-60B4D6DAEFC5}">
      <dgm:prSet custT="1"/>
      <dgm:spPr/>
      <dgm:t>
        <a:bodyPr/>
        <a:lstStyle/>
        <a:p>
          <a:r>
            <a:rPr lang="en-US" sz="2000" dirty="0">
              <a:latin typeface="Times New Roman" panose="02020603050405020304" pitchFamily="18" charset="0"/>
              <a:cs typeface="Times New Roman" panose="02020603050405020304" pitchFamily="18" charset="0"/>
            </a:rPr>
            <a:t>Creational Patterns: Abstract Factory</a:t>
          </a:r>
          <a:endParaRPr lang="en-IN" sz="2000" dirty="0">
            <a:latin typeface="Times New Roman" panose="02020603050405020304" pitchFamily="18" charset="0"/>
            <a:cs typeface="Times New Roman" panose="02020603050405020304" pitchFamily="18" charset="0"/>
          </a:endParaRPr>
        </a:p>
      </dgm:t>
    </dgm:pt>
    <dgm:pt modelId="{62A2E0B8-B52A-45BE-8CE3-FFC32C0C1334}" type="parTrans" cxnId="{F933E816-D3B1-47A5-9774-DEFBBBB91BF5}">
      <dgm:prSet/>
      <dgm:spPr/>
      <dgm:t>
        <a:bodyPr/>
        <a:lstStyle/>
        <a:p>
          <a:endParaRPr lang="en-IN"/>
        </a:p>
      </dgm:t>
    </dgm:pt>
    <dgm:pt modelId="{533DC2CF-B200-4402-9CC7-DCFFD0A4B01F}" type="sibTrans" cxnId="{F933E816-D3B1-47A5-9774-DEFBBBB91BF5}">
      <dgm:prSet/>
      <dgm:spPr/>
      <dgm:t>
        <a:bodyPr/>
        <a:lstStyle/>
        <a:p>
          <a:endParaRPr lang="en-IN">
            <a:latin typeface="Times New Roman" panose="02020603050405020304" pitchFamily="18" charset="0"/>
            <a:cs typeface="Times New Roman" panose="02020603050405020304" pitchFamily="18" charset="0"/>
          </a:endParaRPr>
        </a:p>
      </dgm:t>
    </dgm:pt>
    <dgm:pt modelId="{0A484B39-3B25-46FE-93F4-4EA8B6BC4C9B}">
      <dgm:prSet custT="1"/>
      <dgm:spPr/>
      <dgm:t>
        <a:bodyPr/>
        <a:lstStyle/>
        <a:p>
          <a:r>
            <a:rPr lang="en-US" sz="2000" dirty="0">
              <a:latin typeface="Times New Roman" panose="02020603050405020304" pitchFamily="18" charset="0"/>
              <a:cs typeface="Times New Roman" panose="02020603050405020304" pitchFamily="18" charset="0"/>
            </a:rPr>
            <a:t>Builder</a:t>
          </a:r>
          <a:endParaRPr lang="en-IN" sz="2000" dirty="0">
            <a:latin typeface="Times New Roman" panose="02020603050405020304" pitchFamily="18" charset="0"/>
            <a:cs typeface="Times New Roman" panose="02020603050405020304" pitchFamily="18" charset="0"/>
          </a:endParaRPr>
        </a:p>
      </dgm:t>
    </dgm:pt>
    <dgm:pt modelId="{FB2F997B-AD0D-404C-93B2-5B7A4C016AD2}" type="parTrans" cxnId="{E33B3AC7-50E7-4261-9195-9646B1A0787B}">
      <dgm:prSet/>
      <dgm:spPr/>
      <dgm:t>
        <a:bodyPr/>
        <a:lstStyle/>
        <a:p>
          <a:endParaRPr lang="en-IN"/>
        </a:p>
      </dgm:t>
    </dgm:pt>
    <dgm:pt modelId="{7A3D7633-BD7F-4F72-BFC0-06B041805C2E}" type="sibTrans" cxnId="{E33B3AC7-50E7-4261-9195-9646B1A0787B}">
      <dgm:prSet/>
      <dgm:spPr/>
      <dgm:t>
        <a:bodyPr/>
        <a:lstStyle/>
        <a:p>
          <a:endParaRPr lang="en-IN"/>
        </a:p>
      </dgm:t>
    </dgm:pt>
    <dgm:pt modelId="{1BD086BF-CBBC-43C5-97CE-24EE7B2D1B86}" type="pres">
      <dgm:prSet presAssocID="{81395E90-50D7-454B-B58A-E3B810123512}" presName="Name0" presStyleCnt="0">
        <dgm:presLayoutVars>
          <dgm:chMax val="7"/>
          <dgm:chPref val="7"/>
          <dgm:dir/>
        </dgm:presLayoutVars>
      </dgm:prSet>
      <dgm:spPr/>
    </dgm:pt>
    <dgm:pt modelId="{466EAB5F-6D6A-4812-8982-848B207FFC3A}" type="pres">
      <dgm:prSet presAssocID="{81395E90-50D7-454B-B58A-E3B810123512}" presName="Name1" presStyleCnt="0"/>
      <dgm:spPr/>
    </dgm:pt>
    <dgm:pt modelId="{EDB3980B-7EB0-47C9-AA38-F3CBC294DE1A}" type="pres">
      <dgm:prSet presAssocID="{81395E90-50D7-454B-B58A-E3B810123512}" presName="cycle" presStyleCnt="0"/>
      <dgm:spPr/>
    </dgm:pt>
    <dgm:pt modelId="{7A7B8FBC-2B47-47F7-A3D3-D61D3567D16B}" type="pres">
      <dgm:prSet presAssocID="{81395E90-50D7-454B-B58A-E3B810123512}" presName="srcNode" presStyleLbl="node1" presStyleIdx="0" presStyleCnt="5"/>
      <dgm:spPr/>
    </dgm:pt>
    <dgm:pt modelId="{1680A811-EB0C-4CB5-AAAE-BBB76A802439}" type="pres">
      <dgm:prSet presAssocID="{81395E90-50D7-454B-B58A-E3B810123512}" presName="conn" presStyleLbl="parChTrans1D2" presStyleIdx="0" presStyleCnt="1"/>
      <dgm:spPr/>
    </dgm:pt>
    <dgm:pt modelId="{221F7B5C-EBD6-4D93-86F4-01B07CF39A2C}" type="pres">
      <dgm:prSet presAssocID="{81395E90-50D7-454B-B58A-E3B810123512}" presName="extraNode" presStyleLbl="node1" presStyleIdx="0" presStyleCnt="5"/>
      <dgm:spPr/>
    </dgm:pt>
    <dgm:pt modelId="{373B6E40-4588-4C6D-8935-3B68D1204D3D}" type="pres">
      <dgm:prSet presAssocID="{81395E90-50D7-454B-B58A-E3B810123512}" presName="dstNode" presStyleLbl="node1" presStyleIdx="0" presStyleCnt="5"/>
      <dgm:spPr/>
    </dgm:pt>
    <dgm:pt modelId="{98AA67F9-10D6-40B5-BA0A-16433BA5A349}" type="pres">
      <dgm:prSet presAssocID="{BF8F5E42-3AAD-4EDB-B821-60B4D6DAEFC5}" presName="text_1" presStyleLbl="node1" presStyleIdx="0" presStyleCnt="5">
        <dgm:presLayoutVars>
          <dgm:bulletEnabled val="1"/>
        </dgm:presLayoutVars>
      </dgm:prSet>
      <dgm:spPr/>
    </dgm:pt>
    <dgm:pt modelId="{DDA7EABC-89B4-4C32-8099-2AF1295997F9}" type="pres">
      <dgm:prSet presAssocID="{BF8F5E42-3AAD-4EDB-B821-60B4D6DAEFC5}" presName="accent_1" presStyleCnt="0"/>
      <dgm:spPr/>
    </dgm:pt>
    <dgm:pt modelId="{4B9C0DFE-AD1C-4484-AD0F-3101A95F3401}" type="pres">
      <dgm:prSet presAssocID="{BF8F5E42-3AAD-4EDB-B821-60B4D6DAEFC5}" presName="accentRepeatNode" presStyleLbl="solidFgAcc1" presStyleIdx="0" presStyleCnt="5"/>
      <dgm:spPr/>
    </dgm:pt>
    <dgm:pt modelId="{88BCBFD8-B0F2-4798-9FD3-BF054841B46F}" type="pres">
      <dgm:prSet presAssocID="{0A484B39-3B25-46FE-93F4-4EA8B6BC4C9B}" presName="text_2" presStyleLbl="node1" presStyleIdx="1" presStyleCnt="5">
        <dgm:presLayoutVars>
          <dgm:bulletEnabled val="1"/>
        </dgm:presLayoutVars>
      </dgm:prSet>
      <dgm:spPr/>
    </dgm:pt>
    <dgm:pt modelId="{85A3CFFB-AD60-4EBB-A20D-7B3A1EA83F2D}" type="pres">
      <dgm:prSet presAssocID="{0A484B39-3B25-46FE-93F4-4EA8B6BC4C9B}" presName="accent_2" presStyleCnt="0"/>
      <dgm:spPr/>
    </dgm:pt>
    <dgm:pt modelId="{FE249998-030A-40FD-9BBB-D50EE75C96B6}" type="pres">
      <dgm:prSet presAssocID="{0A484B39-3B25-46FE-93F4-4EA8B6BC4C9B}" presName="accentRepeatNode" presStyleLbl="solidFgAcc1" presStyleIdx="1" presStyleCnt="5"/>
      <dgm:spPr/>
    </dgm:pt>
    <dgm:pt modelId="{DB20267A-69C1-45E6-AD06-F96E24A446F4}" type="pres">
      <dgm:prSet presAssocID="{5782D153-1A11-4B47-B02B-5C5349B337C1}" presName="text_3" presStyleLbl="node1" presStyleIdx="2" presStyleCnt="5">
        <dgm:presLayoutVars>
          <dgm:bulletEnabled val="1"/>
        </dgm:presLayoutVars>
      </dgm:prSet>
      <dgm:spPr/>
    </dgm:pt>
    <dgm:pt modelId="{45D5B653-3140-458F-AF3B-FEC0C75F1548}" type="pres">
      <dgm:prSet presAssocID="{5782D153-1A11-4B47-B02B-5C5349B337C1}" presName="accent_3" presStyleCnt="0"/>
      <dgm:spPr/>
    </dgm:pt>
    <dgm:pt modelId="{4776AC95-2879-45AC-84FA-5CF4AD5A7A66}" type="pres">
      <dgm:prSet presAssocID="{5782D153-1A11-4B47-B02B-5C5349B337C1}" presName="accentRepeatNode" presStyleLbl="solidFgAcc1" presStyleIdx="2" presStyleCnt="5"/>
      <dgm:spPr/>
    </dgm:pt>
    <dgm:pt modelId="{0E5E05C8-C588-484B-8F7E-E2FA6E0ECA1A}" type="pres">
      <dgm:prSet presAssocID="{60599E53-FD59-49F1-87F5-0D775A6BBA49}" presName="text_4" presStyleLbl="node1" presStyleIdx="3" presStyleCnt="5">
        <dgm:presLayoutVars>
          <dgm:bulletEnabled val="1"/>
        </dgm:presLayoutVars>
      </dgm:prSet>
      <dgm:spPr/>
    </dgm:pt>
    <dgm:pt modelId="{5A204858-2B59-40C1-8B41-C4B124F9EE1A}" type="pres">
      <dgm:prSet presAssocID="{60599E53-FD59-49F1-87F5-0D775A6BBA49}" presName="accent_4" presStyleCnt="0"/>
      <dgm:spPr/>
    </dgm:pt>
    <dgm:pt modelId="{6B18EF30-3C9C-4237-8E1F-9EFDD1DD6703}" type="pres">
      <dgm:prSet presAssocID="{60599E53-FD59-49F1-87F5-0D775A6BBA49}" presName="accentRepeatNode" presStyleLbl="solidFgAcc1" presStyleIdx="3" presStyleCnt="5"/>
      <dgm:spPr/>
    </dgm:pt>
    <dgm:pt modelId="{61324F8D-4DED-4319-A996-3DE5AFC6CF74}" type="pres">
      <dgm:prSet presAssocID="{C398760E-B5C6-4883-A064-650B12AC1C4F}" presName="text_5" presStyleLbl="node1" presStyleIdx="4" presStyleCnt="5">
        <dgm:presLayoutVars>
          <dgm:bulletEnabled val="1"/>
        </dgm:presLayoutVars>
      </dgm:prSet>
      <dgm:spPr/>
    </dgm:pt>
    <dgm:pt modelId="{B321AAB8-30B0-435B-8738-08FCC3257315}" type="pres">
      <dgm:prSet presAssocID="{C398760E-B5C6-4883-A064-650B12AC1C4F}" presName="accent_5" presStyleCnt="0"/>
      <dgm:spPr/>
    </dgm:pt>
    <dgm:pt modelId="{DCCAC70F-2C08-4449-A718-6A4A69C1A767}" type="pres">
      <dgm:prSet presAssocID="{C398760E-B5C6-4883-A064-650B12AC1C4F}" presName="accentRepeatNode" presStyleLbl="solidFgAcc1" presStyleIdx="4" presStyleCnt="5"/>
      <dgm:spPr/>
    </dgm:pt>
  </dgm:ptLst>
  <dgm:cxnLst>
    <dgm:cxn modelId="{F933E816-D3B1-47A5-9774-DEFBBBB91BF5}" srcId="{81395E90-50D7-454B-B58A-E3B810123512}" destId="{BF8F5E42-3AAD-4EDB-B821-60B4D6DAEFC5}" srcOrd="0" destOrd="0" parTransId="{62A2E0B8-B52A-45BE-8CE3-FFC32C0C1334}" sibTransId="{533DC2CF-B200-4402-9CC7-DCFFD0A4B01F}"/>
    <dgm:cxn modelId="{02052538-1631-48FD-AD62-A9F627D66ED5}" type="presOf" srcId="{533DC2CF-B200-4402-9CC7-DCFFD0A4B01F}" destId="{1680A811-EB0C-4CB5-AAAE-BBB76A802439}" srcOrd="0" destOrd="0" presId="urn:microsoft.com/office/officeart/2008/layout/VerticalCurvedList"/>
    <dgm:cxn modelId="{E85C3938-1ADF-48BA-8FF1-9945B5A7A32D}" srcId="{81395E90-50D7-454B-B58A-E3B810123512}" destId="{5782D153-1A11-4B47-B02B-5C5349B337C1}" srcOrd="2" destOrd="0" parTransId="{A65FB9BD-BA95-4600-99EF-72F81DFB6F68}" sibTransId="{24411B5D-CB0A-45C0-9AE1-6B7ACF971CF8}"/>
    <dgm:cxn modelId="{5AF90F4F-FB5F-48BB-A554-13199362A61F}" type="presOf" srcId="{0A484B39-3B25-46FE-93F4-4EA8B6BC4C9B}" destId="{88BCBFD8-B0F2-4798-9FD3-BF054841B46F}" srcOrd="0" destOrd="0" presId="urn:microsoft.com/office/officeart/2008/layout/VerticalCurvedList"/>
    <dgm:cxn modelId="{1F64F556-E465-4988-BBDA-F860C96BF4BA}" type="presOf" srcId="{81395E90-50D7-454B-B58A-E3B810123512}" destId="{1BD086BF-CBBC-43C5-97CE-24EE7B2D1B86}" srcOrd="0" destOrd="0" presId="urn:microsoft.com/office/officeart/2008/layout/VerticalCurvedList"/>
    <dgm:cxn modelId="{DE7A2482-3D1A-4872-9614-3F0D1D95832D}" srcId="{81395E90-50D7-454B-B58A-E3B810123512}" destId="{60599E53-FD59-49F1-87F5-0D775A6BBA49}" srcOrd="3" destOrd="0" parTransId="{E5C2CD3C-C601-4334-B40C-04BBD04D26D9}" sibTransId="{FC1C8252-8392-4728-AB2C-CA01E4B5AFBA}"/>
    <dgm:cxn modelId="{6D98919A-8DFD-4277-AAE7-9E2ABC8E61F0}" type="presOf" srcId="{5782D153-1A11-4B47-B02B-5C5349B337C1}" destId="{DB20267A-69C1-45E6-AD06-F96E24A446F4}" srcOrd="0" destOrd="0" presId="urn:microsoft.com/office/officeart/2008/layout/VerticalCurvedList"/>
    <dgm:cxn modelId="{28B286BC-48FB-4EB0-B225-A5C7A4B35A3F}" type="presOf" srcId="{BF8F5E42-3AAD-4EDB-B821-60B4D6DAEFC5}" destId="{98AA67F9-10D6-40B5-BA0A-16433BA5A349}" srcOrd="0" destOrd="0" presId="urn:microsoft.com/office/officeart/2008/layout/VerticalCurvedList"/>
    <dgm:cxn modelId="{BD8D3EBE-737F-46B0-AFB6-9CC3D2998BD8}" srcId="{81395E90-50D7-454B-B58A-E3B810123512}" destId="{C398760E-B5C6-4883-A064-650B12AC1C4F}" srcOrd="4" destOrd="0" parTransId="{4E2167F8-CE91-4969-BE74-16D6ABE10145}" sibTransId="{E08C7CAB-4E8A-431E-A08F-E6AF62E09BA3}"/>
    <dgm:cxn modelId="{E33B3AC7-50E7-4261-9195-9646B1A0787B}" srcId="{81395E90-50D7-454B-B58A-E3B810123512}" destId="{0A484B39-3B25-46FE-93F4-4EA8B6BC4C9B}" srcOrd="1" destOrd="0" parTransId="{FB2F997B-AD0D-404C-93B2-5B7A4C016AD2}" sibTransId="{7A3D7633-BD7F-4F72-BFC0-06B041805C2E}"/>
    <dgm:cxn modelId="{875AA9D5-E72D-434F-B67E-1EC12C858D9D}" type="presOf" srcId="{C398760E-B5C6-4883-A064-650B12AC1C4F}" destId="{61324F8D-4DED-4319-A996-3DE5AFC6CF74}" srcOrd="0" destOrd="0" presId="urn:microsoft.com/office/officeart/2008/layout/VerticalCurvedList"/>
    <dgm:cxn modelId="{FF076DF5-B1E3-4990-B1C6-9434132ABEEA}" type="presOf" srcId="{60599E53-FD59-49F1-87F5-0D775A6BBA49}" destId="{0E5E05C8-C588-484B-8F7E-E2FA6E0ECA1A}" srcOrd="0" destOrd="0" presId="urn:microsoft.com/office/officeart/2008/layout/VerticalCurvedList"/>
    <dgm:cxn modelId="{E77B3F08-A138-46D3-9AE6-6657262E50C0}" type="presParOf" srcId="{1BD086BF-CBBC-43C5-97CE-24EE7B2D1B86}" destId="{466EAB5F-6D6A-4812-8982-848B207FFC3A}" srcOrd="0" destOrd="0" presId="urn:microsoft.com/office/officeart/2008/layout/VerticalCurvedList"/>
    <dgm:cxn modelId="{12015470-22A7-4FDE-B64A-DE78983FA4BF}" type="presParOf" srcId="{466EAB5F-6D6A-4812-8982-848B207FFC3A}" destId="{EDB3980B-7EB0-47C9-AA38-F3CBC294DE1A}" srcOrd="0" destOrd="0" presId="urn:microsoft.com/office/officeart/2008/layout/VerticalCurvedList"/>
    <dgm:cxn modelId="{03476BC1-1FB8-4AC0-9B70-4B2B742861BB}" type="presParOf" srcId="{EDB3980B-7EB0-47C9-AA38-F3CBC294DE1A}" destId="{7A7B8FBC-2B47-47F7-A3D3-D61D3567D16B}" srcOrd="0" destOrd="0" presId="urn:microsoft.com/office/officeart/2008/layout/VerticalCurvedList"/>
    <dgm:cxn modelId="{D187E5CC-15BB-4BF9-98B3-B82D0A3F1D74}" type="presParOf" srcId="{EDB3980B-7EB0-47C9-AA38-F3CBC294DE1A}" destId="{1680A811-EB0C-4CB5-AAAE-BBB76A802439}" srcOrd="1" destOrd="0" presId="urn:microsoft.com/office/officeart/2008/layout/VerticalCurvedList"/>
    <dgm:cxn modelId="{1A9B9562-F295-473C-8EB7-C8B22C8BC513}" type="presParOf" srcId="{EDB3980B-7EB0-47C9-AA38-F3CBC294DE1A}" destId="{221F7B5C-EBD6-4D93-86F4-01B07CF39A2C}" srcOrd="2" destOrd="0" presId="urn:microsoft.com/office/officeart/2008/layout/VerticalCurvedList"/>
    <dgm:cxn modelId="{4243F61A-6A2E-414C-AB9F-6DD63DB5B1A1}" type="presParOf" srcId="{EDB3980B-7EB0-47C9-AA38-F3CBC294DE1A}" destId="{373B6E40-4588-4C6D-8935-3B68D1204D3D}" srcOrd="3" destOrd="0" presId="urn:microsoft.com/office/officeart/2008/layout/VerticalCurvedList"/>
    <dgm:cxn modelId="{51962C8A-B53D-472E-9D1E-B0785619B8EE}" type="presParOf" srcId="{466EAB5F-6D6A-4812-8982-848B207FFC3A}" destId="{98AA67F9-10D6-40B5-BA0A-16433BA5A349}" srcOrd="1" destOrd="0" presId="urn:microsoft.com/office/officeart/2008/layout/VerticalCurvedList"/>
    <dgm:cxn modelId="{6AFA4D37-88B3-4162-9CFC-106504482AEF}" type="presParOf" srcId="{466EAB5F-6D6A-4812-8982-848B207FFC3A}" destId="{DDA7EABC-89B4-4C32-8099-2AF1295997F9}" srcOrd="2" destOrd="0" presId="urn:microsoft.com/office/officeart/2008/layout/VerticalCurvedList"/>
    <dgm:cxn modelId="{21B6EDF4-0902-4C25-B162-A5C0775E7325}" type="presParOf" srcId="{DDA7EABC-89B4-4C32-8099-2AF1295997F9}" destId="{4B9C0DFE-AD1C-4484-AD0F-3101A95F3401}" srcOrd="0" destOrd="0" presId="urn:microsoft.com/office/officeart/2008/layout/VerticalCurvedList"/>
    <dgm:cxn modelId="{8D93BA22-DF14-46ED-8BE1-8DF694753943}" type="presParOf" srcId="{466EAB5F-6D6A-4812-8982-848B207FFC3A}" destId="{88BCBFD8-B0F2-4798-9FD3-BF054841B46F}" srcOrd="3" destOrd="0" presId="urn:microsoft.com/office/officeart/2008/layout/VerticalCurvedList"/>
    <dgm:cxn modelId="{1E058EC6-CD40-4E02-A973-8CA572A3BF4E}" type="presParOf" srcId="{466EAB5F-6D6A-4812-8982-848B207FFC3A}" destId="{85A3CFFB-AD60-4EBB-A20D-7B3A1EA83F2D}" srcOrd="4" destOrd="0" presId="urn:microsoft.com/office/officeart/2008/layout/VerticalCurvedList"/>
    <dgm:cxn modelId="{9BA72D2F-B58D-4312-AEC6-471A446BFFDB}" type="presParOf" srcId="{85A3CFFB-AD60-4EBB-A20D-7B3A1EA83F2D}" destId="{FE249998-030A-40FD-9BBB-D50EE75C96B6}" srcOrd="0" destOrd="0" presId="urn:microsoft.com/office/officeart/2008/layout/VerticalCurvedList"/>
    <dgm:cxn modelId="{76DA0608-EB85-4515-A7D0-20D758BFC459}" type="presParOf" srcId="{466EAB5F-6D6A-4812-8982-848B207FFC3A}" destId="{DB20267A-69C1-45E6-AD06-F96E24A446F4}" srcOrd="5" destOrd="0" presId="urn:microsoft.com/office/officeart/2008/layout/VerticalCurvedList"/>
    <dgm:cxn modelId="{24BABE6E-77D1-458D-B140-8D8B0D2254A1}" type="presParOf" srcId="{466EAB5F-6D6A-4812-8982-848B207FFC3A}" destId="{45D5B653-3140-458F-AF3B-FEC0C75F1548}" srcOrd="6" destOrd="0" presId="urn:microsoft.com/office/officeart/2008/layout/VerticalCurvedList"/>
    <dgm:cxn modelId="{34B346CF-19DE-446E-A5A7-14CB444ADD20}" type="presParOf" srcId="{45D5B653-3140-458F-AF3B-FEC0C75F1548}" destId="{4776AC95-2879-45AC-84FA-5CF4AD5A7A66}" srcOrd="0" destOrd="0" presId="urn:microsoft.com/office/officeart/2008/layout/VerticalCurvedList"/>
    <dgm:cxn modelId="{3C698E37-9176-4D7D-962D-3ABBE164F1C3}" type="presParOf" srcId="{466EAB5F-6D6A-4812-8982-848B207FFC3A}" destId="{0E5E05C8-C588-484B-8F7E-E2FA6E0ECA1A}" srcOrd="7" destOrd="0" presId="urn:microsoft.com/office/officeart/2008/layout/VerticalCurvedList"/>
    <dgm:cxn modelId="{ECB31956-058F-4531-ABDE-65EB5319FE69}" type="presParOf" srcId="{466EAB5F-6D6A-4812-8982-848B207FFC3A}" destId="{5A204858-2B59-40C1-8B41-C4B124F9EE1A}" srcOrd="8" destOrd="0" presId="urn:microsoft.com/office/officeart/2008/layout/VerticalCurvedList"/>
    <dgm:cxn modelId="{2E47DEE3-0C8C-4859-8325-D8D495158EF1}" type="presParOf" srcId="{5A204858-2B59-40C1-8B41-C4B124F9EE1A}" destId="{6B18EF30-3C9C-4237-8E1F-9EFDD1DD6703}" srcOrd="0" destOrd="0" presId="urn:microsoft.com/office/officeart/2008/layout/VerticalCurvedList"/>
    <dgm:cxn modelId="{525B498B-57BA-409B-BF89-4021240AD0A6}" type="presParOf" srcId="{466EAB5F-6D6A-4812-8982-848B207FFC3A}" destId="{61324F8D-4DED-4319-A996-3DE5AFC6CF74}" srcOrd="9" destOrd="0" presId="urn:microsoft.com/office/officeart/2008/layout/VerticalCurvedList"/>
    <dgm:cxn modelId="{D761C92E-86D8-4900-955F-B8B415131E51}" type="presParOf" srcId="{466EAB5F-6D6A-4812-8982-848B207FFC3A}" destId="{B321AAB8-30B0-435B-8738-08FCC3257315}" srcOrd="10" destOrd="0" presId="urn:microsoft.com/office/officeart/2008/layout/VerticalCurvedList"/>
    <dgm:cxn modelId="{20960E2E-3DE3-40E3-822A-5D56A3E0E1B0}" type="presParOf" srcId="{B321AAB8-30B0-435B-8738-08FCC3257315}" destId="{DCCAC70F-2C08-4449-A718-6A4A69C1A767}"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1395E90-50D7-454B-B58A-E3B810123512}" type="doc">
      <dgm:prSet loTypeId="urn:microsoft.com/office/officeart/2008/layout/VerticalCurvedList" loCatId="list" qsTypeId="urn:microsoft.com/office/officeart/2005/8/quickstyle/3d2" qsCatId="3D" csTypeId="urn:microsoft.com/office/officeart/2005/8/colors/accent2_1" csCatId="accent2" phldr="1"/>
      <dgm:spPr/>
      <dgm:t>
        <a:bodyPr/>
        <a:lstStyle/>
        <a:p>
          <a:endParaRPr lang="en-IN"/>
        </a:p>
      </dgm:t>
    </dgm:pt>
    <dgm:pt modelId="{BF8F5E42-3AAD-4EDB-B821-60B4D6DAEFC5}">
      <dgm:prSet custT="1"/>
      <dgm:spPr/>
      <dgm:t>
        <a:bodyPr/>
        <a:lstStyle/>
        <a:p>
          <a:r>
            <a:rPr lang="en-IN" sz="2000" dirty="0">
              <a:latin typeface="Times New Roman" panose="02020603050405020304" pitchFamily="18" charset="0"/>
              <a:cs typeface="Times New Roman" panose="02020603050405020304" pitchFamily="18" charset="0"/>
            </a:rPr>
            <a:t>Structural Pattern Part-I, Adapter</a:t>
          </a:r>
        </a:p>
      </dgm:t>
    </dgm:pt>
    <dgm:pt modelId="{62A2E0B8-B52A-45BE-8CE3-FFC32C0C1334}" type="parTrans" cxnId="{F933E816-D3B1-47A5-9774-DEFBBBB91BF5}">
      <dgm:prSet/>
      <dgm:spPr/>
      <dgm:t>
        <a:bodyPr/>
        <a:lstStyle/>
        <a:p>
          <a:endParaRPr lang="en-IN"/>
        </a:p>
      </dgm:t>
    </dgm:pt>
    <dgm:pt modelId="{533DC2CF-B200-4402-9CC7-DCFFD0A4B01F}" type="sibTrans" cxnId="{F933E816-D3B1-47A5-9774-DEFBBBB91BF5}">
      <dgm:prSet/>
      <dgm:spPr/>
      <dgm:t>
        <a:bodyPr/>
        <a:lstStyle/>
        <a:p>
          <a:endParaRPr lang="en-IN">
            <a:latin typeface="Times New Roman" panose="02020603050405020304" pitchFamily="18" charset="0"/>
            <a:cs typeface="Times New Roman" panose="02020603050405020304" pitchFamily="18" charset="0"/>
          </a:endParaRPr>
        </a:p>
      </dgm:t>
    </dgm:pt>
    <dgm:pt modelId="{ED1F65EC-F10B-4E8C-A6E6-79498DD1B51F}">
      <dgm:prSet custT="1"/>
      <dgm:spPr/>
      <dgm:t>
        <a:bodyPr/>
        <a:lstStyle/>
        <a:p>
          <a:r>
            <a:rPr lang="en-IN" sz="2000" dirty="0">
              <a:latin typeface="Times New Roman" panose="02020603050405020304" pitchFamily="18" charset="0"/>
              <a:cs typeface="Times New Roman" panose="02020603050405020304" pitchFamily="18" charset="0"/>
            </a:rPr>
            <a:t>Bridge</a:t>
          </a:r>
        </a:p>
      </dgm:t>
    </dgm:pt>
    <dgm:pt modelId="{952713BE-76BF-4E65-B1F6-E7BB06C1603F}" type="parTrans" cxnId="{4D3AED53-2D47-428C-A5FF-40A2E50DA3D4}">
      <dgm:prSet/>
      <dgm:spPr/>
      <dgm:t>
        <a:bodyPr/>
        <a:lstStyle/>
        <a:p>
          <a:endParaRPr lang="en-IN"/>
        </a:p>
      </dgm:t>
    </dgm:pt>
    <dgm:pt modelId="{40150AE2-649E-4A62-8424-CF6942227B3D}" type="sibTrans" cxnId="{4D3AED53-2D47-428C-A5FF-40A2E50DA3D4}">
      <dgm:prSet/>
      <dgm:spPr/>
      <dgm:t>
        <a:bodyPr/>
        <a:lstStyle/>
        <a:p>
          <a:endParaRPr lang="en-IN"/>
        </a:p>
      </dgm:t>
    </dgm:pt>
    <dgm:pt modelId="{30077A74-5B6E-4F99-A77E-B8BB6E0C6044}">
      <dgm:prSet custT="1"/>
      <dgm:spPr/>
      <dgm:t>
        <a:bodyPr/>
        <a:lstStyle/>
        <a:p>
          <a:r>
            <a:rPr lang="en-IN" sz="2000" dirty="0">
              <a:latin typeface="Times New Roman" panose="02020603050405020304" pitchFamily="18" charset="0"/>
              <a:cs typeface="Times New Roman" panose="02020603050405020304" pitchFamily="18" charset="0"/>
            </a:rPr>
            <a:t>Composite</a:t>
          </a:r>
        </a:p>
      </dgm:t>
    </dgm:pt>
    <dgm:pt modelId="{F658A587-2B58-4689-ABDC-3BF631CBD574}" type="parTrans" cxnId="{A281D4BB-F224-4D83-BEB2-4C4E11FA52EA}">
      <dgm:prSet/>
      <dgm:spPr/>
      <dgm:t>
        <a:bodyPr/>
        <a:lstStyle/>
        <a:p>
          <a:endParaRPr lang="en-IN"/>
        </a:p>
      </dgm:t>
    </dgm:pt>
    <dgm:pt modelId="{880302D1-F32F-4BA4-8B25-261BD5499719}" type="sibTrans" cxnId="{A281D4BB-F224-4D83-BEB2-4C4E11FA52EA}">
      <dgm:prSet/>
      <dgm:spPr/>
      <dgm:t>
        <a:bodyPr/>
        <a:lstStyle/>
        <a:p>
          <a:endParaRPr lang="en-IN"/>
        </a:p>
      </dgm:t>
    </dgm:pt>
    <dgm:pt modelId="{DD17550D-A05B-4B47-AAB1-BDA88EC28097}">
      <dgm:prSet custT="1"/>
      <dgm:spPr/>
      <dgm:t>
        <a:bodyPr/>
        <a:lstStyle/>
        <a:p>
          <a:r>
            <a:rPr lang="en-IN" sz="2000" dirty="0">
              <a:latin typeface="Times New Roman" panose="02020603050405020304" pitchFamily="18" charset="0"/>
              <a:cs typeface="Times New Roman" panose="02020603050405020304" pitchFamily="18" charset="0"/>
            </a:rPr>
            <a:t>Structural Pattern Part-II, Decorator Pattern</a:t>
          </a:r>
        </a:p>
      </dgm:t>
    </dgm:pt>
    <dgm:pt modelId="{AEE58EEB-E9B6-4EE9-89AF-03077718F0E8}" type="parTrans" cxnId="{1AC827C8-583A-45CA-8A57-631FDD72402F}">
      <dgm:prSet/>
      <dgm:spPr/>
      <dgm:t>
        <a:bodyPr/>
        <a:lstStyle/>
        <a:p>
          <a:endParaRPr lang="en-IN"/>
        </a:p>
      </dgm:t>
    </dgm:pt>
    <dgm:pt modelId="{3261CE4C-1DC3-474F-A413-9EDE7AA6F80D}" type="sibTrans" cxnId="{1AC827C8-583A-45CA-8A57-631FDD72402F}">
      <dgm:prSet/>
      <dgm:spPr/>
      <dgm:t>
        <a:bodyPr/>
        <a:lstStyle/>
        <a:p>
          <a:endParaRPr lang="en-IN"/>
        </a:p>
      </dgm:t>
    </dgm:pt>
    <dgm:pt modelId="{DED1A41D-556A-4C4B-A5D2-097C3CC3E28C}">
      <dgm:prSet custT="1"/>
      <dgm:spPr/>
      <dgm:t>
        <a:bodyPr/>
        <a:lstStyle/>
        <a:p>
          <a:r>
            <a:rPr lang="en-IN" sz="2000" dirty="0">
              <a:latin typeface="Times New Roman" panose="02020603050405020304" pitchFamily="18" charset="0"/>
              <a:cs typeface="Times New Roman" panose="02020603050405020304" pitchFamily="18" charset="0"/>
            </a:rPr>
            <a:t>Façade Pattern</a:t>
          </a:r>
        </a:p>
      </dgm:t>
    </dgm:pt>
    <dgm:pt modelId="{F3F8F872-F7B9-4EB8-B70F-BB8644F99421}" type="parTrans" cxnId="{6110C944-010B-4830-84CF-78A7B3555DBF}">
      <dgm:prSet/>
      <dgm:spPr/>
      <dgm:t>
        <a:bodyPr/>
        <a:lstStyle/>
        <a:p>
          <a:endParaRPr lang="en-IN"/>
        </a:p>
      </dgm:t>
    </dgm:pt>
    <dgm:pt modelId="{0DBC4C3B-8FB0-4CB0-845E-3C1C8E662374}" type="sibTrans" cxnId="{6110C944-010B-4830-84CF-78A7B3555DBF}">
      <dgm:prSet/>
      <dgm:spPr/>
      <dgm:t>
        <a:bodyPr/>
        <a:lstStyle/>
        <a:p>
          <a:endParaRPr lang="en-IN"/>
        </a:p>
      </dgm:t>
    </dgm:pt>
    <dgm:pt modelId="{CAA24A45-CE3E-4D35-B6EE-60DC9B2B2BD1}">
      <dgm:prSet custT="1"/>
      <dgm:spPr/>
      <dgm:t>
        <a:bodyPr/>
        <a:lstStyle/>
        <a:p>
          <a:r>
            <a:rPr lang="en-IN" sz="2000" dirty="0">
              <a:latin typeface="Times New Roman" panose="02020603050405020304" pitchFamily="18" charset="0"/>
              <a:cs typeface="Times New Roman" panose="02020603050405020304" pitchFamily="18" charset="0"/>
            </a:rPr>
            <a:t>Flyweight Pattern</a:t>
          </a:r>
        </a:p>
      </dgm:t>
    </dgm:pt>
    <dgm:pt modelId="{1AFD9E95-1F3E-4D73-BC26-C5962AB969E9}" type="parTrans" cxnId="{1B4319F1-53C9-4480-B30E-A4B292F394ED}">
      <dgm:prSet/>
      <dgm:spPr/>
      <dgm:t>
        <a:bodyPr/>
        <a:lstStyle/>
        <a:p>
          <a:endParaRPr lang="en-IN"/>
        </a:p>
      </dgm:t>
    </dgm:pt>
    <dgm:pt modelId="{24739901-7039-4898-8BB5-DD49032A1B89}" type="sibTrans" cxnId="{1B4319F1-53C9-4480-B30E-A4B292F394ED}">
      <dgm:prSet/>
      <dgm:spPr/>
      <dgm:t>
        <a:bodyPr/>
        <a:lstStyle/>
        <a:p>
          <a:endParaRPr lang="en-IN"/>
        </a:p>
      </dgm:t>
    </dgm:pt>
    <dgm:pt modelId="{ED3EC8DC-347D-467C-9E5B-7235D6F62233}">
      <dgm:prSet custT="1"/>
      <dgm:spPr/>
      <dgm:t>
        <a:bodyPr/>
        <a:lstStyle/>
        <a:p>
          <a:r>
            <a:rPr lang="en-IN" sz="2000" dirty="0">
              <a:latin typeface="Times New Roman" panose="02020603050405020304" pitchFamily="18" charset="0"/>
              <a:cs typeface="Times New Roman" panose="02020603050405020304" pitchFamily="18" charset="0"/>
            </a:rPr>
            <a:t>Proxy Pattern</a:t>
          </a:r>
        </a:p>
      </dgm:t>
    </dgm:pt>
    <dgm:pt modelId="{ED41994E-C77E-4B78-9DD1-26654EB287FA}" type="parTrans" cxnId="{87F399A2-37DB-4EDF-8252-9AC68C2C8E6F}">
      <dgm:prSet/>
      <dgm:spPr/>
      <dgm:t>
        <a:bodyPr/>
        <a:lstStyle/>
        <a:p>
          <a:endParaRPr lang="en-IN"/>
        </a:p>
      </dgm:t>
    </dgm:pt>
    <dgm:pt modelId="{DEB59631-7085-4F85-ACC0-4DE60B7B2A50}" type="sibTrans" cxnId="{87F399A2-37DB-4EDF-8252-9AC68C2C8E6F}">
      <dgm:prSet/>
      <dgm:spPr/>
      <dgm:t>
        <a:bodyPr/>
        <a:lstStyle/>
        <a:p>
          <a:endParaRPr lang="en-IN"/>
        </a:p>
      </dgm:t>
    </dgm:pt>
    <dgm:pt modelId="{3524BEAB-D23C-4E8B-9ACC-FBE647274519}" type="pres">
      <dgm:prSet presAssocID="{81395E90-50D7-454B-B58A-E3B810123512}" presName="Name0" presStyleCnt="0">
        <dgm:presLayoutVars>
          <dgm:chMax val="7"/>
          <dgm:chPref val="7"/>
          <dgm:dir/>
        </dgm:presLayoutVars>
      </dgm:prSet>
      <dgm:spPr/>
    </dgm:pt>
    <dgm:pt modelId="{DC7D5C91-242B-4081-A9B6-C8709C2E56F5}" type="pres">
      <dgm:prSet presAssocID="{81395E90-50D7-454B-B58A-E3B810123512}" presName="Name1" presStyleCnt="0"/>
      <dgm:spPr/>
    </dgm:pt>
    <dgm:pt modelId="{8DC4ECF2-5B50-42DB-B112-8CC87AB4919B}" type="pres">
      <dgm:prSet presAssocID="{81395E90-50D7-454B-B58A-E3B810123512}" presName="cycle" presStyleCnt="0"/>
      <dgm:spPr/>
    </dgm:pt>
    <dgm:pt modelId="{48345521-F883-42F0-B2D4-C59BD0B33A7F}" type="pres">
      <dgm:prSet presAssocID="{81395E90-50D7-454B-B58A-E3B810123512}" presName="srcNode" presStyleLbl="node1" presStyleIdx="0" presStyleCnt="7"/>
      <dgm:spPr/>
    </dgm:pt>
    <dgm:pt modelId="{5271294A-09C9-4D6E-A130-C7FC41E1332C}" type="pres">
      <dgm:prSet presAssocID="{81395E90-50D7-454B-B58A-E3B810123512}" presName="conn" presStyleLbl="parChTrans1D2" presStyleIdx="0" presStyleCnt="1"/>
      <dgm:spPr/>
    </dgm:pt>
    <dgm:pt modelId="{D3F502BD-A2F1-4312-A7DD-47E7E0FA9866}" type="pres">
      <dgm:prSet presAssocID="{81395E90-50D7-454B-B58A-E3B810123512}" presName="extraNode" presStyleLbl="node1" presStyleIdx="0" presStyleCnt="7"/>
      <dgm:spPr/>
    </dgm:pt>
    <dgm:pt modelId="{EFBDE3B1-5977-4E67-91B7-8EEC4BAFBF09}" type="pres">
      <dgm:prSet presAssocID="{81395E90-50D7-454B-B58A-E3B810123512}" presName="dstNode" presStyleLbl="node1" presStyleIdx="0" presStyleCnt="7"/>
      <dgm:spPr/>
    </dgm:pt>
    <dgm:pt modelId="{4041A3B1-6B30-436F-A39A-8B3629193EF9}" type="pres">
      <dgm:prSet presAssocID="{BF8F5E42-3AAD-4EDB-B821-60B4D6DAEFC5}" presName="text_1" presStyleLbl="node1" presStyleIdx="0" presStyleCnt="7">
        <dgm:presLayoutVars>
          <dgm:bulletEnabled val="1"/>
        </dgm:presLayoutVars>
      </dgm:prSet>
      <dgm:spPr/>
    </dgm:pt>
    <dgm:pt modelId="{A28CC3C7-A18B-4FD8-9E31-8724FF3CEE67}" type="pres">
      <dgm:prSet presAssocID="{BF8F5E42-3AAD-4EDB-B821-60B4D6DAEFC5}" presName="accent_1" presStyleCnt="0"/>
      <dgm:spPr/>
    </dgm:pt>
    <dgm:pt modelId="{9FCCB15F-E614-45FB-AAB4-FA0E60A55E2E}" type="pres">
      <dgm:prSet presAssocID="{BF8F5E42-3AAD-4EDB-B821-60B4D6DAEFC5}" presName="accentRepeatNode" presStyleLbl="solidFgAcc1" presStyleIdx="0" presStyleCnt="7"/>
      <dgm:spPr/>
    </dgm:pt>
    <dgm:pt modelId="{D1BCA401-1CFF-459C-A3A8-00F1E9BF78B6}" type="pres">
      <dgm:prSet presAssocID="{ED1F65EC-F10B-4E8C-A6E6-79498DD1B51F}" presName="text_2" presStyleLbl="node1" presStyleIdx="1" presStyleCnt="7">
        <dgm:presLayoutVars>
          <dgm:bulletEnabled val="1"/>
        </dgm:presLayoutVars>
      </dgm:prSet>
      <dgm:spPr/>
    </dgm:pt>
    <dgm:pt modelId="{8A36FFEA-2D25-457C-9324-71378C8D9B0D}" type="pres">
      <dgm:prSet presAssocID="{ED1F65EC-F10B-4E8C-A6E6-79498DD1B51F}" presName="accent_2" presStyleCnt="0"/>
      <dgm:spPr/>
    </dgm:pt>
    <dgm:pt modelId="{E2365BFE-380F-45F9-B74A-1459E5246540}" type="pres">
      <dgm:prSet presAssocID="{ED1F65EC-F10B-4E8C-A6E6-79498DD1B51F}" presName="accentRepeatNode" presStyleLbl="solidFgAcc1" presStyleIdx="1" presStyleCnt="7"/>
      <dgm:spPr/>
    </dgm:pt>
    <dgm:pt modelId="{598B499E-343E-4D26-88BF-8FC30A6E699B}" type="pres">
      <dgm:prSet presAssocID="{30077A74-5B6E-4F99-A77E-B8BB6E0C6044}" presName="text_3" presStyleLbl="node1" presStyleIdx="2" presStyleCnt="7">
        <dgm:presLayoutVars>
          <dgm:bulletEnabled val="1"/>
        </dgm:presLayoutVars>
      </dgm:prSet>
      <dgm:spPr/>
    </dgm:pt>
    <dgm:pt modelId="{537B02D8-808B-4B2A-A7CC-AC4F528872EC}" type="pres">
      <dgm:prSet presAssocID="{30077A74-5B6E-4F99-A77E-B8BB6E0C6044}" presName="accent_3" presStyleCnt="0"/>
      <dgm:spPr/>
    </dgm:pt>
    <dgm:pt modelId="{3E0377AD-0F41-418E-97ED-BCBE8E140FE7}" type="pres">
      <dgm:prSet presAssocID="{30077A74-5B6E-4F99-A77E-B8BB6E0C6044}" presName="accentRepeatNode" presStyleLbl="solidFgAcc1" presStyleIdx="2" presStyleCnt="7"/>
      <dgm:spPr/>
    </dgm:pt>
    <dgm:pt modelId="{55449691-5171-4B78-BD77-1BED07DDFC3D}" type="pres">
      <dgm:prSet presAssocID="{DD17550D-A05B-4B47-AAB1-BDA88EC28097}" presName="text_4" presStyleLbl="node1" presStyleIdx="3" presStyleCnt="7">
        <dgm:presLayoutVars>
          <dgm:bulletEnabled val="1"/>
        </dgm:presLayoutVars>
      </dgm:prSet>
      <dgm:spPr/>
    </dgm:pt>
    <dgm:pt modelId="{B71A5E7A-4F57-4392-B79C-801112E82D9B}" type="pres">
      <dgm:prSet presAssocID="{DD17550D-A05B-4B47-AAB1-BDA88EC28097}" presName="accent_4" presStyleCnt="0"/>
      <dgm:spPr/>
    </dgm:pt>
    <dgm:pt modelId="{5955A7F4-4EA4-4AB9-8824-069032023FA7}" type="pres">
      <dgm:prSet presAssocID="{DD17550D-A05B-4B47-AAB1-BDA88EC28097}" presName="accentRepeatNode" presStyleLbl="solidFgAcc1" presStyleIdx="3" presStyleCnt="7"/>
      <dgm:spPr/>
    </dgm:pt>
    <dgm:pt modelId="{9B083C11-5F2F-47ED-926A-660072DBA370}" type="pres">
      <dgm:prSet presAssocID="{DED1A41D-556A-4C4B-A5D2-097C3CC3E28C}" presName="text_5" presStyleLbl="node1" presStyleIdx="4" presStyleCnt="7">
        <dgm:presLayoutVars>
          <dgm:bulletEnabled val="1"/>
        </dgm:presLayoutVars>
      </dgm:prSet>
      <dgm:spPr/>
    </dgm:pt>
    <dgm:pt modelId="{D4A3113D-FDF8-451D-B667-687C34FEABEA}" type="pres">
      <dgm:prSet presAssocID="{DED1A41D-556A-4C4B-A5D2-097C3CC3E28C}" presName="accent_5" presStyleCnt="0"/>
      <dgm:spPr/>
    </dgm:pt>
    <dgm:pt modelId="{37CE39B8-41FB-4B0A-B2CB-40977E5FF349}" type="pres">
      <dgm:prSet presAssocID="{DED1A41D-556A-4C4B-A5D2-097C3CC3E28C}" presName="accentRepeatNode" presStyleLbl="solidFgAcc1" presStyleIdx="4" presStyleCnt="7"/>
      <dgm:spPr/>
    </dgm:pt>
    <dgm:pt modelId="{03884880-4036-4D36-BA8C-4D0568571FF4}" type="pres">
      <dgm:prSet presAssocID="{CAA24A45-CE3E-4D35-B6EE-60DC9B2B2BD1}" presName="text_6" presStyleLbl="node1" presStyleIdx="5" presStyleCnt="7">
        <dgm:presLayoutVars>
          <dgm:bulletEnabled val="1"/>
        </dgm:presLayoutVars>
      </dgm:prSet>
      <dgm:spPr/>
    </dgm:pt>
    <dgm:pt modelId="{B3A5F4B4-6255-4160-90F2-B1A71F18CBC1}" type="pres">
      <dgm:prSet presAssocID="{CAA24A45-CE3E-4D35-B6EE-60DC9B2B2BD1}" presName="accent_6" presStyleCnt="0"/>
      <dgm:spPr/>
    </dgm:pt>
    <dgm:pt modelId="{99F06D56-238C-4C9F-A447-521819900635}" type="pres">
      <dgm:prSet presAssocID="{CAA24A45-CE3E-4D35-B6EE-60DC9B2B2BD1}" presName="accentRepeatNode" presStyleLbl="solidFgAcc1" presStyleIdx="5" presStyleCnt="7"/>
      <dgm:spPr/>
    </dgm:pt>
    <dgm:pt modelId="{D2C83BCE-9D05-4024-A719-B19FA2B2387B}" type="pres">
      <dgm:prSet presAssocID="{ED3EC8DC-347D-467C-9E5B-7235D6F62233}" presName="text_7" presStyleLbl="node1" presStyleIdx="6" presStyleCnt="7">
        <dgm:presLayoutVars>
          <dgm:bulletEnabled val="1"/>
        </dgm:presLayoutVars>
      </dgm:prSet>
      <dgm:spPr/>
    </dgm:pt>
    <dgm:pt modelId="{36AEF1F8-1053-4FE4-816A-577A99179260}" type="pres">
      <dgm:prSet presAssocID="{ED3EC8DC-347D-467C-9E5B-7235D6F62233}" presName="accent_7" presStyleCnt="0"/>
      <dgm:spPr/>
    </dgm:pt>
    <dgm:pt modelId="{D3E16815-AACD-4E7C-AA29-2878D5330CBF}" type="pres">
      <dgm:prSet presAssocID="{ED3EC8DC-347D-467C-9E5B-7235D6F62233}" presName="accentRepeatNode" presStyleLbl="solidFgAcc1" presStyleIdx="6" presStyleCnt="7"/>
      <dgm:spPr/>
    </dgm:pt>
  </dgm:ptLst>
  <dgm:cxnLst>
    <dgm:cxn modelId="{F933E816-D3B1-47A5-9774-DEFBBBB91BF5}" srcId="{81395E90-50D7-454B-B58A-E3B810123512}" destId="{BF8F5E42-3AAD-4EDB-B821-60B4D6DAEFC5}" srcOrd="0" destOrd="0" parTransId="{62A2E0B8-B52A-45BE-8CE3-FFC32C0C1334}" sibTransId="{533DC2CF-B200-4402-9CC7-DCFFD0A4B01F}"/>
    <dgm:cxn modelId="{D4E46232-D8DE-4026-9C58-F52DFFAF3AA7}" type="presOf" srcId="{81395E90-50D7-454B-B58A-E3B810123512}" destId="{3524BEAB-D23C-4E8B-9ACC-FBE647274519}" srcOrd="0" destOrd="0" presId="urn:microsoft.com/office/officeart/2008/layout/VerticalCurvedList"/>
    <dgm:cxn modelId="{9CC16834-AB31-4FA3-894E-7FA3DCA7BDBD}" type="presOf" srcId="{30077A74-5B6E-4F99-A77E-B8BB6E0C6044}" destId="{598B499E-343E-4D26-88BF-8FC30A6E699B}" srcOrd="0" destOrd="0" presId="urn:microsoft.com/office/officeart/2008/layout/VerticalCurvedList"/>
    <dgm:cxn modelId="{6110C944-010B-4830-84CF-78A7B3555DBF}" srcId="{81395E90-50D7-454B-B58A-E3B810123512}" destId="{DED1A41D-556A-4C4B-A5D2-097C3CC3E28C}" srcOrd="4" destOrd="0" parTransId="{F3F8F872-F7B9-4EB8-B70F-BB8644F99421}" sibTransId="{0DBC4C3B-8FB0-4CB0-845E-3C1C8E662374}"/>
    <dgm:cxn modelId="{30CC2047-322A-49A4-835C-85706863AB01}" type="presOf" srcId="{DED1A41D-556A-4C4B-A5D2-097C3CC3E28C}" destId="{9B083C11-5F2F-47ED-926A-660072DBA370}" srcOrd="0" destOrd="0" presId="urn:microsoft.com/office/officeart/2008/layout/VerticalCurvedList"/>
    <dgm:cxn modelId="{5B855B4A-5985-4586-A4BD-061E044F69AE}" type="presOf" srcId="{CAA24A45-CE3E-4D35-B6EE-60DC9B2B2BD1}" destId="{03884880-4036-4D36-BA8C-4D0568571FF4}" srcOrd="0" destOrd="0" presId="urn:microsoft.com/office/officeart/2008/layout/VerticalCurvedList"/>
    <dgm:cxn modelId="{4D3AED53-2D47-428C-A5FF-40A2E50DA3D4}" srcId="{81395E90-50D7-454B-B58A-E3B810123512}" destId="{ED1F65EC-F10B-4E8C-A6E6-79498DD1B51F}" srcOrd="1" destOrd="0" parTransId="{952713BE-76BF-4E65-B1F6-E7BB06C1603F}" sibTransId="{40150AE2-649E-4A62-8424-CF6942227B3D}"/>
    <dgm:cxn modelId="{B65A408D-3B6F-4960-B2E4-79AF4C0B7BA9}" type="presOf" srcId="{533DC2CF-B200-4402-9CC7-DCFFD0A4B01F}" destId="{5271294A-09C9-4D6E-A130-C7FC41E1332C}" srcOrd="0" destOrd="0" presId="urn:microsoft.com/office/officeart/2008/layout/VerticalCurvedList"/>
    <dgm:cxn modelId="{87F399A2-37DB-4EDF-8252-9AC68C2C8E6F}" srcId="{81395E90-50D7-454B-B58A-E3B810123512}" destId="{ED3EC8DC-347D-467C-9E5B-7235D6F62233}" srcOrd="6" destOrd="0" parTransId="{ED41994E-C77E-4B78-9DD1-26654EB287FA}" sibTransId="{DEB59631-7085-4F85-ACC0-4DE60B7B2A50}"/>
    <dgm:cxn modelId="{A281D4BB-F224-4D83-BEB2-4C4E11FA52EA}" srcId="{81395E90-50D7-454B-B58A-E3B810123512}" destId="{30077A74-5B6E-4F99-A77E-B8BB6E0C6044}" srcOrd="2" destOrd="0" parTransId="{F658A587-2B58-4689-ABDC-3BF631CBD574}" sibTransId="{880302D1-F32F-4BA4-8B25-261BD5499719}"/>
    <dgm:cxn modelId="{1AC827C8-583A-45CA-8A57-631FDD72402F}" srcId="{81395E90-50D7-454B-B58A-E3B810123512}" destId="{DD17550D-A05B-4B47-AAB1-BDA88EC28097}" srcOrd="3" destOrd="0" parTransId="{AEE58EEB-E9B6-4EE9-89AF-03077718F0E8}" sibTransId="{3261CE4C-1DC3-474F-A413-9EDE7AA6F80D}"/>
    <dgm:cxn modelId="{94880DD7-FB78-4BF2-BC79-8A985B05B52F}" type="presOf" srcId="{ED1F65EC-F10B-4E8C-A6E6-79498DD1B51F}" destId="{D1BCA401-1CFF-459C-A3A8-00F1E9BF78B6}" srcOrd="0" destOrd="0" presId="urn:microsoft.com/office/officeart/2008/layout/VerticalCurvedList"/>
    <dgm:cxn modelId="{5E2E88D7-0493-4DA7-8E8B-44765D6E5270}" type="presOf" srcId="{DD17550D-A05B-4B47-AAB1-BDA88EC28097}" destId="{55449691-5171-4B78-BD77-1BED07DDFC3D}" srcOrd="0" destOrd="0" presId="urn:microsoft.com/office/officeart/2008/layout/VerticalCurvedList"/>
    <dgm:cxn modelId="{1B4319F1-53C9-4480-B30E-A4B292F394ED}" srcId="{81395E90-50D7-454B-B58A-E3B810123512}" destId="{CAA24A45-CE3E-4D35-B6EE-60DC9B2B2BD1}" srcOrd="5" destOrd="0" parTransId="{1AFD9E95-1F3E-4D73-BC26-C5962AB969E9}" sibTransId="{24739901-7039-4898-8BB5-DD49032A1B89}"/>
    <dgm:cxn modelId="{D7B067F5-4C6B-4AA0-A83B-06D492DD2F64}" type="presOf" srcId="{BF8F5E42-3AAD-4EDB-B821-60B4D6DAEFC5}" destId="{4041A3B1-6B30-436F-A39A-8B3629193EF9}" srcOrd="0" destOrd="0" presId="urn:microsoft.com/office/officeart/2008/layout/VerticalCurvedList"/>
    <dgm:cxn modelId="{C58CA7F9-4021-4ADC-9EF3-3356E897193B}" type="presOf" srcId="{ED3EC8DC-347D-467C-9E5B-7235D6F62233}" destId="{D2C83BCE-9D05-4024-A719-B19FA2B2387B}" srcOrd="0" destOrd="0" presId="urn:microsoft.com/office/officeart/2008/layout/VerticalCurvedList"/>
    <dgm:cxn modelId="{BD354BBF-BD23-432C-B9F8-43630843FE03}" type="presParOf" srcId="{3524BEAB-D23C-4E8B-9ACC-FBE647274519}" destId="{DC7D5C91-242B-4081-A9B6-C8709C2E56F5}" srcOrd="0" destOrd="0" presId="urn:microsoft.com/office/officeart/2008/layout/VerticalCurvedList"/>
    <dgm:cxn modelId="{536BF452-71E9-402C-AA2B-5F6E77E9B695}" type="presParOf" srcId="{DC7D5C91-242B-4081-A9B6-C8709C2E56F5}" destId="{8DC4ECF2-5B50-42DB-B112-8CC87AB4919B}" srcOrd="0" destOrd="0" presId="urn:microsoft.com/office/officeart/2008/layout/VerticalCurvedList"/>
    <dgm:cxn modelId="{27BB48C1-158A-4E49-8613-9213C615BF3B}" type="presParOf" srcId="{8DC4ECF2-5B50-42DB-B112-8CC87AB4919B}" destId="{48345521-F883-42F0-B2D4-C59BD0B33A7F}" srcOrd="0" destOrd="0" presId="urn:microsoft.com/office/officeart/2008/layout/VerticalCurvedList"/>
    <dgm:cxn modelId="{75F349DE-B3B9-4D87-BFF4-E81628FA524C}" type="presParOf" srcId="{8DC4ECF2-5B50-42DB-B112-8CC87AB4919B}" destId="{5271294A-09C9-4D6E-A130-C7FC41E1332C}" srcOrd="1" destOrd="0" presId="urn:microsoft.com/office/officeart/2008/layout/VerticalCurvedList"/>
    <dgm:cxn modelId="{963D51AE-9839-463D-A373-C5BA174C7CB9}" type="presParOf" srcId="{8DC4ECF2-5B50-42DB-B112-8CC87AB4919B}" destId="{D3F502BD-A2F1-4312-A7DD-47E7E0FA9866}" srcOrd="2" destOrd="0" presId="urn:microsoft.com/office/officeart/2008/layout/VerticalCurvedList"/>
    <dgm:cxn modelId="{A7130B52-ED73-4068-AFA9-B3CC0D12B672}" type="presParOf" srcId="{8DC4ECF2-5B50-42DB-B112-8CC87AB4919B}" destId="{EFBDE3B1-5977-4E67-91B7-8EEC4BAFBF09}" srcOrd="3" destOrd="0" presId="urn:microsoft.com/office/officeart/2008/layout/VerticalCurvedList"/>
    <dgm:cxn modelId="{280CDCB3-AE39-4C52-B6FD-6D822728E039}" type="presParOf" srcId="{DC7D5C91-242B-4081-A9B6-C8709C2E56F5}" destId="{4041A3B1-6B30-436F-A39A-8B3629193EF9}" srcOrd="1" destOrd="0" presId="urn:microsoft.com/office/officeart/2008/layout/VerticalCurvedList"/>
    <dgm:cxn modelId="{C7B7F7C6-1798-4170-AC95-BE22EABCB315}" type="presParOf" srcId="{DC7D5C91-242B-4081-A9B6-C8709C2E56F5}" destId="{A28CC3C7-A18B-4FD8-9E31-8724FF3CEE67}" srcOrd="2" destOrd="0" presId="urn:microsoft.com/office/officeart/2008/layout/VerticalCurvedList"/>
    <dgm:cxn modelId="{32108F18-799F-49DE-BC2A-2650EC76B7C3}" type="presParOf" srcId="{A28CC3C7-A18B-4FD8-9E31-8724FF3CEE67}" destId="{9FCCB15F-E614-45FB-AAB4-FA0E60A55E2E}" srcOrd="0" destOrd="0" presId="urn:microsoft.com/office/officeart/2008/layout/VerticalCurvedList"/>
    <dgm:cxn modelId="{5C649A64-6A7E-4C26-936A-CC02CD6D8380}" type="presParOf" srcId="{DC7D5C91-242B-4081-A9B6-C8709C2E56F5}" destId="{D1BCA401-1CFF-459C-A3A8-00F1E9BF78B6}" srcOrd="3" destOrd="0" presId="urn:microsoft.com/office/officeart/2008/layout/VerticalCurvedList"/>
    <dgm:cxn modelId="{8830CD5F-2EA3-485A-BA83-261B9178AE67}" type="presParOf" srcId="{DC7D5C91-242B-4081-A9B6-C8709C2E56F5}" destId="{8A36FFEA-2D25-457C-9324-71378C8D9B0D}" srcOrd="4" destOrd="0" presId="urn:microsoft.com/office/officeart/2008/layout/VerticalCurvedList"/>
    <dgm:cxn modelId="{A4B9FE50-2291-48DA-AD05-4CB1F19C2C95}" type="presParOf" srcId="{8A36FFEA-2D25-457C-9324-71378C8D9B0D}" destId="{E2365BFE-380F-45F9-B74A-1459E5246540}" srcOrd="0" destOrd="0" presId="urn:microsoft.com/office/officeart/2008/layout/VerticalCurvedList"/>
    <dgm:cxn modelId="{6EF18059-45F1-4C01-8E1E-8D65B3F963F8}" type="presParOf" srcId="{DC7D5C91-242B-4081-A9B6-C8709C2E56F5}" destId="{598B499E-343E-4D26-88BF-8FC30A6E699B}" srcOrd="5" destOrd="0" presId="urn:microsoft.com/office/officeart/2008/layout/VerticalCurvedList"/>
    <dgm:cxn modelId="{2DD4074C-64F1-4480-A993-0CB0234E69FF}" type="presParOf" srcId="{DC7D5C91-242B-4081-A9B6-C8709C2E56F5}" destId="{537B02D8-808B-4B2A-A7CC-AC4F528872EC}" srcOrd="6" destOrd="0" presId="urn:microsoft.com/office/officeart/2008/layout/VerticalCurvedList"/>
    <dgm:cxn modelId="{F6943528-75D3-434D-91E7-386E6CE3450F}" type="presParOf" srcId="{537B02D8-808B-4B2A-A7CC-AC4F528872EC}" destId="{3E0377AD-0F41-418E-97ED-BCBE8E140FE7}" srcOrd="0" destOrd="0" presId="urn:microsoft.com/office/officeart/2008/layout/VerticalCurvedList"/>
    <dgm:cxn modelId="{BFC1E997-5240-4AB3-AEE4-42E0424AD926}" type="presParOf" srcId="{DC7D5C91-242B-4081-A9B6-C8709C2E56F5}" destId="{55449691-5171-4B78-BD77-1BED07DDFC3D}" srcOrd="7" destOrd="0" presId="urn:microsoft.com/office/officeart/2008/layout/VerticalCurvedList"/>
    <dgm:cxn modelId="{10EC5B5E-1008-484E-8467-AA01081E949C}" type="presParOf" srcId="{DC7D5C91-242B-4081-A9B6-C8709C2E56F5}" destId="{B71A5E7A-4F57-4392-B79C-801112E82D9B}" srcOrd="8" destOrd="0" presId="urn:microsoft.com/office/officeart/2008/layout/VerticalCurvedList"/>
    <dgm:cxn modelId="{D889B260-8338-4C79-9FE2-6E4B9F46E7DB}" type="presParOf" srcId="{B71A5E7A-4F57-4392-B79C-801112E82D9B}" destId="{5955A7F4-4EA4-4AB9-8824-069032023FA7}" srcOrd="0" destOrd="0" presId="urn:microsoft.com/office/officeart/2008/layout/VerticalCurvedList"/>
    <dgm:cxn modelId="{1C1D147E-DE65-4FEE-B774-8ACD866DE4C3}" type="presParOf" srcId="{DC7D5C91-242B-4081-A9B6-C8709C2E56F5}" destId="{9B083C11-5F2F-47ED-926A-660072DBA370}" srcOrd="9" destOrd="0" presId="urn:microsoft.com/office/officeart/2008/layout/VerticalCurvedList"/>
    <dgm:cxn modelId="{6D5289F4-BB3B-4979-9619-32E5CE6CDB8A}" type="presParOf" srcId="{DC7D5C91-242B-4081-A9B6-C8709C2E56F5}" destId="{D4A3113D-FDF8-451D-B667-687C34FEABEA}" srcOrd="10" destOrd="0" presId="urn:microsoft.com/office/officeart/2008/layout/VerticalCurvedList"/>
    <dgm:cxn modelId="{07037DF5-5679-4A1B-8658-03DD8C591769}" type="presParOf" srcId="{D4A3113D-FDF8-451D-B667-687C34FEABEA}" destId="{37CE39B8-41FB-4B0A-B2CB-40977E5FF349}" srcOrd="0" destOrd="0" presId="urn:microsoft.com/office/officeart/2008/layout/VerticalCurvedList"/>
    <dgm:cxn modelId="{417561AA-E4C9-480B-830D-7990795A47B6}" type="presParOf" srcId="{DC7D5C91-242B-4081-A9B6-C8709C2E56F5}" destId="{03884880-4036-4D36-BA8C-4D0568571FF4}" srcOrd="11" destOrd="0" presId="urn:microsoft.com/office/officeart/2008/layout/VerticalCurvedList"/>
    <dgm:cxn modelId="{B0D9F1DA-DFF6-461F-95FD-99025DC89A2C}" type="presParOf" srcId="{DC7D5C91-242B-4081-A9B6-C8709C2E56F5}" destId="{B3A5F4B4-6255-4160-90F2-B1A71F18CBC1}" srcOrd="12" destOrd="0" presId="urn:microsoft.com/office/officeart/2008/layout/VerticalCurvedList"/>
    <dgm:cxn modelId="{DD7D2CE6-E2D4-46BD-A835-827E8466A6CF}" type="presParOf" srcId="{B3A5F4B4-6255-4160-90F2-B1A71F18CBC1}" destId="{99F06D56-238C-4C9F-A447-521819900635}" srcOrd="0" destOrd="0" presId="urn:microsoft.com/office/officeart/2008/layout/VerticalCurvedList"/>
    <dgm:cxn modelId="{214C6C9F-86A5-4792-892E-A50FA56B1D0C}" type="presParOf" srcId="{DC7D5C91-242B-4081-A9B6-C8709C2E56F5}" destId="{D2C83BCE-9D05-4024-A719-B19FA2B2387B}" srcOrd="13" destOrd="0" presId="urn:microsoft.com/office/officeart/2008/layout/VerticalCurvedList"/>
    <dgm:cxn modelId="{E24528D9-AC16-47FA-9AF1-8E8455A61B41}" type="presParOf" srcId="{DC7D5C91-242B-4081-A9B6-C8709C2E56F5}" destId="{36AEF1F8-1053-4FE4-816A-577A99179260}" srcOrd="14" destOrd="0" presId="urn:microsoft.com/office/officeart/2008/layout/VerticalCurvedList"/>
    <dgm:cxn modelId="{55B1E2A4-E9E3-4BB3-977F-31DBF36D55E8}" type="presParOf" srcId="{36AEF1F8-1053-4FE4-816A-577A99179260}" destId="{D3E16815-AACD-4E7C-AA29-2878D5330CBF}"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1395E90-50D7-454B-B58A-E3B810123512}" type="doc">
      <dgm:prSet loTypeId="urn:microsoft.com/office/officeart/2008/layout/VerticalCurvedList" loCatId="list" qsTypeId="urn:microsoft.com/office/officeart/2005/8/quickstyle/3d2" qsCatId="3D" csTypeId="urn:microsoft.com/office/officeart/2005/8/colors/accent2_1" csCatId="accent2" phldr="1"/>
      <dgm:spPr/>
      <dgm:t>
        <a:bodyPr/>
        <a:lstStyle/>
        <a:p>
          <a:endParaRPr lang="en-IN"/>
        </a:p>
      </dgm:t>
    </dgm:pt>
    <dgm:pt modelId="{BF8F5E42-3AAD-4EDB-B821-60B4D6DAEFC5}">
      <dgm:prSet custT="1"/>
      <dgm:spPr/>
      <dgm:t>
        <a:bodyPr/>
        <a:lstStyle/>
        <a:p>
          <a:r>
            <a:rPr lang="en-IN" sz="2000" dirty="0">
              <a:latin typeface="Times New Roman" panose="02020603050405020304" pitchFamily="18" charset="0"/>
              <a:cs typeface="Times New Roman" panose="02020603050405020304" pitchFamily="18" charset="0"/>
            </a:rPr>
            <a:t>Behavioural Patterns Part: I - Chain of Responsibility Pattern</a:t>
          </a:r>
        </a:p>
      </dgm:t>
    </dgm:pt>
    <dgm:pt modelId="{62A2E0B8-B52A-45BE-8CE3-FFC32C0C1334}" type="parTrans" cxnId="{F933E816-D3B1-47A5-9774-DEFBBBB91BF5}">
      <dgm:prSet/>
      <dgm:spPr/>
      <dgm:t>
        <a:bodyPr/>
        <a:lstStyle/>
        <a:p>
          <a:endParaRPr lang="en-IN"/>
        </a:p>
      </dgm:t>
    </dgm:pt>
    <dgm:pt modelId="{533DC2CF-B200-4402-9CC7-DCFFD0A4B01F}" type="sibTrans" cxnId="{F933E816-D3B1-47A5-9774-DEFBBBB91BF5}">
      <dgm:prSet/>
      <dgm:spPr/>
      <dgm:t>
        <a:bodyPr/>
        <a:lstStyle/>
        <a:p>
          <a:endParaRPr lang="en-IN">
            <a:latin typeface="Times New Roman" panose="02020603050405020304" pitchFamily="18" charset="0"/>
            <a:cs typeface="Times New Roman" panose="02020603050405020304" pitchFamily="18" charset="0"/>
          </a:endParaRPr>
        </a:p>
      </dgm:t>
    </dgm:pt>
    <dgm:pt modelId="{36338F33-68DE-4098-80CC-77BCEDF79224}">
      <dgm:prSet custT="1"/>
      <dgm:spPr/>
      <dgm:t>
        <a:bodyPr/>
        <a:lstStyle/>
        <a:p>
          <a:r>
            <a:rPr lang="en-IN" sz="2000" dirty="0">
              <a:latin typeface="Times New Roman" panose="02020603050405020304" pitchFamily="18" charset="0"/>
              <a:cs typeface="Times New Roman" panose="02020603050405020304" pitchFamily="18" charset="0"/>
            </a:rPr>
            <a:t>Command Pattern</a:t>
          </a:r>
        </a:p>
      </dgm:t>
    </dgm:pt>
    <dgm:pt modelId="{8DAECF08-BB1C-456F-9522-97EC76896364}" type="parTrans" cxnId="{78029A45-B92E-4E2B-9A91-95162A823418}">
      <dgm:prSet/>
      <dgm:spPr/>
      <dgm:t>
        <a:bodyPr/>
        <a:lstStyle/>
        <a:p>
          <a:endParaRPr lang="en-IN"/>
        </a:p>
      </dgm:t>
    </dgm:pt>
    <dgm:pt modelId="{7CB7F53E-C3AD-443F-ADA0-9E069C7A6AFE}" type="sibTrans" cxnId="{78029A45-B92E-4E2B-9A91-95162A823418}">
      <dgm:prSet/>
      <dgm:spPr/>
      <dgm:t>
        <a:bodyPr/>
        <a:lstStyle/>
        <a:p>
          <a:endParaRPr lang="en-IN"/>
        </a:p>
      </dgm:t>
    </dgm:pt>
    <dgm:pt modelId="{08903A3A-50E6-4C31-B50C-BF2204441A84}">
      <dgm:prSet custT="1"/>
      <dgm:spPr/>
      <dgm:t>
        <a:bodyPr/>
        <a:lstStyle/>
        <a:p>
          <a:r>
            <a:rPr lang="en-IN" sz="2000" dirty="0">
              <a:latin typeface="Times New Roman" panose="02020603050405020304" pitchFamily="18" charset="0"/>
              <a:cs typeface="Times New Roman" panose="02020603050405020304" pitchFamily="18" charset="0"/>
            </a:rPr>
            <a:t>Interpreter Pattern</a:t>
          </a:r>
        </a:p>
      </dgm:t>
    </dgm:pt>
    <dgm:pt modelId="{01F6E1A6-77CC-4A83-A1F9-09E67F03943A}" type="parTrans" cxnId="{7009289C-780C-4DC2-9E1D-5F8F7A226516}">
      <dgm:prSet/>
      <dgm:spPr/>
      <dgm:t>
        <a:bodyPr/>
        <a:lstStyle/>
        <a:p>
          <a:endParaRPr lang="en-IN"/>
        </a:p>
      </dgm:t>
    </dgm:pt>
    <dgm:pt modelId="{F153CD98-BC62-4212-9CC5-22673AD748B9}" type="sibTrans" cxnId="{7009289C-780C-4DC2-9E1D-5F8F7A226516}">
      <dgm:prSet/>
      <dgm:spPr/>
      <dgm:t>
        <a:bodyPr/>
        <a:lstStyle/>
        <a:p>
          <a:endParaRPr lang="en-IN"/>
        </a:p>
      </dgm:t>
    </dgm:pt>
    <dgm:pt modelId="{552A7971-1E15-4EB6-A80B-BA4506FCF278}">
      <dgm:prSet custT="1"/>
      <dgm:spPr/>
      <dgm:t>
        <a:bodyPr/>
        <a:lstStyle/>
        <a:p>
          <a:r>
            <a:rPr lang="en-IN" sz="2000" dirty="0">
              <a:latin typeface="Times New Roman" panose="02020603050405020304" pitchFamily="18" charset="0"/>
              <a:cs typeface="Times New Roman" panose="02020603050405020304" pitchFamily="18" charset="0"/>
            </a:rPr>
            <a:t>Iterator Pattern</a:t>
          </a:r>
        </a:p>
      </dgm:t>
    </dgm:pt>
    <dgm:pt modelId="{29E8F9E2-AE34-46B2-BB98-8237743EF525}" type="parTrans" cxnId="{6F7757A3-1148-42F6-B445-B32CFEF56581}">
      <dgm:prSet/>
      <dgm:spPr/>
      <dgm:t>
        <a:bodyPr/>
        <a:lstStyle/>
        <a:p>
          <a:endParaRPr lang="en-IN"/>
        </a:p>
      </dgm:t>
    </dgm:pt>
    <dgm:pt modelId="{124C0337-A491-4F32-A4EE-EF0D6B9B5CC9}" type="sibTrans" cxnId="{6F7757A3-1148-42F6-B445-B32CFEF56581}">
      <dgm:prSet/>
      <dgm:spPr/>
      <dgm:t>
        <a:bodyPr/>
        <a:lstStyle/>
        <a:p>
          <a:endParaRPr lang="en-IN"/>
        </a:p>
      </dgm:t>
    </dgm:pt>
    <dgm:pt modelId="{A1A216A9-D6AD-4159-A7DC-08552601D9C1}">
      <dgm:prSet custT="1"/>
      <dgm:spPr/>
      <dgm:t>
        <a:bodyPr/>
        <a:lstStyle/>
        <a:p>
          <a:r>
            <a:rPr lang="en-IN" sz="2000" dirty="0">
              <a:latin typeface="Times New Roman" panose="02020603050405020304" pitchFamily="18" charset="0"/>
              <a:cs typeface="Times New Roman" panose="02020603050405020304" pitchFamily="18" charset="0"/>
            </a:rPr>
            <a:t>Behavioural Patterns Part: II - Mediator</a:t>
          </a:r>
        </a:p>
      </dgm:t>
    </dgm:pt>
    <dgm:pt modelId="{82511BE8-305F-4EBB-ABF0-4F78D23D9655}" type="parTrans" cxnId="{F4ECAA48-E71B-4CBA-B7EB-DD0FD54A6A21}">
      <dgm:prSet/>
      <dgm:spPr/>
      <dgm:t>
        <a:bodyPr/>
        <a:lstStyle/>
        <a:p>
          <a:endParaRPr lang="en-IN"/>
        </a:p>
      </dgm:t>
    </dgm:pt>
    <dgm:pt modelId="{C4AE138B-5FDA-4E0C-B40E-45914B4C9A5F}" type="sibTrans" cxnId="{F4ECAA48-E71B-4CBA-B7EB-DD0FD54A6A21}">
      <dgm:prSet/>
      <dgm:spPr/>
      <dgm:t>
        <a:bodyPr/>
        <a:lstStyle/>
        <a:p>
          <a:endParaRPr lang="en-IN"/>
        </a:p>
      </dgm:t>
    </dgm:pt>
    <dgm:pt modelId="{4E19C4D2-A031-49F8-A117-DB52A84D05B0}">
      <dgm:prSet custT="1"/>
      <dgm:spPr/>
      <dgm:t>
        <a:bodyPr/>
        <a:lstStyle/>
        <a:p>
          <a:r>
            <a:rPr lang="en-IN" sz="2000" dirty="0">
              <a:latin typeface="Times New Roman" panose="02020603050405020304" pitchFamily="18" charset="0"/>
              <a:cs typeface="Times New Roman" panose="02020603050405020304" pitchFamily="18" charset="0"/>
            </a:rPr>
            <a:t>Memento</a:t>
          </a:r>
        </a:p>
      </dgm:t>
    </dgm:pt>
    <dgm:pt modelId="{4F1170FB-959E-44D7-B33A-EC241CD4FD59}" type="parTrans" cxnId="{5E605683-3990-41B0-A31B-1EA8EEC76FAD}">
      <dgm:prSet/>
      <dgm:spPr/>
      <dgm:t>
        <a:bodyPr/>
        <a:lstStyle/>
        <a:p>
          <a:endParaRPr lang="en-IN"/>
        </a:p>
      </dgm:t>
    </dgm:pt>
    <dgm:pt modelId="{29FBF5FB-1C37-4E99-A2E2-5F158DDB9921}" type="sibTrans" cxnId="{5E605683-3990-41B0-A31B-1EA8EEC76FAD}">
      <dgm:prSet/>
      <dgm:spPr/>
      <dgm:t>
        <a:bodyPr/>
        <a:lstStyle/>
        <a:p>
          <a:endParaRPr lang="en-IN"/>
        </a:p>
      </dgm:t>
    </dgm:pt>
    <dgm:pt modelId="{185C52EB-0E9C-4AB5-8E1C-FE40BD35BD00}">
      <dgm:prSet custT="1"/>
      <dgm:spPr/>
      <dgm:t>
        <a:bodyPr/>
        <a:lstStyle/>
        <a:p>
          <a:r>
            <a:rPr lang="en-IN" sz="2000" dirty="0">
              <a:latin typeface="Times New Roman" panose="02020603050405020304" pitchFamily="18" charset="0"/>
              <a:cs typeface="Times New Roman" panose="02020603050405020304" pitchFamily="18" charset="0"/>
            </a:rPr>
            <a:t>Observer Pattern</a:t>
          </a:r>
        </a:p>
      </dgm:t>
    </dgm:pt>
    <dgm:pt modelId="{BB54324A-9D32-4BEE-B145-1FD29BB0405E}" type="parTrans" cxnId="{43281856-EC3B-4DF0-8FEC-5376C6ADF5EB}">
      <dgm:prSet/>
      <dgm:spPr/>
      <dgm:t>
        <a:bodyPr/>
        <a:lstStyle/>
        <a:p>
          <a:endParaRPr lang="en-IN"/>
        </a:p>
      </dgm:t>
    </dgm:pt>
    <dgm:pt modelId="{D39BC8F5-F46F-42A0-9476-4E9B891ACDDF}" type="sibTrans" cxnId="{43281856-EC3B-4DF0-8FEC-5376C6ADF5EB}">
      <dgm:prSet/>
      <dgm:spPr/>
      <dgm:t>
        <a:bodyPr/>
        <a:lstStyle/>
        <a:p>
          <a:endParaRPr lang="en-IN"/>
        </a:p>
      </dgm:t>
    </dgm:pt>
    <dgm:pt modelId="{3524BEAB-D23C-4E8B-9ACC-FBE647274519}" type="pres">
      <dgm:prSet presAssocID="{81395E90-50D7-454B-B58A-E3B810123512}" presName="Name0" presStyleCnt="0">
        <dgm:presLayoutVars>
          <dgm:chMax val="7"/>
          <dgm:chPref val="7"/>
          <dgm:dir/>
        </dgm:presLayoutVars>
      </dgm:prSet>
      <dgm:spPr/>
    </dgm:pt>
    <dgm:pt modelId="{DC7D5C91-242B-4081-A9B6-C8709C2E56F5}" type="pres">
      <dgm:prSet presAssocID="{81395E90-50D7-454B-B58A-E3B810123512}" presName="Name1" presStyleCnt="0"/>
      <dgm:spPr/>
    </dgm:pt>
    <dgm:pt modelId="{8DC4ECF2-5B50-42DB-B112-8CC87AB4919B}" type="pres">
      <dgm:prSet presAssocID="{81395E90-50D7-454B-B58A-E3B810123512}" presName="cycle" presStyleCnt="0"/>
      <dgm:spPr/>
    </dgm:pt>
    <dgm:pt modelId="{48345521-F883-42F0-B2D4-C59BD0B33A7F}" type="pres">
      <dgm:prSet presAssocID="{81395E90-50D7-454B-B58A-E3B810123512}" presName="srcNode" presStyleLbl="node1" presStyleIdx="0" presStyleCnt="7"/>
      <dgm:spPr/>
    </dgm:pt>
    <dgm:pt modelId="{5271294A-09C9-4D6E-A130-C7FC41E1332C}" type="pres">
      <dgm:prSet presAssocID="{81395E90-50D7-454B-B58A-E3B810123512}" presName="conn" presStyleLbl="parChTrans1D2" presStyleIdx="0" presStyleCnt="1"/>
      <dgm:spPr/>
    </dgm:pt>
    <dgm:pt modelId="{D3F502BD-A2F1-4312-A7DD-47E7E0FA9866}" type="pres">
      <dgm:prSet presAssocID="{81395E90-50D7-454B-B58A-E3B810123512}" presName="extraNode" presStyleLbl="node1" presStyleIdx="0" presStyleCnt="7"/>
      <dgm:spPr/>
    </dgm:pt>
    <dgm:pt modelId="{EFBDE3B1-5977-4E67-91B7-8EEC4BAFBF09}" type="pres">
      <dgm:prSet presAssocID="{81395E90-50D7-454B-B58A-E3B810123512}" presName="dstNode" presStyleLbl="node1" presStyleIdx="0" presStyleCnt="7"/>
      <dgm:spPr/>
    </dgm:pt>
    <dgm:pt modelId="{4041A3B1-6B30-436F-A39A-8B3629193EF9}" type="pres">
      <dgm:prSet presAssocID="{BF8F5E42-3AAD-4EDB-B821-60B4D6DAEFC5}" presName="text_1" presStyleLbl="node1" presStyleIdx="0" presStyleCnt="7">
        <dgm:presLayoutVars>
          <dgm:bulletEnabled val="1"/>
        </dgm:presLayoutVars>
      </dgm:prSet>
      <dgm:spPr/>
    </dgm:pt>
    <dgm:pt modelId="{A28CC3C7-A18B-4FD8-9E31-8724FF3CEE67}" type="pres">
      <dgm:prSet presAssocID="{BF8F5E42-3AAD-4EDB-B821-60B4D6DAEFC5}" presName="accent_1" presStyleCnt="0"/>
      <dgm:spPr/>
    </dgm:pt>
    <dgm:pt modelId="{9FCCB15F-E614-45FB-AAB4-FA0E60A55E2E}" type="pres">
      <dgm:prSet presAssocID="{BF8F5E42-3AAD-4EDB-B821-60B4D6DAEFC5}" presName="accentRepeatNode" presStyleLbl="solidFgAcc1" presStyleIdx="0" presStyleCnt="7"/>
      <dgm:spPr/>
    </dgm:pt>
    <dgm:pt modelId="{7BE6ED4C-509B-44E4-AA44-EB0711D49DBD}" type="pres">
      <dgm:prSet presAssocID="{36338F33-68DE-4098-80CC-77BCEDF79224}" presName="text_2" presStyleLbl="node1" presStyleIdx="1" presStyleCnt="7">
        <dgm:presLayoutVars>
          <dgm:bulletEnabled val="1"/>
        </dgm:presLayoutVars>
      </dgm:prSet>
      <dgm:spPr/>
    </dgm:pt>
    <dgm:pt modelId="{C1851C52-4B6D-462E-8544-F01EB8350BFC}" type="pres">
      <dgm:prSet presAssocID="{36338F33-68DE-4098-80CC-77BCEDF79224}" presName="accent_2" presStyleCnt="0"/>
      <dgm:spPr/>
    </dgm:pt>
    <dgm:pt modelId="{0EDCD9DF-3883-453F-8112-16F5CCB0D3B4}" type="pres">
      <dgm:prSet presAssocID="{36338F33-68DE-4098-80CC-77BCEDF79224}" presName="accentRepeatNode" presStyleLbl="solidFgAcc1" presStyleIdx="1" presStyleCnt="7"/>
      <dgm:spPr/>
    </dgm:pt>
    <dgm:pt modelId="{5AC9256A-E274-4EC0-AF26-CACB5C5BE9C7}" type="pres">
      <dgm:prSet presAssocID="{08903A3A-50E6-4C31-B50C-BF2204441A84}" presName="text_3" presStyleLbl="node1" presStyleIdx="2" presStyleCnt="7">
        <dgm:presLayoutVars>
          <dgm:bulletEnabled val="1"/>
        </dgm:presLayoutVars>
      </dgm:prSet>
      <dgm:spPr/>
    </dgm:pt>
    <dgm:pt modelId="{8C33F325-8254-4E7E-977D-41C34186EA88}" type="pres">
      <dgm:prSet presAssocID="{08903A3A-50E6-4C31-B50C-BF2204441A84}" presName="accent_3" presStyleCnt="0"/>
      <dgm:spPr/>
    </dgm:pt>
    <dgm:pt modelId="{2544928C-FB9E-453E-84B5-A839AC24E467}" type="pres">
      <dgm:prSet presAssocID="{08903A3A-50E6-4C31-B50C-BF2204441A84}" presName="accentRepeatNode" presStyleLbl="solidFgAcc1" presStyleIdx="2" presStyleCnt="7"/>
      <dgm:spPr/>
    </dgm:pt>
    <dgm:pt modelId="{3077B55F-32B0-471E-94B1-B138ABD58765}" type="pres">
      <dgm:prSet presAssocID="{552A7971-1E15-4EB6-A80B-BA4506FCF278}" presName="text_4" presStyleLbl="node1" presStyleIdx="3" presStyleCnt="7">
        <dgm:presLayoutVars>
          <dgm:bulletEnabled val="1"/>
        </dgm:presLayoutVars>
      </dgm:prSet>
      <dgm:spPr/>
    </dgm:pt>
    <dgm:pt modelId="{4AF5BC45-7127-46B0-855C-2127558DA1A1}" type="pres">
      <dgm:prSet presAssocID="{552A7971-1E15-4EB6-A80B-BA4506FCF278}" presName="accent_4" presStyleCnt="0"/>
      <dgm:spPr/>
    </dgm:pt>
    <dgm:pt modelId="{D9ABCE0C-46B0-4C8E-9885-5334671D1A2F}" type="pres">
      <dgm:prSet presAssocID="{552A7971-1E15-4EB6-A80B-BA4506FCF278}" presName="accentRepeatNode" presStyleLbl="solidFgAcc1" presStyleIdx="3" presStyleCnt="7"/>
      <dgm:spPr/>
    </dgm:pt>
    <dgm:pt modelId="{087F5578-7BB1-4479-A90C-51B9C61EB15B}" type="pres">
      <dgm:prSet presAssocID="{A1A216A9-D6AD-4159-A7DC-08552601D9C1}" presName="text_5" presStyleLbl="node1" presStyleIdx="4" presStyleCnt="7">
        <dgm:presLayoutVars>
          <dgm:bulletEnabled val="1"/>
        </dgm:presLayoutVars>
      </dgm:prSet>
      <dgm:spPr/>
    </dgm:pt>
    <dgm:pt modelId="{F58EE2B1-F1B6-4CB0-A7E9-BA0F70064579}" type="pres">
      <dgm:prSet presAssocID="{A1A216A9-D6AD-4159-A7DC-08552601D9C1}" presName="accent_5" presStyleCnt="0"/>
      <dgm:spPr/>
    </dgm:pt>
    <dgm:pt modelId="{247E252F-0EE5-42CC-BB2C-5C01A411537B}" type="pres">
      <dgm:prSet presAssocID="{A1A216A9-D6AD-4159-A7DC-08552601D9C1}" presName="accentRepeatNode" presStyleLbl="solidFgAcc1" presStyleIdx="4" presStyleCnt="7"/>
      <dgm:spPr/>
    </dgm:pt>
    <dgm:pt modelId="{8037028E-90A1-4917-B182-4153496C1BF5}" type="pres">
      <dgm:prSet presAssocID="{4E19C4D2-A031-49F8-A117-DB52A84D05B0}" presName="text_6" presStyleLbl="node1" presStyleIdx="5" presStyleCnt="7">
        <dgm:presLayoutVars>
          <dgm:bulletEnabled val="1"/>
        </dgm:presLayoutVars>
      </dgm:prSet>
      <dgm:spPr/>
    </dgm:pt>
    <dgm:pt modelId="{0B2C5585-87CE-4078-A3C8-22BF81559A47}" type="pres">
      <dgm:prSet presAssocID="{4E19C4D2-A031-49F8-A117-DB52A84D05B0}" presName="accent_6" presStyleCnt="0"/>
      <dgm:spPr/>
    </dgm:pt>
    <dgm:pt modelId="{3F6B4DD1-D397-4831-BBCC-3F93F5463D42}" type="pres">
      <dgm:prSet presAssocID="{4E19C4D2-A031-49F8-A117-DB52A84D05B0}" presName="accentRepeatNode" presStyleLbl="solidFgAcc1" presStyleIdx="5" presStyleCnt="7"/>
      <dgm:spPr/>
    </dgm:pt>
    <dgm:pt modelId="{5F93AB3A-14DA-436B-9194-C42AF3EA4AB8}" type="pres">
      <dgm:prSet presAssocID="{185C52EB-0E9C-4AB5-8E1C-FE40BD35BD00}" presName="text_7" presStyleLbl="node1" presStyleIdx="6" presStyleCnt="7">
        <dgm:presLayoutVars>
          <dgm:bulletEnabled val="1"/>
        </dgm:presLayoutVars>
      </dgm:prSet>
      <dgm:spPr/>
    </dgm:pt>
    <dgm:pt modelId="{32835841-3905-4011-BC43-57CCC1A102C2}" type="pres">
      <dgm:prSet presAssocID="{185C52EB-0E9C-4AB5-8E1C-FE40BD35BD00}" presName="accent_7" presStyleCnt="0"/>
      <dgm:spPr/>
    </dgm:pt>
    <dgm:pt modelId="{85628810-FA91-46B4-85FF-6303657FDB73}" type="pres">
      <dgm:prSet presAssocID="{185C52EB-0E9C-4AB5-8E1C-FE40BD35BD00}" presName="accentRepeatNode" presStyleLbl="solidFgAcc1" presStyleIdx="6" presStyleCnt="7"/>
      <dgm:spPr/>
    </dgm:pt>
  </dgm:ptLst>
  <dgm:cxnLst>
    <dgm:cxn modelId="{F933E816-D3B1-47A5-9774-DEFBBBB91BF5}" srcId="{81395E90-50D7-454B-B58A-E3B810123512}" destId="{BF8F5E42-3AAD-4EDB-B821-60B4D6DAEFC5}" srcOrd="0" destOrd="0" parTransId="{62A2E0B8-B52A-45BE-8CE3-FFC32C0C1334}" sibTransId="{533DC2CF-B200-4402-9CC7-DCFFD0A4B01F}"/>
    <dgm:cxn modelId="{D4E46232-D8DE-4026-9C58-F52DFFAF3AA7}" type="presOf" srcId="{81395E90-50D7-454B-B58A-E3B810123512}" destId="{3524BEAB-D23C-4E8B-9ACC-FBE647274519}" srcOrd="0" destOrd="0" presId="urn:microsoft.com/office/officeart/2008/layout/VerticalCurvedList"/>
    <dgm:cxn modelId="{C880885F-91E1-4D38-B0DF-0B605B1D547F}" type="presOf" srcId="{4E19C4D2-A031-49F8-A117-DB52A84D05B0}" destId="{8037028E-90A1-4917-B182-4153496C1BF5}" srcOrd="0" destOrd="0" presId="urn:microsoft.com/office/officeart/2008/layout/VerticalCurvedList"/>
    <dgm:cxn modelId="{E8486465-725C-4AD9-83BB-A3F7879EFDED}" type="presOf" srcId="{A1A216A9-D6AD-4159-A7DC-08552601D9C1}" destId="{087F5578-7BB1-4479-A90C-51B9C61EB15B}" srcOrd="0" destOrd="0" presId="urn:microsoft.com/office/officeart/2008/layout/VerticalCurvedList"/>
    <dgm:cxn modelId="{78029A45-B92E-4E2B-9A91-95162A823418}" srcId="{81395E90-50D7-454B-B58A-E3B810123512}" destId="{36338F33-68DE-4098-80CC-77BCEDF79224}" srcOrd="1" destOrd="0" parTransId="{8DAECF08-BB1C-456F-9522-97EC76896364}" sibTransId="{7CB7F53E-C3AD-443F-ADA0-9E069C7A6AFE}"/>
    <dgm:cxn modelId="{F4ECAA48-E71B-4CBA-B7EB-DD0FD54A6A21}" srcId="{81395E90-50D7-454B-B58A-E3B810123512}" destId="{A1A216A9-D6AD-4159-A7DC-08552601D9C1}" srcOrd="4" destOrd="0" parTransId="{82511BE8-305F-4EBB-ABF0-4F78D23D9655}" sibTransId="{C4AE138B-5FDA-4E0C-B40E-45914B4C9A5F}"/>
    <dgm:cxn modelId="{982DE06B-58DE-45DF-B360-440C83BFCAF6}" type="presOf" srcId="{552A7971-1E15-4EB6-A80B-BA4506FCF278}" destId="{3077B55F-32B0-471E-94B1-B138ABD58765}" srcOrd="0" destOrd="0" presId="urn:microsoft.com/office/officeart/2008/layout/VerticalCurvedList"/>
    <dgm:cxn modelId="{43890555-137A-4F39-A7A8-213D2B91B458}" type="presOf" srcId="{185C52EB-0E9C-4AB5-8E1C-FE40BD35BD00}" destId="{5F93AB3A-14DA-436B-9194-C42AF3EA4AB8}" srcOrd="0" destOrd="0" presId="urn:microsoft.com/office/officeart/2008/layout/VerticalCurvedList"/>
    <dgm:cxn modelId="{43281856-EC3B-4DF0-8FEC-5376C6ADF5EB}" srcId="{81395E90-50D7-454B-B58A-E3B810123512}" destId="{185C52EB-0E9C-4AB5-8E1C-FE40BD35BD00}" srcOrd="6" destOrd="0" parTransId="{BB54324A-9D32-4BEE-B145-1FD29BB0405E}" sibTransId="{D39BC8F5-F46F-42A0-9476-4E9B891ACDDF}"/>
    <dgm:cxn modelId="{7FAD4B7F-EE58-4A60-8CBB-EAAEB65CF68D}" type="presOf" srcId="{36338F33-68DE-4098-80CC-77BCEDF79224}" destId="{7BE6ED4C-509B-44E4-AA44-EB0711D49DBD}" srcOrd="0" destOrd="0" presId="urn:microsoft.com/office/officeart/2008/layout/VerticalCurvedList"/>
    <dgm:cxn modelId="{5E605683-3990-41B0-A31B-1EA8EEC76FAD}" srcId="{81395E90-50D7-454B-B58A-E3B810123512}" destId="{4E19C4D2-A031-49F8-A117-DB52A84D05B0}" srcOrd="5" destOrd="0" parTransId="{4F1170FB-959E-44D7-B33A-EC241CD4FD59}" sibTransId="{29FBF5FB-1C37-4E99-A2E2-5F158DDB9921}"/>
    <dgm:cxn modelId="{B65A408D-3B6F-4960-B2E4-79AF4C0B7BA9}" type="presOf" srcId="{533DC2CF-B200-4402-9CC7-DCFFD0A4B01F}" destId="{5271294A-09C9-4D6E-A130-C7FC41E1332C}" srcOrd="0" destOrd="0" presId="urn:microsoft.com/office/officeart/2008/layout/VerticalCurvedList"/>
    <dgm:cxn modelId="{7009289C-780C-4DC2-9E1D-5F8F7A226516}" srcId="{81395E90-50D7-454B-B58A-E3B810123512}" destId="{08903A3A-50E6-4C31-B50C-BF2204441A84}" srcOrd="2" destOrd="0" parTransId="{01F6E1A6-77CC-4A83-A1F9-09E67F03943A}" sibTransId="{F153CD98-BC62-4212-9CC5-22673AD748B9}"/>
    <dgm:cxn modelId="{6F7757A3-1148-42F6-B445-B32CFEF56581}" srcId="{81395E90-50D7-454B-B58A-E3B810123512}" destId="{552A7971-1E15-4EB6-A80B-BA4506FCF278}" srcOrd="3" destOrd="0" parTransId="{29E8F9E2-AE34-46B2-BB98-8237743EF525}" sibTransId="{124C0337-A491-4F32-A4EE-EF0D6B9B5CC9}"/>
    <dgm:cxn modelId="{D25ED5E7-A883-4D9B-B4E0-1666A6862A3D}" type="presOf" srcId="{08903A3A-50E6-4C31-B50C-BF2204441A84}" destId="{5AC9256A-E274-4EC0-AF26-CACB5C5BE9C7}" srcOrd="0" destOrd="0" presId="urn:microsoft.com/office/officeart/2008/layout/VerticalCurvedList"/>
    <dgm:cxn modelId="{D7B067F5-4C6B-4AA0-A83B-06D492DD2F64}" type="presOf" srcId="{BF8F5E42-3AAD-4EDB-B821-60B4D6DAEFC5}" destId="{4041A3B1-6B30-436F-A39A-8B3629193EF9}" srcOrd="0" destOrd="0" presId="urn:microsoft.com/office/officeart/2008/layout/VerticalCurvedList"/>
    <dgm:cxn modelId="{BD354BBF-BD23-432C-B9F8-43630843FE03}" type="presParOf" srcId="{3524BEAB-D23C-4E8B-9ACC-FBE647274519}" destId="{DC7D5C91-242B-4081-A9B6-C8709C2E56F5}" srcOrd="0" destOrd="0" presId="urn:microsoft.com/office/officeart/2008/layout/VerticalCurvedList"/>
    <dgm:cxn modelId="{536BF452-71E9-402C-AA2B-5F6E77E9B695}" type="presParOf" srcId="{DC7D5C91-242B-4081-A9B6-C8709C2E56F5}" destId="{8DC4ECF2-5B50-42DB-B112-8CC87AB4919B}" srcOrd="0" destOrd="0" presId="urn:microsoft.com/office/officeart/2008/layout/VerticalCurvedList"/>
    <dgm:cxn modelId="{27BB48C1-158A-4E49-8613-9213C615BF3B}" type="presParOf" srcId="{8DC4ECF2-5B50-42DB-B112-8CC87AB4919B}" destId="{48345521-F883-42F0-B2D4-C59BD0B33A7F}" srcOrd="0" destOrd="0" presId="urn:microsoft.com/office/officeart/2008/layout/VerticalCurvedList"/>
    <dgm:cxn modelId="{75F349DE-B3B9-4D87-BFF4-E81628FA524C}" type="presParOf" srcId="{8DC4ECF2-5B50-42DB-B112-8CC87AB4919B}" destId="{5271294A-09C9-4D6E-A130-C7FC41E1332C}" srcOrd="1" destOrd="0" presId="urn:microsoft.com/office/officeart/2008/layout/VerticalCurvedList"/>
    <dgm:cxn modelId="{963D51AE-9839-463D-A373-C5BA174C7CB9}" type="presParOf" srcId="{8DC4ECF2-5B50-42DB-B112-8CC87AB4919B}" destId="{D3F502BD-A2F1-4312-A7DD-47E7E0FA9866}" srcOrd="2" destOrd="0" presId="urn:microsoft.com/office/officeart/2008/layout/VerticalCurvedList"/>
    <dgm:cxn modelId="{A7130B52-ED73-4068-AFA9-B3CC0D12B672}" type="presParOf" srcId="{8DC4ECF2-5B50-42DB-B112-8CC87AB4919B}" destId="{EFBDE3B1-5977-4E67-91B7-8EEC4BAFBF09}" srcOrd="3" destOrd="0" presId="urn:microsoft.com/office/officeart/2008/layout/VerticalCurvedList"/>
    <dgm:cxn modelId="{280CDCB3-AE39-4C52-B6FD-6D822728E039}" type="presParOf" srcId="{DC7D5C91-242B-4081-A9B6-C8709C2E56F5}" destId="{4041A3B1-6B30-436F-A39A-8B3629193EF9}" srcOrd="1" destOrd="0" presId="urn:microsoft.com/office/officeart/2008/layout/VerticalCurvedList"/>
    <dgm:cxn modelId="{C7B7F7C6-1798-4170-AC95-BE22EABCB315}" type="presParOf" srcId="{DC7D5C91-242B-4081-A9B6-C8709C2E56F5}" destId="{A28CC3C7-A18B-4FD8-9E31-8724FF3CEE67}" srcOrd="2" destOrd="0" presId="urn:microsoft.com/office/officeart/2008/layout/VerticalCurvedList"/>
    <dgm:cxn modelId="{32108F18-799F-49DE-BC2A-2650EC76B7C3}" type="presParOf" srcId="{A28CC3C7-A18B-4FD8-9E31-8724FF3CEE67}" destId="{9FCCB15F-E614-45FB-AAB4-FA0E60A55E2E}" srcOrd="0" destOrd="0" presId="urn:microsoft.com/office/officeart/2008/layout/VerticalCurvedList"/>
    <dgm:cxn modelId="{E26DF8B1-8851-411C-A6A1-437FC5C24568}" type="presParOf" srcId="{DC7D5C91-242B-4081-A9B6-C8709C2E56F5}" destId="{7BE6ED4C-509B-44E4-AA44-EB0711D49DBD}" srcOrd="3" destOrd="0" presId="urn:microsoft.com/office/officeart/2008/layout/VerticalCurvedList"/>
    <dgm:cxn modelId="{9E7AC880-26A6-4661-B2D2-37909ECF74CC}" type="presParOf" srcId="{DC7D5C91-242B-4081-A9B6-C8709C2E56F5}" destId="{C1851C52-4B6D-462E-8544-F01EB8350BFC}" srcOrd="4" destOrd="0" presId="urn:microsoft.com/office/officeart/2008/layout/VerticalCurvedList"/>
    <dgm:cxn modelId="{C06FA72F-F702-4170-93BC-E57EA214A1B1}" type="presParOf" srcId="{C1851C52-4B6D-462E-8544-F01EB8350BFC}" destId="{0EDCD9DF-3883-453F-8112-16F5CCB0D3B4}" srcOrd="0" destOrd="0" presId="urn:microsoft.com/office/officeart/2008/layout/VerticalCurvedList"/>
    <dgm:cxn modelId="{239710BA-8F9C-4276-B1A9-5B1DF9557768}" type="presParOf" srcId="{DC7D5C91-242B-4081-A9B6-C8709C2E56F5}" destId="{5AC9256A-E274-4EC0-AF26-CACB5C5BE9C7}" srcOrd="5" destOrd="0" presId="urn:microsoft.com/office/officeart/2008/layout/VerticalCurvedList"/>
    <dgm:cxn modelId="{58F5088F-C30D-456C-9DDB-FA11CD88DB7E}" type="presParOf" srcId="{DC7D5C91-242B-4081-A9B6-C8709C2E56F5}" destId="{8C33F325-8254-4E7E-977D-41C34186EA88}" srcOrd="6" destOrd="0" presId="urn:microsoft.com/office/officeart/2008/layout/VerticalCurvedList"/>
    <dgm:cxn modelId="{D862C9ED-1322-4311-BA56-5F9D1E04D3DE}" type="presParOf" srcId="{8C33F325-8254-4E7E-977D-41C34186EA88}" destId="{2544928C-FB9E-453E-84B5-A839AC24E467}" srcOrd="0" destOrd="0" presId="urn:microsoft.com/office/officeart/2008/layout/VerticalCurvedList"/>
    <dgm:cxn modelId="{445F3C74-6C20-4B5E-ACE7-E258A89E3880}" type="presParOf" srcId="{DC7D5C91-242B-4081-A9B6-C8709C2E56F5}" destId="{3077B55F-32B0-471E-94B1-B138ABD58765}" srcOrd="7" destOrd="0" presId="urn:microsoft.com/office/officeart/2008/layout/VerticalCurvedList"/>
    <dgm:cxn modelId="{3B26A5B5-D977-414D-9E04-7B8F67B37DB4}" type="presParOf" srcId="{DC7D5C91-242B-4081-A9B6-C8709C2E56F5}" destId="{4AF5BC45-7127-46B0-855C-2127558DA1A1}" srcOrd="8" destOrd="0" presId="urn:microsoft.com/office/officeart/2008/layout/VerticalCurvedList"/>
    <dgm:cxn modelId="{5F8688DF-A76A-4CCE-9D4A-DEC1DB0CBF28}" type="presParOf" srcId="{4AF5BC45-7127-46B0-855C-2127558DA1A1}" destId="{D9ABCE0C-46B0-4C8E-9885-5334671D1A2F}" srcOrd="0" destOrd="0" presId="urn:microsoft.com/office/officeart/2008/layout/VerticalCurvedList"/>
    <dgm:cxn modelId="{DE2D565A-2C30-4FC9-8E11-EE97B82159E0}" type="presParOf" srcId="{DC7D5C91-242B-4081-A9B6-C8709C2E56F5}" destId="{087F5578-7BB1-4479-A90C-51B9C61EB15B}" srcOrd="9" destOrd="0" presId="urn:microsoft.com/office/officeart/2008/layout/VerticalCurvedList"/>
    <dgm:cxn modelId="{59CBC25E-21A4-4EB3-A306-70E33622E52E}" type="presParOf" srcId="{DC7D5C91-242B-4081-A9B6-C8709C2E56F5}" destId="{F58EE2B1-F1B6-4CB0-A7E9-BA0F70064579}" srcOrd="10" destOrd="0" presId="urn:microsoft.com/office/officeart/2008/layout/VerticalCurvedList"/>
    <dgm:cxn modelId="{6DB81752-FAA6-4ECF-A03E-93261E6FC2A4}" type="presParOf" srcId="{F58EE2B1-F1B6-4CB0-A7E9-BA0F70064579}" destId="{247E252F-0EE5-42CC-BB2C-5C01A411537B}" srcOrd="0" destOrd="0" presId="urn:microsoft.com/office/officeart/2008/layout/VerticalCurvedList"/>
    <dgm:cxn modelId="{693A7A6B-4807-4832-9310-0DC38FD4414A}" type="presParOf" srcId="{DC7D5C91-242B-4081-A9B6-C8709C2E56F5}" destId="{8037028E-90A1-4917-B182-4153496C1BF5}" srcOrd="11" destOrd="0" presId="urn:microsoft.com/office/officeart/2008/layout/VerticalCurvedList"/>
    <dgm:cxn modelId="{AF821329-72FD-4F41-A3CF-CFEF860CFF2F}" type="presParOf" srcId="{DC7D5C91-242B-4081-A9B6-C8709C2E56F5}" destId="{0B2C5585-87CE-4078-A3C8-22BF81559A47}" srcOrd="12" destOrd="0" presId="urn:microsoft.com/office/officeart/2008/layout/VerticalCurvedList"/>
    <dgm:cxn modelId="{F24F17E2-1B52-4F8E-9888-467D81EBB87C}" type="presParOf" srcId="{0B2C5585-87CE-4078-A3C8-22BF81559A47}" destId="{3F6B4DD1-D397-4831-BBCC-3F93F5463D42}" srcOrd="0" destOrd="0" presId="urn:microsoft.com/office/officeart/2008/layout/VerticalCurvedList"/>
    <dgm:cxn modelId="{D455D778-5F4D-4DD3-98A7-9E56D789A1C7}" type="presParOf" srcId="{DC7D5C91-242B-4081-A9B6-C8709C2E56F5}" destId="{5F93AB3A-14DA-436B-9194-C42AF3EA4AB8}" srcOrd="13" destOrd="0" presId="urn:microsoft.com/office/officeart/2008/layout/VerticalCurvedList"/>
    <dgm:cxn modelId="{10F243EA-99B5-4B65-9AA1-706F9DEB8345}" type="presParOf" srcId="{DC7D5C91-242B-4081-A9B6-C8709C2E56F5}" destId="{32835841-3905-4011-BC43-57CCC1A102C2}" srcOrd="14" destOrd="0" presId="urn:microsoft.com/office/officeart/2008/layout/VerticalCurvedList"/>
    <dgm:cxn modelId="{20E65F67-64A3-4431-B86B-30491364BFF3}" type="presParOf" srcId="{32835841-3905-4011-BC43-57CCC1A102C2}" destId="{85628810-FA91-46B4-85FF-6303657FDB73}"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81395E90-50D7-454B-B58A-E3B810123512}" type="doc">
      <dgm:prSet loTypeId="urn:microsoft.com/office/officeart/2008/layout/VerticalCurvedList" loCatId="list" qsTypeId="urn:microsoft.com/office/officeart/2005/8/quickstyle/3d2" qsCatId="3D" csTypeId="urn:microsoft.com/office/officeart/2005/8/colors/accent2_1" csCatId="accent2" phldr="1"/>
      <dgm:spPr/>
      <dgm:t>
        <a:bodyPr/>
        <a:lstStyle/>
        <a:p>
          <a:endParaRPr lang="en-IN"/>
        </a:p>
      </dgm:t>
    </dgm:pt>
    <dgm:pt modelId="{BF8F5E42-3AAD-4EDB-B821-60B4D6DAEFC5}">
      <dgm:prSet custT="1"/>
      <dgm:spPr/>
      <dgm:t>
        <a:bodyPr/>
        <a:lstStyle/>
        <a:p>
          <a:r>
            <a:rPr lang="en-US" sz="2000" dirty="0">
              <a:latin typeface="Times New Roman" panose="02020603050405020304" pitchFamily="18" charset="0"/>
              <a:cs typeface="Times New Roman" panose="02020603050405020304" pitchFamily="18" charset="0"/>
            </a:rPr>
            <a:t>Behavioral Patterns Part: III - State Patterns</a:t>
          </a:r>
          <a:endParaRPr lang="en-IN" sz="2000" dirty="0">
            <a:latin typeface="Times New Roman" panose="02020603050405020304" pitchFamily="18" charset="0"/>
            <a:cs typeface="Times New Roman" panose="02020603050405020304" pitchFamily="18" charset="0"/>
          </a:endParaRPr>
        </a:p>
      </dgm:t>
    </dgm:pt>
    <dgm:pt modelId="{62A2E0B8-B52A-45BE-8CE3-FFC32C0C1334}" type="parTrans" cxnId="{F933E816-D3B1-47A5-9774-DEFBBBB91BF5}">
      <dgm:prSet/>
      <dgm:spPr/>
      <dgm:t>
        <a:bodyPr/>
        <a:lstStyle/>
        <a:p>
          <a:endParaRPr lang="en-IN"/>
        </a:p>
      </dgm:t>
    </dgm:pt>
    <dgm:pt modelId="{533DC2CF-B200-4402-9CC7-DCFFD0A4B01F}" type="sibTrans" cxnId="{F933E816-D3B1-47A5-9774-DEFBBBB91BF5}">
      <dgm:prSet/>
      <dgm:spPr/>
      <dgm:t>
        <a:bodyPr/>
        <a:lstStyle/>
        <a:p>
          <a:endParaRPr lang="en-IN">
            <a:latin typeface="Times New Roman" panose="02020603050405020304" pitchFamily="18" charset="0"/>
            <a:cs typeface="Times New Roman" panose="02020603050405020304" pitchFamily="18" charset="0"/>
          </a:endParaRPr>
        </a:p>
      </dgm:t>
    </dgm:pt>
    <dgm:pt modelId="{4BC0E365-5EB9-4EB5-8D08-66AB8A0EF969}">
      <dgm:prSet custT="1"/>
      <dgm:spPr/>
      <dgm:t>
        <a:bodyPr/>
        <a:lstStyle/>
        <a:p>
          <a:r>
            <a:rPr lang="en-US" sz="2000" dirty="0">
              <a:latin typeface="Times New Roman" panose="02020603050405020304" pitchFamily="18" charset="0"/>
              <a:cs typeface="Times New Roman" panose="02020603050405020304" pitchFamily="18" charset="0"/>
            </a:rPr>
            <a:t>Strategy</a:t>
          </a:r>
          <a:endParaRPr lang="en-IN" sz="2000" dirty="0">
            <a:latin typeface="Times New Roman" panose="02020603050405020304" pitchFamily="18" charset="0"/>
            <a:cs typeface="Times New Roman" panose="02020603050405020304" pitchFamily="18" charset="0"/>
          </a:endParaRPr>
        </a:p>
      </dgm:t>
    </dgm:pt>
    <dgm:pt modelId="{FE24719A-6EE3-458E-9135-54BFFD1F717F}" type="parTrans" cxnId="{BE046951-4618-496E-8637-7993CBBE0EE2}">
      <dgm:prSet/>
      <dgm:spPr/>
      <dgm:t>
        <a:bodyPr/>
        <a:lstStyle/>
        <a:p>
          <a:endParaRPr lang="en-IN"/>
        </a:p>
      </dgm:t>
    </dgm:pt>
    <dgm:pt modelId="{B0F73B6B-1FF5-45FC-B214-7FD7E581C0FB}" type="sibTrans" cxnId="{BE046951-4618-496E-8637-7993CBBE0EE2}">
      <dgm:prSet/>
      <dgm:spPr/>
      <dgm:t>
        <a:bodyPr/>
        <a:lstStyle/>
        <a:p>
          <a:endParaRPr lang="en-IN"/>
        </a:p>
      </dgm:t>
    </dgm:pt>
    <dgm:pt modelId="{ECEB4556-9843-4902-BCD5-9945372A3322}">
      <dgm:prSet custT="1"/>
      <dgm:spPr/>
      <dgm:t>
        <a:bodyPr/>
        <a:lstStyle/>
        <a:p>
          <a:r>
            <a:rPr lang="en-US" sz="2000" dirty="0">
              <a:latin typeface="Times New Roman" panose="02020603050405020304" pitchFamily="18" charset="0"/>
              <a:cs typeface="Times New Roman" panose="02020603050405020304" pitchFamily="18" charset="0"/>
            </a:rPr>
            <a:t>Template Patterns</a:t>
          </a:r>
          <a:endParaRPr lang="en-IN" sz="2000" dirty="0">
            <a:latin typeface="Times New Roman" panose="02020603050405020304" pitchFamily="18" charset="0"/>
            <a:cs typeface="Times New Roman" panose="02020603050405020304" pitchFamily="18" charset="0"/>
          </a:endParaRPr>
        </a:p>
      </dgm:t>
    </dgm:pt>
    <dgm:pt modelId="{6F712701-62F5-4562-A015-62EF05CBE0FE}" type="parTrans" cxnId="{5FBD68A7-D824-45F6-91BE-7712EFB893A8}">
      <dgm:prSet/>
      <dgm:spPr/>
      <dgm:t>
        <a:bodyPr/>
        <a:lstStyle/>
        <a:p>
          <a:endParaRPr lang="en-IN"/>
        </a:p>
      </dgm:t>
    </dgm:pt>
    <dgm:pt modelId="{7EDE7F8B-B6DD-4D1C-B9CF-170F1387DF7D}" type="sibTrans" cxnId="{5FBD68A7-D824-45F6-91BE-7712EFB893A8}">
      <dgm:prSet/>
      <dgm:spPr/>
      <dgm:t>
        <a:bodyPr/>
        <a:lstStyle/>
        <a:p>
          <a:endParaRPr lang="en-IN"/>
        </a:p>
      </dgm:t>
    </dgm:pt>
    <dgm:pt modelId="{A097564F-EBE4-4083-B1AB-A290E5C89631}">
      <dgm:prSet custT="1"/>
      <dgm:spPr/>
      <dgm:t>
        <a:bodyPr/>
        <a:lstStyle/>
        <a:p>
          <a:r>
            <a:rPr lang="en-US" sz="2000" dirty="0">
              <a:latin typeface="Times New Roman" panose="02020603050405020304" pitchFamily="18" charset="0"/>
              <a:cs typeface="Times New Roman" panose="02020603050405020304" pitchFamily="18" charset="0"/>
            </a:rPr>
            <a:t>Visitor</a:t>
          </a:r>
          <a:endParaRPr lang="en-IN" sz="2000" dirty="0">
            <a:latin typeface="Times New Roman" panose="02020603050405020304" pitchFamily="18" charset="0"/>
            <a:cs typeface="Times New Roman" panose="02020603050405020304" pitchFamily="18" charset="0"/>
          </a:endParaRPr>
        </a:p>
      </dgm:t>
    </dgm:pt>
    <dgm:pt modelId="{D4D66BD7-E59F-4521-B5ED-4EC1AE2C1E3F}" type="parTrans" cxnId="{F4C842A9-6A3B-48CE-902B-66080B6D573D}">
      <dgm:prSet/>
      <dgm:spPr/>
      <dgm:t>
        <a:bodyPr/>
        <a:lstStyle/>
        <a:p>
          <a:endParaRPr lang="en-IN"/>
        </a:p>
      </dgm:t>
    </dgm:pt>
    <dgm:pt modelId="{C8D77B39-8D20-4E58-988F-BC17829DAACC}" type="sibTrans" cxnId="{F4C842A9-6A3B-48CE-902B-66080B6D573D}">
      <dgm:prSet/>
      <dgm:spPr/>
      <dgm:t>
        <a:bodyPr/>
        <a:lstStyle/>
        <a:p>
          <a:endParaRPr lang="en-IN"/>
        </a:p>
      </dgm:t>
    </dgm:pt>
    <dgm:pt modelId="{B3585881-53D7-4B54-BED9-A009A739F0BA}">
      <dgm:prSet custT="1"/>
      <dgm:spPr/>
      <dgm:t>
        <a:bodyPr/>
        <a:lstStyle/>
        <a:p>
          <a:r>
            <a:rPr lang="en-US" sz="2000" dirty="0">
              <a:latin typeface="Times New Roman" panose="02020603050405020304" pitchFamily="18" charset="0"/>
              <a:cs typeface="Times New Roman" panose="02020603050405020304" pitchFamily="18" charset="0"/>
            </a:rPr>
            <a:t>Expectation from Design Patterns</a:t>
          </a:r>
          <a:endParaRPr lang="en-IN" sz="2000" dirty="0">
            <a:latin typeface="Times New Roman" panose="02020603050405020304" pitchFamily="18" charset="0"/>
            <a:cs typeface="Times New Roman" panose="02020603050405020304" pitchFamily="18" charset="0"/>
          </a:endParaRPr>
        </a:p>
      </dgm:t>
    </dgm:pt>
    <dgm:pt modelId="{77AC32EC-9EDF-4905-A688-216EE9FDDC45}" type="parTrans" cxnId="{2432A991-C1C0-47CE-B375-21C16039F210}">
      <dgm:prSet/>
      <dgm:spPr/>
      <dgm:t>
        <a:bodyPr/>
        <a:lstStyle/>
        <a:p>
          <a:endParaRPr lang="en-IN"/>
        </a:p>
      </dgm:t>
    </dgm:pt>
    <dgm:pt modelId="{07E6286B-079D-40E4-98FA-9260B25074AB}" type="sibTrans" cxnId="{2432A991-C1C0-47CE-B375-21C16039F210}">
      <dgm:prSet/>
      <dgm:spPr/>
      <dgm:t>
        <a:bodyPr/>
        <a:lstStyle/>
        <a:p>
          <a:endParaRPr lang="en-IN"/>
        </a:p>
      </dgm:t>
    </dgm:pt>
    <dgm:pt modelId="{3524BEAB-D23C-4E8B-9ACC-FBE647274519}" type="pres">
      <dgm:prSet presAssocID="{81395E90-50D7-454B-B58A-E3B810123512}" presName="Name0" presStyleCnt="0">
        <dgm:presLayoutVars>
          <dgm:chMax val="7"/>
          <dgm:chPref val="7"/>
          <dgm:dir/>
        </dgm:presLayoutVars>
      </dgm:prSet>
      <dgm:spPr/>
    </dgm:pt>
    <dgm:pt modelId="{DC7D5C91-242B-4081-A9B6-C8709C2E56F5}" type="pres">
      <dgm:prSet presAssocID="{81395E90-50D7-454B-B58A-E3B810123512}" presName="Name1" presStyleCnt="0"/>
      <dgm:spPr/>
    </dgm:pt>
    <dgm:pt modelId="{8DC4ECF2-5B50-42DB-B112-8CC87AB4919B}" type="pres">
      <dgm:prSet presAssocID="{81395E90-50D7-454B-B58A-E3B810123512}" presName="cycle" presStyleCnt="0"/>
      <dgm:spPr/>
    </dgm:pt>
    <dgm:pt modelId="{48345521-F883-42F0-B2D4-C59BD0B33A7F}" type="pres">
      <dgm:prSet presAssocID="{81395E90-50D7-454B-B58A-E3B810123512}" presName="srcNode" presStyleLbl="node1" presStyleIdx="0" presStyleCnt="5"/>
      <dgm:spPr/>
    </dgm:pt>
    <dgm:pt modelId="{5271294A-09C9-4D6E-A130-C7FC41E1332C}" type="pres">
      <dgm:prSet presAssocID="{81395E90-50D7-454B-B58A-E3B810123512}" presName="conn" presStyleLbl="parChTrans1D2" presStyleIdx="0" presStyleCnt="1"/>
      <dgm:spPr/>
    </dgm:pt>
    <dgm:pt modelId="{D3F502BD-A2F1-4312-A7DD-47E7E0FA9866}" type="pres">
      <dgm:prSet presAssocID="{81395E90-50D7-454B-B58A-E3B810123512}" presName="extraNode" presStyleLbl="node1" presStyleIdx="0" presStyleCnt="5"/>
      <dgm:spPr/>
    </dgm:pt>
    <dgm:pt modelId="{EFBDE3B1-5977-4E67-91B7-8EEC4BAFBF09}" type="pres">
      <dgm:prSet presAssocID="{81395E90-50D7-454B-B58A-E3B810123512}" presName="dstNode" presStyleLbl="node1" presStyleIdx="0" presStyleCnt="5"/>
      <dgm:spPr/>
    </dgm:pt>
    <dgm:pt modelId="{4041A3B1-6B30-436F-A39A-8B3629193EF9}" type="pres">
      <dgm:prSet presAssocID="{BF8F5E42-3AAD-4EDB-B821-60B4D6DAEFC5}" presName="text_1" presStyleLbl="node1" presStyleIdx="0" presStyleCnt="5">
        <dgm:presLayoutVars>
          <dgm:bulletEnabled val="1"/>
        </dgm:presLayoutVars>
      </dgm:prSet>
      <dgm:spPr/>
    </dgm:pt>
    <dgm:pt modelId="{A28CC3C7-A18B-4FD8-9E31-8724FF3CEE67}" type="pres">
      <dgm:prSet presAssocID="{BF8F5E42-3AAD-4EDB-B821-60B4D6DAEFC5}" presName="accent_1" presStyleCnt="0"/>
      <dgm:spPr/>
    </dgm:pt>
    <dgm:pt modelId="{9FCCB15F-E614-45FB-AAB4-FA0E60A55E2E}" type="pres">
      <dgm:prSet presAssocID="{BF8F5E42-3AAD-4EDB-B821-60B4D6DAEFC5}" presName="accentRepeatNode" presStyleLbl="solidFgAcc1" presStyleIdx="0" presStyleCnt="5"/>
      <dgm:spPr/>
    </dgm:pt>
    <dgm:pt modelId="{8D53FA69-9384-4A65-9682-35F59C9334E2}" type="pres">
      <dgm:prSet presAssocID="{4BC0E365-5EB9-4EB5-8D08-66AB8A0EF969}" presName="text_2" presStyleLbl="node1" presStyleIdx="1" presStyleCnt="5">
        <dgm:presLayoutVars>
          <dgm:bulletEnabled val="1"/>
        </dgm:presLayoutVars>
      </dgm:prSet>
      <dgm:spPr/>
    </dgm:pt>
    <dgm:pt modelId="{2C9E2EF7-EF8E-41D5-93C0-AE6C54B24721}" type="pres">
      <dgm:prSet presAssocID="{4BC0E365-5EB9-4EB5-8D08-66AB8A0EF969}" presName="accent_2" presStyleCnt="0"/>
      <dgm:spPr/>
    </dgm:pt>
    <dgm:pt modelId="{E8C35F67-A6D9-4045-B694-55E420D504CE}" type="pres">
      <dgm:prSet presAssocID="{4BC0E365-5EB9-4EB5-8D08-66AB8A0EF969}" presName="accentRepeatNode" presStyleLbl="solidFgAcc1" presStyleIdx="1" presStyleCnt="5"/>
      <dgm:spPr/>
    </dgm:pt>
    <dgm:pt modelId="{DCA0AAE5-F292-44A2-8ED6-2F808462B4CC}" type="pres">
      <dgm:prSet presAssocID="{ECEB4556-9843-4902-BCD5-9945372A3322}" presName="text_3" presStyleLbl="node1" presStyleIdx="2" presStyleCnt="5">
        <dgm:presLayoutVars>
          <dgm:bulletEnabled val="1"/>
        </dgm:presLayoutVars>
      </dgm:prSet>
      <dgm:spPr/>
    </dgm:pt>
    <dgm:pt modelId="{CC5128CE-CBBE-4803-A9BA-40A1810CE5EC}" type="pres">
      <dgm:prSet presAssocID="{ECEB4556-9843-4902-BCD5-9945372A3322}" presName="accent_3" presStyleCnt="0"/>
      <dgm:spPr/>
    </dgm:pt>
    <dgm:pt modelId="{0283E900-9495-4459-8BF9-C23466668FD6}" type="pres">
      <dgm:prSet presAssocID="{ECEB4556-9843-4902-BCD5-9945372A3322}" presName="accentRepeatNode" presStyleLbl="solidFgAcc1" presStyleIdx="2" presStyleCnt="5"/>
      <dgm:spPr/>
    </dgm:pt>
    <dgm:pt modelId="{F4543FD8-0D05-4148-8747-0C5DEE0854A0}" type="pres">
      <dgm:prSet presAssocID="{A097564F-EBE4-4083-B1AB-A290E5C89631}" presName="text_4" presStyleLbl="node1" presStyleIdx="3" presStyleCnt="5">
        <dgm:presLayoutVars>
          <dgm:bulletEnabled val="1"/>
        </dgm:presLayoutVars>
      </dgm:prSet>
      <dgm:spPr/>
    </dgm:pt>
    <dgm:pt modelId="{BAA21984-AF7E-4592-B25D-8C7CA5EE80B4}" type="pres">
      <dgm:prSet presAssocID="{A097564F-EBE4-4083-B1AB-A290E5C89631}" presName="accent_4" presStyleCnt="0"/>
      <dgm:spPr/>
    </dgm:pt>
    <dgm:pt modelId="{7585D5F1-6E55-4E5F-984F-0324E7B5D61F}" type="pres">
      <dgm:prSet presAssocID="{A097564F-EBE4-4083-B1AB-A290E5C89631}" presName="accentRepeatNode" presStyleLbl="solidFgAcc1" presStyleIdx="3" presStyleCnt="5"/>
      <dgm:spPr/>
    </dgm:pt>
    <dgm:pt modelId="{1448753A-C16D-4185-A730-D4DEDA902FEE}" type="pres">
      <dgm:prSet presAssocID="{B3585881-53D7-4B54-BED9-A009A739F0BA}" presName="text_5" presStyleLbl="node1" presStyleIdx="4" presStyleCnt="5" custLinFactNeighborX="125">
        <dgm:presLayoutVars>
          <dgm:bulletEnabled val="1"/>
        </dgm:presLayoutVars>
      </dgm:prSet>
      <dgm:spPr/>
    </dgm:pt>
    <dgm:pt modelId="{845961D0-DAFA-4437-ADCA-7880ECAEBE64}" type="pres">
      <dgm:prSet presAssocID="{B3585881-53D7-4B54-BED9-A009A739F0BA}" presName="accent_5" presStyleCnt="0"/>
      <dgm:spPr/>
    </dgm:pt>
    <dgm:pt modelId="{4A818014-1F36-4D56-BF5A-00D7842B61A2}" type="pres">
      <dgm:prSet presAssocID="{B3585881-53D7-4B54-BED9-A009A739F0BA}" presName="accentRepeatNode" presStyleLbl="solidFgAcc1" presStyleIdx="4" presStyleCnt="5"/>
      <dgm:spPr/>
    </dgm:pt>
  </dgm:ptLst>
  <dgm:cxnLst>
    <dgm:cxn modelId="{F933E816-D3B1-47A5-9774-DEFBBBB91BF5}" srcId="{81395E90-50D7-454B-B58A-E3B810123512}" destId="{BF8F5E42-3AAD-4EDB-B821-60B4D6DAEFC5}" srcOrd="0" destOrd="0" parTransId="{62A2E0B8-B52A-45BE-8CE3-FFC32C0C1334}" sibTransId="{533DC2CF-B200-4402-9CC7-DCFFD0A4B01F}"/>
    <dgm:cxn modelId="{D4E46232-D8DE-4026-9C58-F52DFFAF3AA7}" type="presOf" srcId="{81395E90-50D7-454B-B58A-E3B810123512}" destId="{3524BEAB-D23C-4E8B-9ACC-FBE647274519}" srcOrd="0" destOrd="0" presId="urn:microsoft.com/office/officeart/2008/layout/VerticalCurvedList"/>
    <dgm:cxn modelId="{BE046951-4618-496E-8637-7993CBBE0EE2}" srcId="{81395E90-50D7-454B-B58A-E3B810123512}" destId="{4BC0E365-5EB9-4EB5-8D08-66AB8A0EF969}" srcOrd="1" destOrd="0" parTransId="{FE24719A-6EE3-458E-9135-54BFFD1F717F}" sibTransId="{B0F73B6B-1FF5-45FC-B214-7FD7E581C0FB}"/>
    <dgm:cxn modelId="{336EC084-0424-4B4D-BBC7-00701785CD10}" type="presOf" srcId="{4BC0E365-5EB9-4EB5-8D08-66AB8A0EF969}" destId="{8D53FA69-9384-4A65-9682-35F59C9334E2}" srcOrd="0" destOrd="0" presId="urn:microsoft.com/office/officeart/2008/layout/VerticalCurvedList"/>
    <dgm:cxn modelId="{B65A408D-3B6F-4960-B2E4-79AF4C0B7BA9}" type="presOf" srcId="{533DC2CF-B200-4402-9CC7-DCFFD0A4B01F}" destId="{5271294A-09C9-4D6E-A130-C7FC41E1332C}" srcOrd="0" destOrd="0" presId="urn:microsoft.com/office/officeart/2008/layout/VerticalCurvedList"/>
    <dgm:cxn modelId="{8F3F7A8E-31D6-46AC-B2F3-12EB543A49E8}" type="presOf" srcId="{B3585881-53D7-4B54-BED9-A009A739F0BA}" destId="{1448753A-C16D-4185-A730-D4DEDA902FEE}" srcOrd="0" destOrd="0" presId="urn:microsoft.com/office/officeart/2008/layout/VerticalCurvedList"/>
    <dgm:cxn modelId="{2432A991-C1C0-47CE-B375-21C16039F210}" srcId="{81395E90-50D7-454B-B58A-E3B810123512}" destId="{B3585881-53D7-4B54-BED9-A009A739F0BA}" srcOrd="4" destOrd="0" parTransId="{77AC32EC-9EDF-4905-A688-216EE9FDDC45}" sibTransId="{07E6286B-079D-40E4-98FA-9260B25074AB}"/>
    <dgm:cxn modelId="{5FBD68A7-D824-45F6-91BE-7712EFB893A8}" srcId="{81395E90-50D7-454B-B58A-E3B810123512}" destId="{ECEB4556-9843-4902-BCD5-9945372A3322}" srcOrd="2" destOrd="0" parTransId="{6F712701-62F5-4562-A015-62EF05CBE0FE}" sibTransId="{7EDE7F8B-B6DD-4D1C-B9CF-170F1387DF7D}"/>
    <dgm:cxn modelId="{F4C842A9-6A3B-48CE-902B-66080B6D573D}" srcId="{81395E90-50D7-454B-B58A-E3B810123512}" destId="{A097564F-EBE4-4083-B1AB-A290E5C89631}" srcOrd="3" destOrd="0" parTransId="{D4D66BD7-E59F-4521-B5ED-4EC1AE2C1E3F}" sibTransId="{C8D77B39-8D20-4E58-988F-BC17829DAACC}"/>
    <dgm:cxn modelId="{93FF2AAE-6F6E-4444-80CB-4700897699C3}" type="presOf" srcId="{ECEB4556-9843-4902-BCD5-9945372A3322}" destId="{DCA0AAE5-F292-44A2-8ED6-2F808462B4CC}" srcOrd="0" destOrd="0" presId="urn:microsoft.com/office/officeart/2008/layout/VerticalCurvedList"/>
    <dgm:cxn modelId="{D7B067F5-4C6B-4AA0-A83B-06D492DD2F64}" type="presOf" srcId="{BF8F5E42-3AAD-4EDB-B821-60B4D6DAEFC5}" destId="{4041A3B1-6B30-436F-A39A-8B3629193EF9}" srcOrd="0" destOrd="0" presId="urn:microsoft.com/office/officeart/2008/layout/VerticalCurvedList"/>
    <dgm:cxn modelId="{F12E08FD-8288-4EF7-A9D9-9818528BF55C}" type="presOf" srcId="{A097564F-EBE4-4083-B1AB-A290E5C89631}" destId="{F4543FD8-0D05-4148-8747-0C5DEE0854A0}" srcOrd="0" destOrd="0" presId="urn:microsoft.com/office/officeart/2008/layout/VerticalCurvedList"/>
    <dgm:cxn modelId="{BD354BBF-BD23-432C-B9F8-43630843FE03}" type="presParOf" srcId="{3524BEAB-D23C-4E8B-9ACC-FBE647274519}" destId="{DC7D5C91-242B-4081-A9B6-C8709C2E56F5}" srcOrd="0" destOrd="0" presId="urn:microsoft.com/office/officeart/2008/layout/VerticalCurvedList"/>
    <dgm:cxn modelId="{536BF452-71E9-402C-AA2B-5F6E77E9B695}" type="presParOf" srcId="{DC7D5C91-242B-4081-A9B6-C8709C2E56F5}" destId="{8DC4ECF2-5B50-42DB-B112-8CC87AB4919B}" srcOrd="0" destOrd="0" presId="urn:microsoft.com/office/officeart/2008/layout/VerticalCurvedList"/>
    <dgm:cxn modelId="{27BB48C1-158A-4E49-8613-9213C615BF3B}" type="presParOf" srcId="{8DC4ECF2-5B50-42DB-B112-8CC87AB4919B}" destId="{48345521-F883-42F0-B2D4-C59BD0B33A7F}" srcOrd="0" destOrd="0" presId="urn:microsoft.com/office/officeart/2008/layout/VerticalCurvedList"/>
    <dgm:cxn modelId="{75F349DE-B3B9-4D87-BFF4-E81628FA524C}" type="presParOf" srcId="{8DC4ECF2-5B50-42DB-B112-8CC87AB4919B}" destId="{5271294A-09C9-4D6E-A130-C7FC41E1332C}" srcOrd="1" destOrd="0" presId="urn:microsoft.com/office/officeart/2008/layout/VerticalCurvedList"/>
    <dgm:cxn modelId="{963D51AE-9839-463D-A373-C5BA174C7CB9}" type="presParOf" srcId="{8DC4ECF2-5B50-42DB-B112-8CC87AB4919B}" destId="{D3F502BD-A2F1-4312-A7DD-47E7E0FA9866}" srcOrd="2" destOrd="0" presId="urn:microsoft.com/office/officeart/2008/layout/VerticalCurvedList"/>
    <dgm:cxn modelId="{A7130B52-ED73-4068-AFA9-B3CC0D12B672}" type="presParOf" srcId="{8DC4ECF2-5B50-42DB-B112-8CC87AB4919B}" destId="{EFBDE3B1-5977-4E67-91B7-8EEC4BAFBF09}" srcOrd="3" destOrd="0" presId="urn:microsoft.com/office/officeart/2008/layout/VerticalCurvedList"/>
    <dgm:cxn modelId="{280CDCB3-AE39-4C52-B6FD-6D822728E039}" type="presParOf" srcId="{DC7D5C91-242B-4081-A9B6-C8709C2E56F5}" destId="{4041A3B1-6B30-436F-A39A-8B3629193EF9}" srcOrd="1" destOrd="0" presId="urn:microsoft.com/office/officeart/2008/layout/VerticalCurvedList"/>
    <dgm:cxn modelId="{C7B7F7C6-1798-4170-AC95-BE22EABCB315}" type="presParOf" srcId="{DC7D5C91-242B-4081-A9B6-C8709C2E56F5}" destId="{A28CC3C7-A18B-4FD8-9E31-8724FF3CEE67}" srcOrd="2" destOrd="0" presId="urn:microsoft.com/office/officeart/2008/layout/VerticalCurvedList"/>
    <dgm:cxn modelId="{32108F18-799F-49DE-BC2A-2650EC76B7C3}" type="presParOf" srcId="{A28CC3C7-A18B-4FD8-9E31-8724FF3CEE67}" destId="{9FCCB15F-E614-45FB-AAB4-FA0E60A55E2E}" srcOrd="0" destOrd="0" presId="urn:microsoft.com/office/officeart/2008/layout/VerticalCurvedList"/>
    <dgm:cxn modelId="{1F8E0ED6-075E-457A-A29B-0535FB38E0F7}" type="presParOf" srcId="{DC7D5C91-242B-4081-A9B6-C8709C2E56F5}" destId="{8D53FA69-9384-4A65-9682-35F59C9334E2}" srcOrd="3" destOrd="0" presId="urn:microsoft.com/office/officeart/2008/layout/VerticalCurvedList"/>
    <dgm:cxn modelId="{B7E80BA6-5E78-4B9D-86D4-92BAB3B130F2}" type="presParOf" srcId="{DC7D5C91-242B-4081-A9B6-C8709C2E56F5}" destId="{2C9E2EF7-EF8E-41D5-93C0-AE6C54B24721}" srcOrd="4" destOrd="0" presId="urn:microsoft.com/office/officeart/2008/layout/VerticalCurvedList"/>
    <dgm:cxn modelId="{520701A8-9864-443A-BAD4-7807F237D0A6}" type="presParOf" srcId="{2C9E2EF7-EF8E-41D5-93C0-AE6C54B24721}" destId="{E8C35F67-A6D9-4045-B694-55E420D504CE}" srcOrd="0" destOrd="0" presId="urn:microsoft.com/office/officeart/2008/layout/VerticalCurvedList"/>
    <dgm:cxn modelId="{10A2BA54-BFB4-43D3-968C-2B249F8BF3A5}" type="presParOf" srcId="{DC7D5C91-242B-4081-A9B6-C8709C2E56F5}" destId="{DCA0AAE5-F292-44A2-8ED6-2F808462B4CC}" srcOrd="5" destOrd="0" presId="urn:microsoft.com/office/officeart/2008/layout/VerticalCurvedList"/>
    <dgm:cxn modelId="{606B757B-C4F2-4066-95D9-B5AFE2A433E4}" type="presParOf" srcId="{DC7D5C91-242B-4081-A9B6-C8709C2E56F5}" destId="{CC5128CE-CBBE-4803-A9BA-40A1810CE5EC}" srcOrd="6" destOrd="0" presId="urn:microsoft.com/office/officeart/2008/layout/VerticalCurvedList"/>
    <dgm:cxn modelId="{623E6C78-AC36-4C48-AF5B-E2DBA5A0E32D}" type="presParOf" srcId="{CC5128CE-CBBE-4803-A9BA-40A1810CE5EC}" destId="{0283E900-9495-4459-8BF9-C23466668FD6}" srcOrd="0" destOrd="0" presId="urn:microsoft.com/office/officeart/2008/layout/VerticalCurvedList"/>
    <dgm:cxn modelId="{0D22D60C-7D61-4069-8FAA-736B19489929}" type="presParOf" srcId="{DC7D5C91-242B-4081-A9B6-C8709C2E56F5}" destId="{F4543FD8-0D05-4148-8747-0C5DEE0854A0}" srcOrd="7" destOrd="0" presId="urn:microsoft.com/office/officeart/2008/layout/VerticalCurvedList"/>
    <dgm:cxn modelId="{A045FB18-B05C-4524-9FD9-FE49ABC65EDB}" type="presParOf" srcId="{DC7D5C91-242B-4081-A9B6-C8709C2E56F5}" destId="{BAA21984-AF7E-4592-B25D-8C7CA5EE80B4}" srcOrd="8" destOrd="0" presId="urn:microsoft.com/office/officeart/2008/layout/VerticalCurvedList"/>
    <dgm:cxn modelId="{6633D62B-848C-4B8B-8949-F7616F37D281}" type="presParOf" srcId="{BAA21984-AF7E-4592-B25D-8C7CA5EE80B4}" destId="{7585D5F1-6E55-4E5F-984F-0324E7B5D61F}" srcOrd="0" destOrd="0" presId="urn:microsoft.com/office/officeart/2008/layout/VerticalCurvedList"/>
    <dgm:cxn modelId="{D39D52F3-0E6B-40E1-B4F3-CF0D4F29C21D}" type="presParOf" srcId="{DC7D5C91-242B-4081-A9B6-C8709C2E56F5}" destId="{1448753A-C16D-4185-A730-D4DEDA902FEE}" srcOrd="9" destOrd="0" presId="urn:microsoft.com/office/officeart/2008/layout/VerticalCurvedList"/>
    <dgm:cxn modelId="{0BFAEEAD-A0A0-4A26-B20D-E39C17D6094C}" type="presParOf" srcId="{DC7D5C91-242B-4081-A9B6-C8709C2E56F5}" destId="{845961D0-DAFA-4437-ADCA-7880ECAEBE64}" srcOrd="10" destOrd="0" presId="urn:microsoft.com/office/officeart/2008/layout/VerticalCurvedList"/>
    <dgm:cxn modelId="{952E6360-2A54-4917-BA1F-9F48368C4CF6}" type="presParOf" srcId="{845961D0-DAFA-4437-ADCA-7880ECAEBE64}" destId="{4A818014-1F36-4D56-BF5A-00D7842B61A2}"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891EB5D2-4E2C-4D1D-A447-CE86542BC42D}" type="doc">
      <dgm:prSet loTypeId="urn:microsoft.com/office/officeart/2005/8/layout/vList2" loCatId="list" qsTypeId="urn:microsoft.com/office/officeart/2005/8/quickstyle/3d4" qsCatId="3D" csTypeId="urn:microsoft.com/office/officeart/2005/8/colors/accent1_2" csCatId="accent1" phldr="1"/>
      <dgm:spPr/>
      <dgm:t>
        <a:bodyPr/>
        <a:lstStyle/>
        <a:p>
          <a:endParaRPr lang="en-IN"/>
        </a:p>
      </dgm:t>
    </dgm:pt>
    <dgm:pt modelId="{12DD1199-91E2-4078-A2C6-82ED080F9D95}">
      <dgm:prSet custT="1"/>
      <dgm:spPr>
        <a:solidFill>
          <a:schemeClr val="accent6">
            <a:lumMod val="75000"/>
          </a:schemeClr>
        </a:solidFill>
      </dgm:spPr>
      <dgm:t>
        <a:bodyPr/>
        <a:lstStyle/>
        <a:p>
          <a:r>
            <a:rPr lang="en-US" sz="2800" dirty="0"/>
            <a:t>In this semester, the students will </a:t>
          </a:r>
          <a:endParaRPr lang="en-IN" sz="2800" dirty="0"/>
        </a:p>
      </dgm:t>
    </dgm:pt>
    <dgm:pt modelId="{1BCF16EB-8286-4D76-B156-7C9E1F338E83}" type="parTrans" cxnId="{B67221F2-07A7-4EC7-A28E-C8FA6BF50669}">
      <dgm:prSet/>
      <dgm:spPr/>
      <dgm:t>
        <a:bodyPr/>
        <a:lstStyle/>
        <a:p>
          <a:endParaRPr lang="en-IN" sz="2800"/>
        </a:p>
      </dgm:t>
    </dgm:pt>
    <dgm:pt modelId="{C609EA3A-F19F-4AAA-A417-1E1777A4EB5D}" type="sibTrans" cxnId="{B67221F2-07A7-4EC7-A28E-C8FA6BF50669}">
      <dgm:prSet/>
      <dgm:spPr/>
      <dgm:t>
        <a:bodyPr/>
        <a:lstStyle/>
        <a:p>
          <a:endParaRPr lang="en-IN" sz="2800"/>
        </a:p>
      </dgm:t>
    </dgm:pt>
    <dgm:pt modelId="{ECAF2DE4-29DE-45BE-A434-ACC5587D3C8F}" type="pres">
      <dgm:prSet presAssocID="{891EB5D2-4E2C-4D1D-A447-CE86542BC42D}" presName="linear" presStyleCnt="0">
        <dgm:presLayoutVars>
          <dgm:animLvl val="lvl"/>
          <dgm:resizeHandles val="exact"/>
        </dgm:presLayoutVars>
      </dgm:prSet>
      <dgm:spPr/>
    </dgm:pt>
    <dgm:pt modelId="{5018F1C8-632D-4593-8386-DC1BDD77A6F3}" type="pres">
      <dgm:prSet presAssocID="{12DD1199-91E2-4078-A2C6-82ED080F9D95}" presName="parentText" presStyleLbl="node1" presStyleIdx="0" presStyleCnt="1">
        <dgm:presLayoutVars>
          <dgm:chMax val="0"/>
          <dgm:bulletEnabled val="1"/>
        </dgm:presLayoutVars>
      </dgm:prSet>
      <dgm:spPr/>
    </dgm:pt>
  </dgm:ptLst>
  <dgm:cxnLst>
    <dgm:cxn modelId="{BB5D7B51-F01D-479D-912E-B1891F50CC59}" type="presOf" srcId="{891EB5D2-4E2C-4D1D-A447-CE86542BC42D}" destId="{ECAF2DE4-29DE-45BE-A434-ACC5587D3C8F}" srcOrd="0" destOrd="0" presId="urn:microsoft.com/office/officeart/2005/8/layout/vList2"/>
    <dgm:cxn modelId="{5E219689-FC35-489C-ACB4-2920C4B682D5}" type="presOf" srcId="{12DD1199-91E2-4078-A2C6-82ED080F9D95}" destId="{5018F1C8-632D-4593-8386-DC1BDD77A6F3}" srcOrd="0" destOrd="0" presId="urn:microsoft.com/office/officeart/2005/8/layout/vList2"/>
    <dgm:cxn modelId="{B67221F2-07A7-4EC7-A28E-C8FA6BF50669}" srcId="{891EB5D2-4E2C-4D1D-A447-CE86542BC42D}" destId="{12DD1199-91E2-4078-A2C6-82ED080F9D95}" srcOrd="0" destOrd="0" parTransId="{1BCF16EB-8286-4D76-B156-7C9E1F338E83}" sibTransId="{C609EA3A-F19F-4AAA-A417-1E1777A4EB5D}"/>
    <dgm:cxn modelId="{BFD82042-8229-4109-A8E4-298D18B9B416}" type="presParOf" srcId="{ECAF2DE4-29DE-45BE-A434-ACC5587D3C8F}" destId="{5018F1C8-632D-4593-8386-DC1BDD77A6F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62087D5B-D783-472D-88B5-FF8830383D40}"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7BEAC6C9-E9EE-4C88-9286-99D02ED2B8F0}">
      <dgm:prSet custT="1"/>
      <dgm:spPr>
        <a:solidFill>
          <a:schemeClr val="accent6">
            <a:lumMod val="60000"/>
            <a:lumOff val="40000"/>
          </a:schemeClr>
        </a:solidFill>
      </dgm:spPr>
      <dgm:t>
        <a:bodyPr/>
        <a:lstStyle/>
        <a:p>
          <a:r>
            <a:rPr lang="en-US" sz="2400" dirty="0"/>
            <a:t>Study how to </a:t>
          </a:r>
          <a:r>
            <a:rPr lang="en-US" sz="2400" b="0" i="0" dirty="0"/>
            <a:t>shows relationships and interactions between classes or objects.</a:t>
          </a:r>
          <a:r>
            <a:rPr lang="en-US" sz="2800" dirty="0"/>
            <a:t>.</a:t>
          </a:r>
          <a:endParaRPr lang="en-IN" sz="2800" dirty="0"/>
        </a:p>
      </dgm:t>
    </dgm:pt>
    <dgm:pt modelId="{36912537-CFD6-44DE-AC31-6C215446DC60}" type="parTrans" cxnId="{AFC9E875-0A1B-4B46-B0D7-A4EBDAB1B21C}">
      <dgm:prSet/>
      <dgm:spPr/>
      <dgm:t>
        <a:bodyPr/>
        <a:lstStyle/>
        <a:p>
          <a:endParaRPr lang="en-IN" sz="2800"/>
        </a:p>
      </dgm:t>
    </dgm:pt>
    <dgm:pt modelId="{04E7EFA9-E153-4008-9F81-FFAA41B6F97F}" type="sibTrans" cxnId="{AFC9E875-0A1B-4B46-B0D7-A4EBDAB1B21C}">
      <dgm:prSet/>
      <dgm:spPr/>
      <dgm:t>
        <a:bodyPr/>
        <a:lstStyle/>
        <a:p>
          <a:endParaRPr lang="en-IN" sz="2800"/>
        </a:p>
      </dgm:t>
    </dgm:pt>
    <dgm:pt modelId="{BAC330DF-63D6-4D05-B05B-326D87078E16}" type="pres">
      <dgm:prSet presAssocID="{62087D5B-D783-472D-88B5-FF8830383D40}" presName="linear" presStyleCnt="0">
        <dgm:presLayoutVars>
          <dgm:animLvl val="lvl"/>
          <dgm:resizeHandles val="exact"/>
        </dgm:presLayoutVars>
      </dgm:prSet>
      <dgm:spPr/>
    </dgm:pt>
    <dgm:pt modelId="{80E7BA34-FA84-45EB-89F5-AA12E2797A41}" type="pres">
      <dgm:prSet presAssocID="{7BEAC6C9-E9EE-4C88-9286-99D02ED2B8F0}" presName="parentText" presStyleLbl="node1" presStyleIdx="0" presStyleCnt="1" custScaleY="103878">
        <dgm:presLayoutVars>
          <dgm:chMax val="0"/>
          <dgm:bulletEnabled val="1"/>
        </dgm:presLayoutVars>
      </dgm:prSet>
      <dgm:spPr/>
    </dgm:pt>
  </dgm:ptLst>
  <dgm:cxnLst>
    <dgm:cxn modelId="{A4759718-D329-48FB-9AC0-AB5B23FB3BCA}" type="presOf" srcId="{62087D5B-D783-472D-88B5-FF8830383D40}" destId="{BAC330DF-63D6-4D05-B05B-326D87078E16}" srcOrd="0" destOrd="0" presId="urn:microsoft.com/office/officeart/2005/8/layout/vList2"/>
    <dgm:cxn modelId="{AFC9E875-0A1B-4B46-B0D7-A4EBDAB1B21C}" srcId="{62087D5B-D783-472D-88B5-FF8830383D40}" destId="{7BEAC6C9-E9EE-4C88-9286-99D02ED2B8F0}" srcOrd="0" destOrd="0" parTransId="{36912537-CFD6-44DE-AC31-6C215446DC60}" sibTransId="{04E7EFA9-E153-4008-9F81-FFAA41B6F97F}"/>
    <dgm:cxn modelId="{5E4E6286-FB9E-4E88-966B-BA00AAAC53F0}" type="presOf" srcId="{7BEAC6C9-E9EE-4C88-9286-99D02ED2B8F0}" destId="{80E7BA34-FA84-45EB-89F5-AA12E2797A41}" srcOrd="0" destOrd="0" presId="urn:microsoft.com/office/officeart/2005/8/layout/vList2"/>
    <dgm:cxn modelId="{5B626400-7C3F-4782-84D2-3C27A1C69694}" type="presParOf" srcId="{BAC330DF-63D6-4D05-B05B-326D87078E16}" destId="{80E7BA34-FA84-45EB-89F5-AA12E2797A41}" srcOrd="0"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C04877D1-03B1-4454-BEC3-DD4BDE35EAFA}"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0478CAB5-7AE2-456C-89C3-072C47566E3A}">
      <dgm:prSet custT="1"/>
      <dgm:spPr>
        <a:solidFill>
          <a:schemeClr val="accent6">
            <a:lumMod val="60000"/>
            <a:lumOff val="40000"/>
          </a:schemeClr>
        </a:solidFill>
        <a:ln>
          <a:solidFill>
            <a:schemeClr val="accent6">
              <a:lumMod val="40000"/>
              <a:lumOff val="60000"/>
            </a:schemeClr>
          </a:solidFill>
        </a:ln>
      </dgm:spPr>
      <dgm:t>
        <a:bodyPr/>
        <a:lstStyle/>
        <a:p>
          <a:r>
            <a:rPr lang="en-US" sz="2400" dirty="0"/>
            <a:t>Study to </a:t>
          </a:r>
          <a:r>
            <a:rPr lang="en-US" sz="2400" b="0" i="0" dirty="0"/>
            <a:t>speed up the development process by providing well-tested, proven development/design paradigms. </a:t>
          </a:r>
          <a:endParaRPr lang="en-IN" sz="2400" dirty="0"/>
        </a:p>
      </dgm:t>
    </dgm:pt>
    <dgm:pt modelId="{1E3B58B6-4386-4901-96BE-D5C27759E34E}" type="parTrans" cxnId="{0C91DF1C-CA80-463E-BE1F-628A0FD22D27}">
      <dgm:prSet/>
      <dgm:spPr/>
      <dgm:t>
        <a:bodyPr/>
        <a:lstStyle/>
        <a:p>
          <a:endParaRPr lang="en-IN"/>
        </a:p>
      </dgm:t>
    </dgm:pt>
    <dgm:pt modelId="{D159A1AF-39FA-45F3-9BA9-70283FB52E2F}" type="sibTrans" cxnId="{0C91DF1C-CA80-463E-BE1F-628A0FD22D27}">
      <dgm:prSet/>
      <dgm:spPr/>
      <dgm:t>
        <a:bodyPr/>
        <a:lstStyle/>
        <a:p>
          <a:endParaRPr lang="en-IN"/>
        </a:p>
      </dgm:t>
    </dgm:pt>
    <dgm:pt modelId="{A8CAAB2E-DFF4-4B46-AFF4-DC7FC380F713}" type="pres">
      <dgm:prSet presAssocID="{C04877D1-03B1-4454-BEC3-DD4BDE35EAFA}" presName="linear" presStyleCnt="0">
        <dgm:presLayoutVars>
          <dgm:animLvl val="lvl"/>
          <dgm:resizeHandles val="exact"/>
        </dgm:presLayoutVars>
      </dgm:prSet>
      <dgm:spPr/>
    </dgm:pt>
    <dgm:pt modelId="{1A3ADADF-1651-46C2-846B-A7F79BFA24CF}" type="pres">
      <dgm:prSet presAssocID="{0478CAB5-7AE2-456C-89C3-072C47566E3A}" presName="parentText" presStyleLbl="node1" presStyleIdx="0" presStyleCnt="1" custLinFactNeighborY="3199">
        <dgm:presLayoutVars>
          <dgm:chMax val="0"/>
          <dgm:bulletEnabled val="1"/>
        </dgm:presLayoutVars>
      </dgm:prSet>
      <dgm:spPr/>
    </dgm:pt>
  </dgm:ptLst>
  <dgm:cxnLst>
    <dgm:cxn modelId="{0C91DF1C-CA80-463E-BE1F-628A0FD22D27}" srcId="{C04877D1-03B1-4454-BEC3-DD4BDE35EAFA}" destId="{0478CAB5-7AE2-456C-89C3-072C47566E3A}" srcOrd="0" destOrd="0" parTransId="{1E3B58B6-4386-4901-96BE-D5C27759E34E}" sibTransId="{D159A1AF-39FA-45F3-9BA9-70283FB52E2F}"/>
    <dgm:cxn modelId="{45CE6C6F-EC96-488F-BAB2-5A0128F022AB}" type="presOf" srcId="{0478CAB5-7AE2-456C-89C3-072C47566E3A}" destId="{1A3ADADF-1651-46C2-846B-A7F79BFA24CF}" srcOrd="0" destOrd="0" presId="urn:microsoft.com/office/officeart/2005/8/layout/vList2"/>
    <dgm:cxn modelId="{AF4CFE83-9E2D-4B66-97C8-AF93CEB80A1B}" type="presOf" srcId="{C04877D1-03B1-4454-BEC3-DD4BDE35EAFA}" destId="{A8CAAB2E-DFF4-4B46-AFF4-DC7FC380F713}" srcOrd="0" destOrd="0" presId="urn:microsoft.com/office/officeart/2005/8/layout/vList2"/>
    <dgm:cxn modelId="{AB585AB2-D712-4C1F-B186-7B3C1234D6CB}" type="presParOf" srcId="{A8CAAB2E-DFF4-4B46-AFF4-DC7FC380F713}" destId="{1A3ADADF-1651-46C2-846B-A7F79BFA24CF}" srcOrd="0" destOrd="0" presId="urn:microsoft.com/office/officeart/2005/8/layout/vList2"/>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935442EA-3D11-4D44-8E73-F6D5E0819A38}"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A101FA42-0C28-44AC-8614-BCD10EA95182}">
      <dgm:prSet custT="1"/>
      <dgm:spPr>
        <a:solidFill>
          <a:schemeClr val="accent6">
            <a:lumMod val="60000"/>
            <a:lumOff val="40000"/>
          </a:schemeClr>
        </a:solidFill>
      </dgm:spPr>
      <dgm:t>
        <a:bodyPr/>
        <a:lstStyle/>
        <a:p>
          <a:r>
            <a:rPr lang="en-US" sz="2400" b="0" i="0" dirty="0"/>
            <a:t>Select a specific design pattern for the solution of a given design problem.</a:t>
          </a:r>
          <a:endParaRPr lang="en-IN" sz="2400" dirty="0"/>
        </a:p>
      </dgm:t>
    </dgm:pt>
    <dgm:pt modelId="{14676A68-57E3-475B-BC3C-39D366346645}" type="parTrans" cxnId="{6B6826E0-451C-41AA-A7B5-E9D2019FE3A9}">
      <dgm:prSet/>
      <dgm:spPr/>
      <dgm:t>
        <a:bodyPr/>
        <a:lstStyle/>
        <a:p>
          <a:endParaRPr lang="en-IN"/>
        </a:p>
      </dgm:t>
    </dgm:pt>
    <dgm:pt modelId="{B36A5CC8-CB01-4968-98FA-7A48EC0D37AE}" type="sibTrans" cxnId="{6B6826E0-451C-41AA-A7B5-E9D2019FE3A9}">
      <dgm:prSet/>
      <dgm:spPr/>
      <dgm:t>
        <a:bodyPr/>
        <a:lstStyle/>
        <a:p>
          <a:endParaRPr lang="en-IN"/>
        </a:p>
      </dgm:t>
    </dgm:pt>
    <dgm:pt modelId="{1582B9EB-B4CE-4A6A-916D-2795B4AC0216}" type="pres">
      <dgm:prSet presAssocID="{935442EA-3D11-4D44-8E73-F6D5E0819A38}" presName="linear" presStyleCnt="0">
        <dgm:presLayoutVars>
          <dgm:animLvl val="lvl"/>
          <dgm:resizeHandles val="exact"/>
        </dgm:presLayoutVars>
      </dgm:prSet>
      <dgm:spPr/>
    </dgm:pt>
    <dgm:pt modelId="{94DF58AF-4B5A-40D5-876B-C773221F443C}" type="pres">
      <dgm:prSet presAssocID="{A101FA42-0C28-44AC-8614-BCD10EA95182}" presName="parentText" presStyleLbl="node1" presStyleIdx="0" presStyleCnt="1" custScaleY="60044" custLinFactNeighborY="9499">
        <dgm:presLayoutVars>
          <dgm:chMax val="0"/>
          <dgm:bulletEnabled val="1"/>
        </dgm:presLayoutVars>
      </dgm:prSet>
      <dgm:spPr/>
    </dgm:pt>
  </dgm:ptLst>
  <dgm:cxnLst>
    <dgm:cxn modelId="{3583BF19-DB75-44AD-A9E8-ABF5BE2F95EB}" type="presOf" srcId="{935442EA-3D11-4D44-8E73-F6D5E0819A38}" destId="{1582B9EB-B4CE-4A6A-916D-2795B4AC0216}" srcOrd="0" destOrd="0" presId="urn:microsoft.com/office/officeart/2005/8/layout/vList2"/>
    <dgm:cxn modelId="{F4F5262D-7F4C-492A-9885-91530C6CE254}" type="presOf" srcId="{A101FA42-0C28-44AC-8614-BCD10EA95182}" destId="{94DF58AF-4B5A-40D5-876B-C773221F443C}" srcOrd="0" destOrd="0" presId="urn:microsoft.com/office/officeart/2005/8/layout/vList2"/>
    <dgm:cxn modelId="{6B6826E0-451C-41AA-A7B5-E9D2019FE3A9}" srcId="{935442EA-3D11-4D44-8E73-F6D5E0819A38}" destId="{A101FA42-0C28-44AC-8614-BCD10EA95182}" srcOrd="0" destOrd="0" parTransId="{14676A68-57E3-475B-BC3C-39D366346645}" sibTransId="{B36A5CC8-CB01-4968-98FA-7A48EC0D37AE}"/>
    <dgm:cxn modelId="{12752157-EC82-4C99-86D1-E72A548D6E4E}" type="presParOf" srcId="{1582B9EB-B4CE-4A6A-916D-2795B4AC0216}" destId="{94DF58AF-4B5A-40D5-876B-C773221F443C}" srcOrd="0" destOrd="0" presId="urn:microsoft.com/office/officeart/2005/8/layout/vList2"/>
  </dgm:cxnLst>
  <dgm:bg/>
  <dgm:whole>
    <a:ln>
      <a:solidFill>
        <a:schemeClr val="accent6">
          <a:lumMod val="60000"/>
          <a:lumOff val="40000"/>
        </a:schemeClr>
      </a:solidFill>
    </a:ln>
  </dgm:whole>
  <dgm:extLst>
    <a:ext uri="http://schemas.microsoft.com/office/drawing/2008/diagram">
      <dsp:dataModelExt xmlns:dsp="http://schemas.microsoft.com/office/drawing/2008/diagram" relId="rId21"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1D8AF22B-6E01-4F33-9B54-590076F38756}"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6C9149EB-4966-4FC9-84A5-2B265D92C4EA}">
      <dgm:prSet custT="1"/>
      <dgm:spPr>
        <a:solidFill>
          <a:schemeClr val="accent6">
            <a:lumMod val="60000"/>
            <a:lumOff val="40000"/>
          </a:schemeClr>
        </a:solidFill>
      </dgm:spPr>
      <dgm:t>
        <a:bodyPr/>
        <a:lstStyle/>
        <a:p>
          <a:r>
            <a:rPr lang="en-US" sz="2400" b="0" i="0" dirty="0"/>
            <a:t>Create a catalogue entry for a simple design pattern whose purpose and application is understood.</a:t>
          </a:r>
          <a:endParaRPr lang="en-IN" sz="2800" dirty="0"/>
        </a:p>
      </dgm:t>
    </dgm:pt>
    <dgm:pt modelId="{BCB043BE-38B4-451D-A3CA-5544958EA9E9}" type="parTrans" cxnId="{6D4048F6-3B5B-4F0D-B3C9-074D7F87A84B}">
      <dgm:prSet/>
      <dgm:spPr/>
      <dgm:t>
        <a:bodyPr/>
        <a:lstStyle/>
        <a:p>
          <a:endParaRPr lang="en-IN"/>
        </a:p>
      </dgm:t>
    </dgm:pt>
    <dgm:pt modelId="{7B1251F8-3BFD-43BE-B6B4-60C98597D653}" type="sibTrans" cxnId="{6D4048F6-3B5B-4F0D-B3C9-074D7F87A84B}">
      <dgm:prSet/>
      <dgm:spPr/>
      <dgm:t>
        <a:bodyPr/>
        <a:lstStyle/>
        <a:p>
          <a:endParaRPr lang="en-IN"/>
        </a:p>
      </dgm:t>
    </dgm:pt>
    <dgm:pt modelId="{6B117771-AD3E-410E-8C2D-70661DFBA6BA}" type="pres">
      <dgm:prSet presAssocID="{1D8AF22B-6E01-4F33-9B54-590076F38756}" presName="linear" presStyleCnt="0">
        <dgm:presLayoutVars>
          <dgm:animLvl val="lvl"/>
          <dgm:resizeHandles val="exact"/>
        </dgm:presLayoutVars>
      </dgm:prSet>
      <dgm:spPr/>
    </dgm:pt>
    <dgm:pt modelId="{516B7FBA-CAF3-4274-AEB4-00729BD1494C}" type="pres">
      <dgm:prSet presAssocID="{6C9149EB-4966-4FC9-84A5-2B265D92C4EA}" presName="parentText" presStyleLbl="node1" presStyleIdx="0" presStyleCnt="1" custScaleY="100063">
        <dgm:presLayoutVars>
          <dgm:chMax val="0"/>
          <dgm:bulletEnabled val="1"/>
        </dgm:presLayoutVars>
      </dgm:prSet>
      <dgm:spPr/>
    </dgm:pt>
  </dgm:ptLst>
  <dgm:cxnLst>
    <dgm:cxn modelId="{F01C1A4D-2D88-46FC-AA1C-174B089A1D23}" type="presOf" srcId="{1D8AF22B-6E01-4F33-9B54-590076F38756}" destId="{6B117771-AD3E-410E-8C2D-70661DFBA6BA}" srcOrd="0" destOrd="0" presId="urn:microsoft.com/office/officeart/2005/8/layout/vList2"/>
    <dgm:cxn modelId="{CF4B0ED1-F244-4FCD-A238-694B98A49368}" type="presOf" srcId="{6C9149EB-4966-4FC9-84A5-2B265D92C4EA}" destId="{516B7FBA-CAF3-4274-AEB4-00729BD1494C}" srcOrd="0" destOrd="0" presId="urn:microsoft.com/office/officeart/2005/8/layout/vList2"/>
    <dgm:cxn modelId="{6D4048F6-3B5B-4F0D-B3C9-074D7F87A84B}" srcId="{1D8AF22B-6E01-4F33-9B54-590076F38756}" destId="{6C9149EB-4966-4FC9-84A5-2B265D92C4EA}" srcOrd="0" destOrd="0" parTransId="{BCB043BE-38B4-451D-A3CA-5544958EA9E9}" sibTransId="{7B1251F8-3BFD-43BE-B6B4-60C98597D653}"/>
    <dgm:cxn modelId="{25E3078B-7A81-41B7-AAB3-6FEA8B425B2F}" type="presParOf" srcId="{6B117771-AD3E-410E-8C2D-70661DFBA6BA}" destId="{516B7FBA-CAF3-4274-AEB4-00729BD1494C}" srcOrd="0" destOrd="0" presId="urn:microsoft.com/office/officeart/2005/8/layout/vList2"/>
  </dgm:cxnLst>
  <dgm:bg/>
  <dgm:whole/>
  <dgm:extLst>
    <a:ext uri="http://schemas.microsoft.com/office/drawing/2008/diagram">
      <dsp:dataModelExt xmlns:dsp="http://schemas.microsoft.com/office/drawing/2008/diagram" relId="rId2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09995D18-05F5-4A4B-8F9A-27E4833C6620}" type="doc">
      <dgm:prSet loTypeId="urn:microsoft.com/office/officeart/2005/8/layout/vList2" loCatId="list" qsTypeId="urn:microsoft.com/office/officeart/2005/8/quickstyle/3d1" qsCatId="3D" csTypeId="urn:microsoft.com/office/officeart/2005/8/colors/accent1_2" csCatId="accent1" phldr="1"/>
      <dgm:spPr/>
      <dgm:t>
        <a:bodyPr/>
        <a:lstStyle/>
        <a:p>
          <a:endParaRPr lang="en-IN"/>
        </a:p>
      </dgm:t>
    </dgm:pt>
    <dgm:pt modelId="{90AED077-85C4-46EA-B5F8-30BF070D360B}">
      <dgm:prSet custT="1"/>
      <dgm:spPr>
        <a:solidFill>
          <a:schemeClr val="accent6">
            <a:lumMod val="75000"/>
          </a:schemeClr>
        </a:solidFill>
      </dgm:spPr>
      <dgm:t>
        <a:bodyPr/>
        <a:lstStyle/>
        <a:p>
          <a:r>
            <a:rPr lang="en-US" sz="3000" b="1" dirty="0"/>
            <a:t>At the end of course, the student  will be able to</a:t>
          </a:r>
          <a:r>
            <a:rPr lang="en-US" sz="2800" dirty="0"/>
            <a:t>:</a:t>
          </a:r>
          <a:endParaRPr lang="en-IN" sz="2800" dirty="0"/>
        </a:p>
      </dgm:t>
    </dgm:pt>
    <dgm:pt modelId="{1E0C8B89-16C6-4880-8B09-06C9D70EBF80}" type="parTrans" cxnId="{B048A809-CB6A-4592-A8D6-3FCFFDFA9564}">
      <dgm:prSet/>
      <dgm:spPr/>
      <dgm:t>
        <a:bodyPr/>
        <a:lstStyle/>
        <a:p>
          <a:endParaRPr lang="en-IN"/>
        </a:p>
      </dgm:t>
    </dgm:pt>
    <dgm:pt modelId="{E50D95E2-F091-4315-B45F-5F68BA43AB8B}" type="sibTrans" cxnId="{B048A809-CB6A-4592-A8D6-3FCFFDFA9564}">
      <dgm:prSet/>
      <dgm:spPr/>
      <dgm:t>
        <a:bodyPr/>
        <a:lstStyle/>
        <a:p>
          <a:endParaRPr lang="en-IN"/>
        </a:p>
      </dgm:t>
    </dgm:pt>
    <dgm:pt modelId="{F61E8516-DE3F-4AE9-AE50-9F42F39BFAD3}" type="pres">
      <dgm:prSet presAssocID="{09995D18-05F5-4A4B-8F9A-27E4833C6620}" presName="linear" presStyleCnt="0">
        <dgm:presLayoutVars>
          <dgm:animLvl val="lvl"/>
          <dgm:resizeHandles val="exact"/>
        </dgm:presLayoutVars>
      </dgm:prSet>
      <dgm:spPr/>
    </dgm:pt>
    <dgm:pt modelId="{B898B381-A99B-40FA-B837-D80DC4A60493}" type="pres">
      <dgm:prSet presAssocID="{90AED077-85C4-46EA-B5F8-30BF070D360B}" presName="parentText" presStyleLbl="node1" presStyleIdx="0" presStyleCnt="1" custScaleY="179592">
        <dgm:presLayoutVars>
          <dgm:chMax val="0"/>
          <dgm:bulletEnabled val="1"/>
        </dgm:presLayoutVars>
      </dgm:prSet>
      <dgm:spPr/>
    </dgm:pt>
  </dgm:ptLst>
  <dgm:cxnLst>
    <dgm:cxn modelId="{9A375A06-3CE5-4593-8483-B4FDE31520F6}" type="presOf" srcId="{90AED077-85C4-46EA-B5F8-30BF070D360B}" destId="{B898B381-A99B-40FA-B837-D80DC4A60493}" srcOrd="0" destOrd="0" presId="urn:microsoft.com/office/officeart/2005/8/layout/vList2"/>
    <dgm:cxn modelId="{B048A809-CB6A-4592-A8D6-3FCFFDFA9564}" srcId="{09995D18-05F5-4A4B-8F9A-27E4833C6620}" destId="{90AED077-85C4-46EA-B5F8-30BF070D360B}" srcOrd="0" destOrd="0" parTransId="{1E0C8B89-16C6-4880-8B09-06C9D70EBF80}" sibTransId="{E50D95E2-F091-4315-B45F-5F68BA43AB8B}"/>
    <dgm:cxn modelId="{A79D18C3-F407-48AA-B7AE-599693738A3B}" type="presOf" srcId="{09995D18-05F5-4A4B-8F9A-27E4833C6620}" destId="{F61E8516-DE3F-4AE9-AE50-9F42F39BFAD3}" srcOrd="0" destOrd="0" presId="urn:microsoft.com/office/officeart/2005/8/layout/vList2"/>
    <dgm:cxn modelId="{65E8A7CB-5EF3-4232-9A05-E7E89F91E38E}" type="presParOf" srcId="{F61E8516-DE3F-4AE9-AE50-9F42F39BFAD3}" destId="{B898B381-A99B-40FA-B837-D80DC4A6049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9A6AA7B5-1491-47C8-85E4-E5E8FDD6D065}" type="doc">
      <dgm:prSet loTypeId="urn:microsoft.com/office/officeart/2005/8/layout/vList2" loCatId="list" qsTypeId="urn:microsoft.com/office/officeart/2005/8/quickstyle/3d1" qsCatId="3D" csTypeId="urn:microsoft.com/office/officeart/2005/8/colors/colorful2" csCatId="colorful" phldr="1"/>
      <dgm:spPr/>
      <dgm:t>
        <a:bodyPr/>
        <a:lstStyle/>
        <a:p>
          <a:endParaRPr lang="en-IN"/>
        </a:p>
      </dgm:t>
    </dgm:pt>
    <dgm:pt modelId="{02C141FE-9ABF-48FD-9848-42A0EFA33222}">
      <dgm:prSet/>
      <dgm:spPr>
        <a:solidFill>
          <a:schemeClr val="accent3"/>
        </a:solidFill>
      </dgm:spPr>
      <dgm:t>
        <a:bodyPr/>
        <a:lstStyle/>
        <a:p>
          <a:r>
            <a:rPr lang="en-IN" b="1" dirty="0">
              <a:solidFill>
                <a:schemeClr val="tx1"/>
              </a:solidFill>
            </a:rPr>
            <a:t>CO1 : Construct a design consisting of collection of modules.</a:t>
          </a:r>
          <a:endParaRPr lang="en-IN" dirty="0">
            <a:solidFill>
              <a:schemeClr val="tx1"/>
            </a:solidFill>
          </a:endParaRPr>
        </a:p>
      </dgm:t>
    </dgm:pt>
    <dgm:pt modelId="{293B506A-CB52-4629-804F-4EA81B2C3153}" type="parTrans" cxnId="{235FA966-C47A-4BCB-AAED-54A261FD7D2F}">
      <dgm:prSet/>
      <dgm:spPr/>
      <dgm:t>
        <a:bodyPr/>
        <a:lstStyle/>
        <a:p>
          <a:endParaRPr lang="en-IN"/>
        </a:p>
      </dgm:t>
    </dgm:pt>
    <dgm:pt modelId="{22F57173-271F-4897-B456-2A1AE73C488C}" type="sibTrans" cxnId="{235FA966-C47A-4BCB-AAED-54A261FD7D2F}">
      <dgm:prSet/>
      <dgm:spPr/>
      <dgm:t>
        <a:bodyPr/>
        <a:lstStyle/>
        <a:p>
          <a:endParaRPr lang="en-IN"/>
        </a:p>
      </dgm:t>
    </dgm:pt>
    <dgm:pt modelId="{685F4F69-7D82-4DED-A9A8-7071B724DF07}" type="pres">
      <dgm:prSet presAssocID="{9A6AA7B5-1491-47C8-85E4-E5E8FDD6D065}" presName="linear" presStyleCnt="0">
        <dgm:presLayoutVars>
          <dgm:animLvl val="lvl"/>
          <dgm:resizeHandles val="exact"/>
        </dgm:presLayoutVars>
      </dgm:prSet>
      <dgm:spPr/>
    </dgm:pt>
    <dgm:pt modelId="{AEDD9097-4AFF-4D2E-9357-46583571353B}" type="pres">
      <dgm:prSet presAssocID="{02C141FE-9ABF-48FD-9848-42A0EFA33222}" presName="parentText" presStyleLbl="node1" presStyleIdx="0" presStyleCnt="1">
        <dgm:presLayoutVars>
          <dgm:chMax val="0"/>
          <dgm:bulletEnabled val="1"/>
        </dgm:presLayoutVars>
      </dgm:prSet>
      <dgm:spPr/>
    </dgm:pt>
  </dgm:ptLst>
  <dgm:cxnLst>
    <dgm:cxn modelId="{AC74E735-F2C3-4F23-ABE1-877387F852A7}" type="presOf" srcId="{02C141FE-9ABF-48FD-9848-42A0EFA33222}" destId="{AEDD9097-4AFF-4D2E-9357-46583571353B}" srcOrd="0" destOrd="0" presId="urn:microsoft.com/office/officeart/2005/8/layout/vList2"/>
    <dgm:cxn modelId="{235FA966-C47A-4BCB-AAED-54A261FD7D2F}" srcId="{9A6AA7B5-1491-47C8-85E4-E5E8FDD6D065}" destId="{02C141FE-9ABF-48FD-9848-42A0EFA33222}" srcOrd="0" destOrd="0" parTransId="{293B506A-CB52-4629-804F-4EA81B2C3153}" sibTransId="{22F57173-271F-4897-B456-2A1AE73C488C}"/>
    <dgm:cxn modelId="{EFF34B82-60AD-4AB7-9ADE-08B4C2F23B48}" type="presOf" srcId="{9A6AA7B5-1491-47C8-85E4-E5E8FDD6D065}" destId="{685F4F69-7D82-4DED-A9A8-7071B724DF07}" srcOrd="0" destOrd="0" presId="urn:microsoft.com/office/officeart/2005/8/layout/vList2"/>
    <dgm:cxn modelId="{0FAF76ED-A85B-47AF-BBC3-6A57EC537321}" type="presParOf" srcId="{685F4F69-7D82-4DED-A9A8-7071B724DF07}" destId="{AEDD9097-4AFF-4D2E-9357-46583571353B}" srcOrd="0"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1B644E16-AACD-4612-92E0-D46EF4ECB879}"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E7AAAF9E-D416-49AE-8611-65377A7DE939}">
      <dgm:prSet/>
      <dgm:spPr/>
      <dgm:t>
        <a:bodyPr/>
        <a:lstStyle/>
        <a:p>
          <a:r>
            <a:rPr lang="en-US" b="1" dirty="0"/>
            <a:t>CO2 : Exploit well known design pattern such as Factory, visitor etc.</a:t>
          </a:r>
          <a:endParaRPr lang="en-IN" dirty="0"/>
        </a:p>
      </dgm:t>
    </dgm:pt>
    <dgm:pt modelId="{5C719D1D-8A96-404E-AB5C-11562DFC1D30}" type="parTrans" cxnId="{EADE17B7-FE92-4EA7-A469-F698C8E6940A}">
      <dgm:prSet/>
      <dgm:spPr/>
      <dgm:t>
        <a:bodyPr/>
        <a:lstStyle/>
        <a:p>
          <a:endParaRPr lang="en-IN"/>
        </a:p>
      </dgm:t>
    </dgm:pt>
    <dgm:pt modelId="{AF8B5B03-720E-47F1-8D53-0E882540183D}" type="sibTrans" cxnId="{EADE17B7-FE92-4EA7-A469-F698C8E6940A}">
      <dgm:prSet/>
      <dgm:spPr/>
      <dgm:t>
        <a:bodyPr/>
        <a:lstStyle/>
        <a:p>
          <a:endParaRPr lang="en-IN"/>
        </a:p>
      </dgm:t>
    </dgm:pt>
    <dgm:pt modelId="{B22A3E1F-BDC2-4FC3-B056-77BC1F86A5BC}" type="pres">
      <dgm:prSet presAssocID="{1B644E16-AACD-4612-92E0-D46EF4ECB879}" presName="linear" presStyleCnt="0">
        <dgm:presLayoutVars>
          <dgm:animLvl val="lvl"/>
          <dgm:resizeHandles val="exact"/>
        </dgm:presLayoutVars>
      </dgm:prSet>
      <dgm:spPr/>
    </dgm:pt>
    <dgm:pt modelId="{CD5036F8-A246-4E6A-8921-20C367BBB964}" type="pres">
      <dgm:prSet presAssocID="{E7AAAF9E-D416-49AE-8611-65377A7DE939}" presName="parentText" presStyleLbl="node1" presStyleIdx="0" presStyleCnt="1">
        <dgm:presLayoutVars>
          <dgm:chMax val="0"/>
          <dgm:bulletEnabled val="1"/>
        </dgm:presLayoutVars>
      </dgm:prSet>
      <dgm:spPr/>
    </dgm:pt>
  </dgm:ptLst>
  <dgm:cxnLst>
    <dgm:cxn modelId="{2B41B017-406D-40F4-93E9-9D0FCC4851C9}" type="presOf" srcId="{E7AAAF9E-D416-49AE-8611-65377A7DE939}" destId="{CD5036F8-A246-4E6A-8921-20C367BBB964}" srcOrd="0" destOrd="0" presId="urn:microsoft.com/office/officeart/2005/8/layout/vList2"/>
    <dgm:cxn modelId="{0137BE35-7741-4CB7-8903-0262507EB38F}" type="presOf" srcId="{1B644E16-AACD-4612-92E0-D46EF4ECB879}" destId="{B22A3E1F-BDC2-4FC3-B056-77BC1F86A5BC}" srcOrd="0" destOrd="0" presId="urn:microsoft.com/office/officeart/2005/8/layout/vList2"/>
    <dgm:cxn modelId="{EADE17B7-FE92-4EA7-A469-F698C8E6940A}" srcId="{1B644E16-AACD-4612-92E0-D46EF4ECB879}" destId="{E7AAAF9E-D416-49AE-8611-65377A7DE939}" srcOrd="0" destOrd="0" parTransId="{5C719D1D-8A96-404E-AB5C-11562DFC1D30}" sibTransId="{AF8B5B03-720E-47F1-8D53-0E882540183D}"/>
    <dgm:cxn modelId="{7B9DDA1B-23E8-4DA7-A8BE-4814CD610A9A}" type="presParOf" srcId="{B22A3E1F-BDC2-4FC3-B056-77BC1F86A5BC}" destId="{CD5036F8-A246-4E6A-8921-20C367BBB964}" srcOrd="0" destOrd="0" presId="urn:microsoft.com/office/officeart/2005/8/layout/vList2"/>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FF45E94E-C528-4C21-A29D-573922B4ED68}"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FCBD3793-394C-48FC-B28C-1D09533E7BA0}">
      <dgm:prSet/>
      <dgm:spPr/>
      <dgm:t>
        <a:bodyPr/>
        <a:lstStyle/>
        <a:p>
          <a:r>
            <a:rPr lang="en-IN" b="1" dirty="0"/>
            <a:t>CO3 : Distinguish between different categories of design patterns.</a:t>
          </a:r>
          <a:endParaRPr lang="en-IN" dirty="0"/>
        </a:p>
      </dgm:t>
    </dgm:pt>
    <dgm:pt modelId="{3C3BF590-E539-434F-BC04-7F5815B84D60}" type="parTrans" cxnId="{27D07304-FB48-42DA-9A97-1D607D0CE964}">
      <dgm:prSet/>
      <dgm:spPr/>
      <dgm:t>
        <a:bodyPr/>
        <a:lstStyle/>
        <a:p>
          <a:endParaRPr lang="en-IN"/>
        </a:p>
      </dgm:t>
    </dgm:pt>
    <dgm:pt modelId="{6BA01F92-7F7A-4713-B56A-6F20FAAB3645}" type="sibTrans" cxnId="{27D07304-FB48-42DA-9A97-1D607D0CE964}">
      <dgm:prSet/>
      <dgm:spPr/>
      <dgm:t>
        <a:bodyPr/>
        <a:lstStyle/>
        <a:p>
          <a:endParaRPr lang="en-IN"/>
        </a:p>
      </dgm:t>
    </dgm:pt>
    <dgm:pt modelId="{45C93CBB-046D-43CD-9356-3FC8771C32AF}" type="pres">
      <dgm:prSet presAssocID="{FF45E94E-C528-4C21-A29D-573922B4ED68}" presName="linear" presStyleCnt="0">
        <dgm:presLayoutVars>
          <dgm:animLvl val="lvl"/>
          <dgm:resizeHandles val="exact"/>
        </dgm:presLayoutVars>
      </dgm:prSet>
      <dgm:spPr/>
    </dgm:pt>
    <dgm:pt modelId="{8C029958-E145-4D8C-B815-F42AE9B5E6DF}" type="pres">
      <dgm:prSet presAssocID="{FCBD3793-394C-48FC-B28C-1D09533E7BA0}" presName="parentText" presStyleLbl="node1" presStyleIdx="0" presStyleCnt="1" custLinFactNeighborX="2941" custLinFactNeighborY="-20">
        <dgm:presLayoutVars>
          <dgm:chMax val="0"/>
          <dgm:bulletEnabled val="1"/>
        </dgm:presLayoutVars>
      </dgm:prSet>
      <dgm:spPr/>
    </dgm:pt>
  </dgm:ptLst>
  <dgm:cxnLst>
    <dgm:cxn modelId="{27D07304-FB48-42DA-9A97-1D607D0CE964}" srcId="{FF45E94E-C528-4C21-A29D-573922B4ED68}" destId="{FCBD3793-394C-48FC-B28C-1D09533E7BA0}" srcOrd="0" destOrd="0" parTransId="{3C3BF590-E539-434F-BC04-7F5815B84D60}" sibTransId="{6BA01F92-7F7A-4713-B56A-6F20FAAB3645}"/>
    <dgm:cxn modelId="{05A47010-37A1-4400-9B53-9EE23CC7A1EB}" type="presOf" srcId="{FF45E94E-C528-4C21-A29D-573922B4ED68}" destId="{45C93CBB-046D-43CD-9356-3FC8771C32AF}" srcOrd="0" destOrd="0" presId="urn:microsoft.com/office/officeart/2005/8/layout/vList2"/>
    <dgm:cxn modelId="{22A65282-467B-4D1B-B70C-0E397C12B221}" type="presOf" srcId="{FCBD3793-394C-48FC-B28C-1D09533E7BA0}" destId="{8C029958-E145-4D8C-B815-F42AE9B5E6DF}" srcOrd="0" destOrd="0" presId="urn:microsoft.com/office/officeart/2005/8/layout/vList2"/>
    <dgm:cxn modelId="{43591253-4998-4341-BF06-68B4B1D65B6C}" type="presParOf" srcId="{45C93CBB-046D-43CD-9356-3FC8771C32AF}" destId="{8C029958-E145-4D8C-B815-F42AE9B5E6DF}" srcOrd="0" destOrd="0" presId="urn:microsoft.com/office/officeart/2005/8/layout/vList2"/>
  </dgm:cxnLst>
  <dgm:bg/>
  <dgm:whole/>
  <dgm:extLst>
    <a:ext uri="http://schemas.microsoft.com/office/drawing/2008/diagram">
      <dsp:dataModelExt xmlns:dsp="http://schemas.microsoft.com/office/drawing/2008/diagram" relId="rId21"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CA3BDE70-45F2-45D1-A9F8-5ADC9B616F85}"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F2B2203F-2FAE-49B7-A1D5-9CD1B5127346}">
      <dgm:prSet/>
      <dgm:spPr/>
      <dgm:t>
        <a:bodyPr/>
        <a:lstStyle/>
        <a:p>
          <a:r>
            <a:rPr lang="en-US" b="1" dirty="0"/>
            <a:t>CO4 : Ability to common design pattern for incremental development.</a:t>
          </a:r>
          <a:endParaRPr lang="en-IN" dirty="0"/>
        </a:p>
      </dgm:t>
    </dgm:pt>
    <dgm:pt modelId="{0C5F4077-1886-4CF9-AD59-B820AE05ADC7}" type="parTrans" cxnId="{C19B5B16-6706-47B1-9748-FFF77E9A2A15}">
      <dgm:prSet/>
      <dgm:spPr/>
      <dgm:t>
        <a:bodyPr/>
        <a:lstStyle/>
        <a:p>
          <a:endParaRPr lang="en-IN"/>
        </a:p>
      </dgm:t>
    </dgm:pt>
    <dgm:pt modelId="{470CA956-F82D-44F7-AFF1-5655BDBD69D3}" type="sibTrans" cxnId="{C19B5B16-6706-47B1-9748-FFF77E9A2A15}">
      <dgm:prSet/>
      <dgm:spPr/>
      <dgm:t>
        <a:bodyPr/>
        <a:lstStyle/>
        <a:p>
          <a:endParaRPr lang="en-IN"/>
        </a:p>
      </dgm:t>
    </dgm:pt>
    <dgm:pt modelId="{BAD57889-E122-4358-BE0C-A1CC3A735F9B}" type="pres">
      <dgm:prSet presAssocID="{CA3BDE70-45F2-45D1-A9F8-5ADC9B616F85}" presName="linear" presStyleCnt="0">
        <dgm:presLayoutVars>
          <dgm:animLvl val="lvl"/>
          <dgm:resizeHandles val="exact"/>
        </dgm:presLayoutVars>
      </dgm:prSet>
      <dgm:spPr/>
    </dgm:pt>
    <dgm:pt modelId="{54692D58-280A-4A5B-8ABB-4AA8C3D0C486}" type="pres">
      <dgm:prSet presAssocID="{F2B2203F-2FAE-49B7-A1D5-9CD1B5127346}" presName="parentText" presStyleLbl="node1" presStyleIdx="0" presStyleCnt="1">
        <dgm:presLayoutVars>
          <dgm:chMax val="0"/>
          <dgm:bulletEnabled val="1"/>
        </dgm:presLayoutVars>
      </dgm:prSet>
      <dgm:spPr/>
    </dgm:pt>
  </dgm:ptLst>
  <dgm:cxnLst>
    <dgm:cxn modelId="{4C5EE510-000B-4044-8645-A770BA52DCEE}" type="presOf" srcId="{CA3BDE70-45F2-45D1-A9F8-5ADC9B616F85}" destId="{BAD57889-E122-4358-BE0C-A1CC3A735F9B}" srcOrd="0" destOrd="0" presId="urn:microsoft.com/office/officeart/2005/8/layout/vList2"/>
    <dgm:cxn modelId="{C19B5B16-6706-47B1-9748-FFF77E9A2A15}" srcId="{CA3BDE70-45F2-45D1-A9F8-5ADC9B616F85}" destId="{F2B2203F-2FAE-49B7-A1D5-9CD1B5127346}" srcOrd="0" destOrd="0" parTransId="{0C5F4077-1886-4CF9-AD59-B820AE05ADC7}" sibTransId="{470CA956-F82D-44F7-AFF1-5655BDBD69D3}"/>
    <dgm:cxn modelId="{51CC87E9-4D44-4937-B700-EB606B0F31AA}" type="presOf" srcId="{F2B2203F-2FAE-49B7-A1D5-9CD1B5127346}" destId="{54692D58-280A-4A5B-8ABB-4AA8C3D0C486}" srcOrd="0" destOrd="0" presId="urn:microsoft.com/office/officeart/2005/8/layout/vList2"/>
    <dgm:cxn modelId="{0F1234CC-99AD-4C66-A03B-0A28C4FEB8FB}" type="presParOf" srcId="{BAD57889-E122-4358-BE0C-A1CC3A735F9B}" destId="{54692D58-280A-4A5B-8ABB-4AA8C3D0C486}" srcOrd="0" destOrd="0" presId="urn:microsoft.com/office/officeart/2005/8/layout/vList2"/>
  </dgm:cxnLst>
  <dgm:bg/>
  <dgm:whole/>
  <dgm:extLst>
    <a:ext uri="http://schemas.microsoft.com/office/drawing/2008/diagram">
      <dsp:dataModelExt xmlns:dsp="http://schemas.microsoft.com/office/drawing/2008/diagram" relId="rId2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0803BEA6-810A-46C8-899C-70229B268BB8}"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502B59D9-8C99-44C9-B85F-4596BFA6E16F}">
      <dgm:prSet custT="1"/>
      <dgm:spPr/>
      <dgm:t>
        <a:bodyPr/>
        <a:lstStyle/>
        <a:p>
          <a:r>
            <a:rPr lang="en-IN" sz="2500" b="1" dirty="0"/>
            <a:t>CO5 : Identify appropriate design pattern for a given problem and design the software using pattern oriented architecture.</a:t>
          </a:r>
          <a:endParaRPr lang="en-IN" sz="2500" dirty="0"/>
        </a:p>
      </dgm:t>
    </dgm:pt>
    <dgm:pt modelId="{9D2B8A0D-F6D2-4C03-871B-3A7AAE296648}" type="parTrans" cxnId="{C0A7060B-E306-436C-82D8-E1BE2F57219E}">
      <dgm:prSet/>
      <dgm:spPr/>
      <dgm:t>
        <a:bodyPr/>
        <a:lstStyle/>
        <a:p>
          <a:endParaRPr lang="en-IN"/>
        </a:p>
      </dgm:t>
    </dgm:pt>
    <dgm:pt modelId="{1F2A8542-A15A-4424-AE39-080E22955215}" type="sibTrans" cxnId="{C0A7060B-E306-436C-82D8-E1BE2F57219E}">
      <dgm:prSet/>
      <dgm:spPr/>
      <dgm:t>
        <a:bodyPr/>
        <a:lstStyle/>
        <a:p>
          <a:endParaRPr lang="en-IN"/>
        </a:p>
      </dgm:t>
    </dgm:pt>
    <dgm:pt modelId="{E298B721-E1B9-4CD4-8B1A-4950CC157D9F}" type="pres">
      <dgm:prSet presAssocID="{0803BEA6-810A-46C8-899C-70229B268BB8}" presName="linear" presStyleCnt="0">
        <dgm:presLayoutVars>
          <dgm:animLvl val="lvl"/>
          <dgm:resizeHandles val="exact"/>
        </dgm:presLayoutVars>
      </dgm:prSet>
      <dgm:spPr/>
    </dgm:pt>
    <dgm:pt modelId="{3EED7F0D-5C80-4479-905C-E79E88227593}" type="pres">
      <dgm:prSet presAssocID="{502B59D9-8C99-44C9-B85F-4596BFA6E16F}" presName="parentText" presStyleLbl="node1" presStyleIdx="0" presStyleCnt="1" custScaleY="100040" custLinFactNeighborY="2600">
        <dgm:presLayoutVars>
          <dgm:chMax val="0"/>
          <dgm:bulletEnabled val="1"/>
        </dgm:presLayoutVars>
      </dgm:prSet>
      <dgm:spPr/>
    </dgm:pt>
  </dgm:ptLst>
  <dgm:cxnLst>
    <dgm:cxn modelId="{C0A7060B-E306-436C-82D8-E1BE2F57219E}" srcId="{0803BEA6-810A-46C8-899C-70229B268BB8}" destId="{502B59D9-8C99-44C9-B85F-4596BFA6E16F}" srcOrd="0" destOrd="0" parTransId="{9D2B8A0D-F6D2-4C03-871B-3A7AAE296648}" sibTransId="{1F2A8542-A15A-4424-AE39-080E22955215}"/>
    <dgm:cxn modelId="{23B1BB43-57C8-43E8-9AD1-1337C4DAF417}" type="presOf" srcId="{502B59D9-8C99-44C9-B85F-4596BFA6E16F}" destId="{3EED7F0D-5C80-4479-905C-E79E88227593}" srcOrd="0" destOrd="0" presId="urn:microsoft.com/office/officeart/2005/8/layout/vList2"/>
    <dgm:cxn modelId="{49668B68-671F-4E13-BC55-3CC0C61BC1D0}" type="presOf" srcId="{0803BEA6-810A-46C8-899C-70229B268BB8}" destId="{E298B721-E1B9-4CD4-8B1A-4950CC157D9F}" srcOrd="0" destOrd="0" presId="urn:microsoft.com/office/officeart/2005/8/layout/vList2"/>
    <dgm:cxn modelId="{F33C2679-711E-46BD-9792-5F0D76896B3F}" type="presParOf" srcId="{E298B721-E1B9-4CD4-8B1A-4950CC157D9F}" destId="{3EED7F0D-5C80-4479-905C-E79E88227593}" srcOrd="0" destOrd="0" presId="urn:microsoft.com/office/officeart/2005/8/layout/vList2"/>
  </dgm:cxnLst>
  <dgm:bg/>
  <dgm:whole/>
  <dgm:extLst>
    <a:ext uri="http://schemas.microsoft.com/office/drawing/2008/diagram">
      <dsp:dataModelExt xmlns:dsp="http://schemas.microsoft.com/office/drawing/2008/diagram" relId="rId31"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09995D18-05F5-4A4B-8F9A-27E4833C6620}" type="doc">
      <dgm:prSet loTypeId="urn:microsoft.com/office/officeart/2005/8/layout/vList2" loCatId="list" qsTypeId="urn:microsoft.com/office/officeart/2005/8/quickstyle/3d1" qsCatId="3D" csTypeId="urn:microsoft.com/office/officeart/2005/8/colors/accent1_2" csCatId="accent1" phldr="1"/>
      <dgm:spPr/>
      <dgm:t>
        <a:bodyPr/>
        <a:lstStyle/>
        <a:p>
          <a:endParaRPr lang="en-IN"/>
        </a:p>
      </dgm:t>
    </dgm:pt>
    <dgm:pt modelId="{90AED077-85C4-46EA-B5F8-30BF070D360B}">
      <dgm:prSet custT="1"/>
      <dgm:spPr>
        <a:solidFill>
          <a:schemeClr val="accent6">
            <a:lumMod val="75000"/>
          </a:schemeClr>
        </a:solidFill>
      </dgm:spPr>
      <dgm:t>
        <a:bodyPr/>
        <a:lstStyle/>
        <a:p>
          <a:r>
            <a:rPr lang="en-US" sz="2800" b="1" dirty="0"/>
            <a:t>Engineering Graduates will be able to</a:t>
          </a:r>
          <a:r>
            <a:rPr lang="en-US" sz="2800" dirty="0"/>
            <a:t>:</a:t>
          </a:r>
          <a:endParaRPr lang="en-IN" sz="2800" dirty="0"/>
        </a:p>
      </dgm:t>
    </dgm:pt>
    <dgm:pt modelId="{1E0C8B89-16C6-4880-8B09-06C9D70EBF80}" type="parTrans" cxnId="{B048A809-CB6A-4592-A8D6-3FCFFDFA9564}">
      <dgm:prSet/>
      <dgm:spPr/>
      <dgm:t>
        <a:bodyPr/>
        <a:lstStyle/>
        <a:p>
          <a:endParaRPr lang="en-IN"/>
        </a:p>
      </dgm:t>
    </dgm:pt>
    <dgm:pt modelId="{E50D95E2-F091-4315-B45F-5F68BA43AB8B}" type="sibTrans" cxnId="{B048A809-CB6A-4592-A8D6-3FCFFDFA9564}">
      <dgm:prSet/>
      <dgm:spPr/>
      <dgm:t>
        <a:bodyPr/>
        <a:lstStyle/>
        <a:p>
          <a:endParaRPr lang="en-IN"/>
        </a:p>
      </dgm:t>
    </dgm:pt>
    <dgm:pt modelId="{F61E8516-DE3F-4AE9-AE50-9F42F39BFAD3}" type="pres">
      <dgm:prSet presAssocID="{09995D18-05F5-4A4B-8F9A-27E4833C6620}" presName="linear" presStyleCnt="0">
        <dgm:presLayoutVars>
          <dgm:animLvl val="lvl"/>
          <dgm:resizeHandles val="exact"/>
        </dgm:presLayoutVars>
      </dgm:prSet>
      <dgm:spPr/>
    </dgm:pt>
    <dgm:pt modelId="{B898B381-A99B-40FA-B837-D80DC4A60493}" type="pres">
      <dgm:prSet presAssocID="{90AED077-85C4-46EA-B5F8-30BF070D360B}" presName="parentText" presStyleLbl="node1" presStyleIdx="0" presStyleCnt="1" custScaleY="217306">
        <dgm:presLayoutVars>
          <dgm:chMax val="0"/>
          <dgm:bulletEnabled val="1"/>
        </dgm:presLayoutVars>
      </dgm:prSet>
      <dgm:spPr/>
    </dgm:pt>
  </dgm:ptLst>
  <dgm:cxnLst>
    <dgm:cxn modelId="{9A375A06-3CE5-4593-8483-B4FDE31520F6}" type="presOf" srcId="{90AED077-85C4-46EA-B5F8-30BF070D360B}" destId="{B898B381-A99B-40FA-B837-D80DC4A60493}" srcOrd="0" destOrd="0" presId="urn:microsoft.com/office/officeart/2005/8/layout/vList2"/>
    <dgm:cxn modelId="{B048A809-CB6A-4592-A8D6-3FCFFDFA9564}" srcId="{09995D18-05F5-4A4B-8F9A-27E4833C6620}" destId="{90AED077-85C4-46EA-B5F8-30BF070D360B}" srcOrd="0" destOrd="0" parTransId="{1E0C8B89-16C6-4880-8B09-06C9D70EBF80}" sibTransId="{E50D95E2-F091-4315-B45F-5F68BA43AB8B}"/>
    <dgm:cxn modelId="{A79D18C3-F407-48AA-B7AE-599693738A3B}" type="presOf" srcId="{09995D18-05F5-4A4B-8F9A-27E4833C6620}" destId="{F61E8516-DE3F-4AE9-AE50-9F42F39BFAD3}" srcOrd="0" destOrd="0" presId="urn:microsoft.com/office/officeart/2005/8/layout/vList2"/>
    <dgm:cxn modelId="{65E8A7CB-5EF3-4232-9A05-E7E89F91E38E}" type="presParOf" srcId="{F61E8516-DE3F-4AE9-AE50-9F42F39BFAD3}" destId="{B898B381-A99B-40FA-B837-D80DC4A6049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9A6AA7B5-1491-47C8-85E4-E5E8FDD6D065}" type="doc">
      <dgm:prSet loTypeId="urn:microsoft.com/office/officeart/2005/8/layout/vList2" loCatId="list" qsTypeId="urn:microsoft.com/office/officeart/2005/8/quickstyle/simple3" qsCatId="simple" csTypeId="urn:microsoft.com/office/officeart/2005/8/colors/accent1_2" csCatId="accent1"/>
      <dgm:spPr/>
      <dgm:t>
        <a:bodyPr/>
        <a:lstStyle/>
        <a:p>
          <a:endParaRPr lang="en-IN"/>
        </a:p>
      </dgm:t>
    </dgm:pt>
    <dgm:pt modelId="{02C141FE-9ABF-48FD-9848-42A0EFA33222}">
      <dgm:prSet/>
      <dgm:spPr/>
      <dgm:t>
        <a:bodyPr/>
        <a:lstStyle/>
        <a:p>
          <a:r>
            <a:rPr lang="en-IN" b="1" dirty="0"/>
            <a:t>PO1 : </a:t>
          </a:r>
          <a:r>
            <a:rPr lang="en-US" b="1" dirty="0"/>
            <a:t>Engineering Knowledge</a:t>
          </a:r>
          <a:endParaRPr lang="en-IN" dirty="0"/>
        </a:p>
      </dgm:t>
    </dgm:pt>
    <dgm:pt modelId="{293B506A-CB52-4629-804F-4EA81B2C3153}" type="parTrans" cxnId="{235FA966-C47A-4BCB-AAED-54A261FD7D2F}">
      <dgm:prSet/>
      <dgm:spPr/>
      <dgm:t>
        <a:bodyPr/>
        <a:lstStyle/>
        <a:p>
          <a:endParaRPr lang="en-IN"/>
        </a:p>
      </dgm:t>
    </dgm:pt>
    <dgm:pt modelId="{22F57173-271F-4897-B456-2A1AE73C488C}" type="sibTrans" cxnId="{235FA966-C47A-4BCB-AAED-54A261FD7D2F}">
      <dgm:prSet/>
      <dgm:spPr/>
      <dgm:t>
        <a:bodyPr/>
        <a:lstStyle/>
        <a:p>
          <a:endParaRPr lang="en-IN"/>
        </a:p>
      </dgm:t>
    </dgm:pt>
    <dgm:pt modelId="{685F4F69-7D82-4DED-A9A8-7071B724DF07}" type="pres">
      <dgm:prSet presAssocID="{9A6AA7B5-1491-47C8-85E4-E5E8FDD6D065}" presName="linear" presStyleCnt="0">
        <dgm:presLayoutVars>
          <dgm:animLvl val="lvl"/>
          <dgm:resizeHandles val="exact"/>
        </dgm:presLayoutVars>
      </dgm:prSet>
      <dgm:spPr/>
    </dgm:pt>
    <dgm:pt modelId="{AEDD9097-4AFF-4D2E-9357-46583571353B}" type="pres">
      <dgm:prSet presAssocID="{02C141FE-9ABF-48FD-9848-42A0EFA33222}" presName="parentText" presStyleLbl="node1" presStyleIdx="0" presStyleCnt="1">
        <dgm:presLayoutVars>
          <dgm:chMax val="0"/>
          <dgm:bulletEnabled val="1"/>
        </dgm:presLayoutVars>
      </dgm:prSet>
      <dgm:spPr/>
    </dgm:pt>
  </dgm:ptLst>
  <dgm:cxnLst>
    <dgm:cxn modelId="{AC74E735-F2C3-4F23-ABE1-877387F852A7}" type="presOf" srcId="{02C141FE-9ABF-48FD-9848-42A0EFA33222}" destId="{AEDD9097-4AFF-4D2E-9357-46583571353B}" srcOrd="0" destOrd="0" presId="urn:microsoft.com/office/officeart/2005/8/layout/vList2"/>
    <dgm:cxn modelId="{235FA966-C47A-4BCB-AAED-54A261FD7D2F}" srcId="{9A6AA7B5-1491-47C8-85E4-E5E8FDD6D065}" destId="{02C141FE-9ABF-48FD-9848-42A0EFA33222}" srcOrd="0" destOrd="0" parTransId="{293B506A-CB52-4629-804F-4EA81B2C3153}" sibTransId="{22F57173-271F-4897-B456-2A1AE73C488C}"/>
    <dgm:cxn modelId="{EFF34B82-60AD-4AB7-9ADE-08B4C2F23B48}" type="presOf" srcId="{9A6AA7B5-1491-47C8-85E4-E5E8FDD6D065}" destId="{685F4F69-7D82-4DED-A9A8-7071B724DF07}" srcOrd="0" destOrd="0" presId="urn:microsoft.com/office/officeart/2005/8/layout/vList2"/>
    <dgm:cxn modelId="{0FAF76ED-A85B-47AF-BBC3-6A57EC537321}" type="presParOf" srcId="{685F4F69-7D82-4DED-A9A8-7071B724DF07}" destId="{AEDD9097-4AFF-4D2E-9357-46583571353B}" srcOrd="0"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1B644E16-AACD-4612-92E0-D46EF4ECB879}" type="doc">
      <dgm:prSet loTypeId="urn:microsoft.com/office/officeart/2005/8/layout/vList2" loCatId="list" qsTypeId="urn:microsoft.com/office/officeart/2005/8/quickstyle/simple3" qsCatId="simple" csTypeId="urn:microsoft.com/office/officeart/2005/8/colors/accent1_2" csCatId="accent1"/>
      <dgm:spPr/>
      <dgm:t>
        <a:bodyPr/>
        <a:lstStyle/>
        <a:p>
          <a:endParaRPr lang="en-IN"/>
        </a:p>
      </dgm:t>
    </dgm:pt>
    <dgm:pt modelId="{E7AAAF9E-D416-49AE-8611-65377A7DE939}">
      <dgm:prSet/>
      <dgm:spPr/>
      <dgm:t>
        <a:bodyPr/>
        <a:lstStyle/>
        <a:p>
          <a:r>
            <a:rPr lang="en-US" b="1" dirty="0"/>
            <a:t>PO2 : Problem Analysis</a:t>
          </a:r>
          <a:endParaRPr lang="en-IN" dirty="0"/>
        </a:p>
      </dgm:t>
    </dgm:pt>
    <dgm:pt modelId="{5C719D1D-8A96-404E-AB5C-11562DFC1D30}" type="parTrans" cxnId="{EADE17B7-FE92-4EA7-A469-F698C8E6940A}">
      <dgm:prSet/>
      <dgm:spPr/>
      <dgm:t>
        <a:bodyPr/>
        <a:lstStyle/>
        <a:p>
          <a:endParaRPr lang="en-IN"/>
        </a:p>
      </dgm:t>
    </dgm:pt>
    <dgm:pt modelId="{AF8B5B03-720E-47F1-8D53-0E882540183D}" type="sibTrans" cxnId="{EADE17B7-FE92-4EA7-A469-F698C8E6940A}">
      <dgm:prSet/>
      <dgm:spPr/>
      <dgm:t>
        <a:bodyPr/>
        <a:lstStyle/>
        <a:p>
          <a:endParaRPr lang="en-IN"/>
        </a:p>
      </dgm:t>
    </dgm:pt>
    <dgm:pt modelId="{B22A3E1F-BDC2-4FC3-B056-77BC1F86A5BC}" type="pres">
      <dgm:prSet presAssocID="{1B644E16-AACD-4612-92E0-D46EF4ECB879}" presName="linear" presStyleCnt="0">
        <dgm:presLayoutVars>
          <dgm:animLvl val="lvl"/>
          <dgm:resizeHandles val="exact"/>
        </dgm:presLayoutVars>
      </dgm:prSet>
      <dgm:spPr/>
    </dgm:pt>
    <dgm:pt modelId="{CD5036F8-A246-4E6A-8921-20C367BBB964}" type="pres">
      <dgm:prSet presAssocID="{E7AAAF9E-D416-49AE-8611-65377A7DE939}" presName="parentText" presStyleLbl="node1" presStyleIdx="0" presStyleCnt="1">
        <dgm:presLayoutVars>
          <dgm:chMax val="0"/>
          <dgm:bulletEnabled val="1"/>
        </dgm:presLayoutVars>
      </dgm:prSet>
      <dgm:spPr/>
    </dgm:pt>
  </dgm:ptLst>
  <dgm:cxnLst>
    <dgm:cxn modelId="{2B41B017-406D-40F4-93E9-9D0FCC4851C9}" type="presOf" srcId="{E7AAAF9E-D416-49AE-8611-65377A7DE939}" destId="{CD5036F8-A246-4E6A-8921-20C367BBB964}" srcOrd="0" destOrd="0" presId="urn:microsoft.com/office/officeart/2005/8/layout/vList2"/>
    <dgm:cxn modelId="{0137BE35-7741-4CB7-8903-0262507EB38F}" type="presOf" srcId="{1B644E16-AACD-4612-92E0-D46EF4ECB879}" destId="{B22A3E1F-BDC2-4FC3-B056-77BC1F86A5BC}" srcOrd="0" destOrd="0" presId="urn:microsoft.com/office/officeart/2005/8/layout/vList2"/>
    <dgm:cxn modelId="{EADE17B7-FE92-4EA7-A469-F698C8E6940A}" srcId="{1B644E16-AACD-4612-92E0-D46EF4ECB879}" destId="{E7AAAF9E-D416-49AE-8611-65377A7DE939}" srcOrd="0" destOrd="0" parTransId="{5C719D1D-8A96-404E-AB5C-11562DFC1D30}" sibTransId="{AF8B5B03-720E-47F1-8D53-0E882540183D}"/>
    <dgm:cxn modelId="{7B9DDA1B-23E8-4DA7-A8BE-4814CD610A9A}" type="presParOf" srcId="{B22A3E1F-BDC2-4FC3-B056-77BC1F86A5BC}" destId="{CD5036F8-A246-4E6A-8921-20C367BBB964}" srcOrd="0" destOrd="0" presId="urn:microsoft.com/office/officeart/2005/8/layout/vList2"/>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FF45E94E-C528-4C21-A29D-573922B4ED68}" type="doc">
      <dgm:prSet loTypeId="urn:microsoft.com/office/officeart/2005/8/layout/vList2" loCatId="list" qsTypeId="urn:microsoft.com/office/officeart/2005/8/quickstyle/simple3" qsCatId="simple" csTypeId="urn:microsoft.com/office/officeart/2005/8/colors/accent1_2" csCatId="accent1"/>
      <dgm:spPr/>
      <dgm:t>
        <a:bodyPr/>
        <a:lstStyle/>
        <a:p>
          <a:endParaRPr lang="en-IN"/>
        </a:p>
      </dgm:t>
    </dgm:pt>
    <dgm:pt modelId="{FCBD3793-394C-48FC-B28C-1D09533E7BA0}">
      <dgm:prSet/>
      <dgm:spPr/>
      <dgm:t>
        <a:bodyPr/>
        <a:lstStyle/>
        <a:p>
          <a:r>
            <a:rPr lang="en-IN" b="1" dirty="0"/>
            <a:t>PO3 : </a:t>
          </a:r>
          <a:r>
            <a:rPr lang="en-US" b="1" dirty="0"/>
            <a:t>Design/Development of solutions</a:t>
          </a:r>
          <a:endParaRPr lang="en-IN" dirty="0"/>
        </a:p>
      </dgm:t>
    </dgm:pt>
    <dgm:pt modelId="{3C3BF590-E539-434F-BC04-7F5815B84D60}" type="parTrans" cxnId="{27D07304-FB48-42DA-9A97-1D607D0CE964}">
      <dgm:prSet/>
      <dgm:spPr/>
      <dgm:t>
        <a:bodyPr/>
        <a:lstStyle/>
        <a:p>
          <a:endParaRPr lang="en-IN"/>
        </a:p>
      </dgm:t>
    </dgm:pt>
    <dgm:pt modelId="{6BA01F92-7F7A-4713-B56A-6F20FAAB3645}" type="sibTrans" cxnId="{27D07304-FB48-42DA-9A97-1D607D0CE964}">
      <dgm:prSet/>
      <dgm:spPr/>
      <dgm:t>
        <a:bodyPr/>
        <a:lstStyle/>
        <a:p>
          <a:endParaRPr lang="en-IN"/>
        </a:p>
      </dgm:t>
    </dgm:pt>
    <dgm:pt modelId="{45C93CBB-046D-43CD-9356-3FC8771C32AF}" type="pres">
      <dgm:prSet presAssocID="{FF45E94E-C528-4C21-A29D-573922B4ED68}" presName="linear" presStyleCnt="0">
        <dgm:presLayoutVars>
          <dgm:animLvl val="lvl"/>
          <dgm:resizeHandles val="exact"/>
        </dgm:presLayoutVars>
      </dgm:prSet>
      <dgm:spPr/>
    </dgm:pt>
    <dgm:pt modelId="{8C029958-E145-4D8C-B815-F42AE9B5E6DF}" type="pres">
      <dgm:prSet presAssocID="{FCBD3793-394C-48FC-B28C-1D09533E7BA0}" presName="parentText" presStyleLbl="node1" presStyleIdx="0" presStyleCnt="1">
        <dgm:presLayoutVars>
          <dgm:chMax val="0"/>
          <dgm:bulletEnabled val="1"/>
        </dgm:presLayoutVars>
      </dgm:prSet>
      <dgm:spPr/>
    </dgm:pt>
  </dgm:ptLst>
  <dgm:cxnLst>
    <dgm:cxn modelId="{27D07304-FB48-42DA-9A97-1D607D0CE964}" srcId="{FF45E94E-C528-4C21-A29D-573922B4ED68}" destId="{FCBD3793-394C-48FC-B28C-1D09533E7BA0}" srcOrd="0" destOrd="0" parTransId="{3C3BF590-E539-434F-BC04-7F5815B84D60}" sibTransId="{6BA01F92-7F7A-4713-B56A-6F20FAAB3645}"/>
    <dgm:cxn modelId="{05A47010-37A1-4400-9B53-9EE23CC7A1EB}" type="presOf" srcId="{FF45E94E-C528-4C21-A29D-573922B4ED68}" destId="{45C93CBB-046D-43CD-9356-3FC8771C32AF}" srcOrd="0" destOrd="0" presId="urn:microsoft.com/office/officeart/2005/8/layout/vList2"/>
    <dgm:cxn modelId="{22A65282-467B-4D1B-B70C-0E397C12B221}" type="presOf" srcId="{FCBD3793-394C-48FC-B28C-1D09533E7BA0}" destId="{8C029958-E145-4D8C-B815-F42AE9B5E6DF}" srcOrd="0" destOrd="0" presId="urn:microsoft.com/office/officeart/2005/8/layout/vList2"/>
    <dgm:cxn modelId="{43591253-4998-4341-BF06-68B4B1D65B6C}" type="presParOf" srcId="{45C93CBB-046D-43CD-9356-3FC8771C32AF}" destId="{8C029958-E145-4D8C-B815-F42AE9B5E6DF}" srcOrd="0" destOrd="0" presId="urn:microsoft.com/office/officeart/2005/8/layout/vList2"/>
  </dgm:cxnLst>
  <dgm:bg/>
  <dgm:whole/>
  <dgm:extLst>
    <a:ext uri="http://schemas.microsoft.com/office/drawing/2008/diagram">
      <dsp:dataModelExt xmlns:dsp="http://schemas.microsoft.com/office/drawing/2008/diagram" relId="rId21"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CA3BDE70-45F2-45D1-A9F8-5ADC9B616F85}" type="doc">
      <dgm:prSet loTypeId="urn:microsoft.com/office/officeart/2005/8/layout/vList2" loCatId="list" qsTypeId="urn:microsoft.com/office/officeart/2005/8/quickstyle/simple3" qsCatId="simple" csTypeId="urn:microsoft.com/office/officeart/2005/8/colors/accent1_2" csCatId="accent1"/>
      <dgm:spPr/>
      <dgm:t>
        <a:bodyPr/>
        <a:lstStyle/>
        <a:p>
          <a:endParaRPr lang="en-IN"/>
        </a:p>
      </dgm:t>
    </dgm:pt>
    <dgm:pt modelId="{F2B2203F-2FAE-49B7-A1D5-9CD1B5127346}">
      <dgm:prSet/>
      <dgm:spPr/>
      <dgm:t>
        <a:bodyPr/>
        <a:lstStyle/>
        <a:p>
          <a:r>
            <a:rPr lang="en-US" b="1" dirty="0"/>
            <a:t>PO4 : Conduct Investigations of complex problems</a:t>
          </a:r>
          <a:endParaRPr lang="en-IN" dirty="0"/>
        </a:p>
      </dgm:t>
    </dgm:pt>
    <dgm:pt modelId="{0C5F4077-1886-4CF9-AD59-B820AE05ADC7}" type="parTrans" cxnId="{C19B5B16-6706-47B1-9748-FFF77E9A2A15}">
      <dgm:prSet/>
      <dgm:spPr/>
      <dgm:t>
        <a:bodyPr/>
        <a:lstStyle/>
        <a:p>
          <a:endParaRPr lang="en-IN"/>
        </a:p>
      </dgm:t>
    </dgm:pt>
    <dgm:pt modelId="{470CA956-F82D-44F7-AFF1-5655BDBD69D3}" type="sibTrans" cxnId="{C19B5B16-6706-47B1-9748-FFF77E9A2A15}">
      <dgm:prSet/>
      <dgm:spPr/>
      <dgm:t>
        <a:bodyPr/>
        <a:lstStyle/>
        <a:p>
          <a:endParaRPr lang="en-IN"/>
        </a:p>
      </dgm:t>
    </dgm:pt>
    <dgm:pt modelId="{BAD57889-E122-4358-BE0C-A1CC3A735F9B}" type="pres">
      <dgm:prSet presAssocID="{CA3BDE70-45F2-45D1-A9F8-5ADC9B616F85}" presName="linear" presStyleCnt="0">
        <dgm:presLayoutVars>
          <dgm:animLvl val="lvl"/>
          <dgm:resizeHandles val="exact"/>
        </dgm:presLayoutVars>
      </dgm:prSet>
      <dgm:spPr/>
    </dgm:pt>
    <dgm:pt modelId="{54692D58-280A-4A5B-8ABB-4AA8C3D0C486}" type="pres">
      <dgm:prSet presAssocID="{F2B2203F-2FAE-49B7-A1D5-9CD1B5127346}" presName="parentText" presStyleLbl="node1" presStyleIdx="0" presStyleCnt="1">
        <dgm:presLayoutVars>
          <dgm:chMax val="0"/>
          <dgm:bulletEnabled val="1"/>
        </dgm:presLayoutVars>
      </dgm:prSet>
      <dgm:spPr/>
    </dgm:pt>
  </dgm:ptLst>
  <dgm:cxnLst>
    <dgm:cxn modelId="{4C5EE510-000B-4044-8645-A770BA52DCEE}" type="presOf" srcId="{CA3BDE70-45F2-45D1-A9F8-5ADC9B616F85}" destId="{BAD57889-E122-4358-BE0C-A1CC3A735F9B}" srcOrd="0" destOrd="0" presId="urn:microsoft.com/office/officeart/2005/8/layout/vList2"/>
    <dgm:cxn modelId="{C19B5B16-6706-47B1-9748-FFF77E9A2A15}" srcId="{CA3BDE70-45F2-45D1-A9F8-5ADC9B616F85}" destId="{F2B2203F-2FAE-49B7-A1D5-9CD1B5127346}" srcOrd="0" destOrd="0" parTransId="{0C5F4077-1886-4CF9-AD59-B820AE05ADC7}" sibTransId="{470CA956-F82D-44F7-AFF1-5655BDBD69D3}"/>
    <dgm:cxn modelId="{51CC87E9-4D44-4937-B700-EB606B0F31AA}" type="presOf" srcId="{F2B2203F-2FAE-49B7-A1D5-9CD1B5127346}" destId="{54692D58-280A-4A5B-8ABB-4AA8C3D0C486}" srcOrd="0" destOrd="0" presId="urn:microsoft.com/office/officeart/2005/8/layout/vList2"/>
    <dgm:cxn modelId="{0F1234CC-99AD-4C66-A03B-0A28C4FEB8FB}" type="presParOf" srcId="{BAD57889-E122-4358-BE0C-A1CC3A735F9B}" destId="{54692D58-280A-4A5B-8ABB-4AA8C3D0C486}" srcOrd="0" destOrd="0" presId="urn:microsoft.com/office/officeart/2005/8/layout/vList2"/>
  </dgm:cxnLst>
  <dgm:bg/>
  <dgm:whole/>
  <dgm:extLst>
    <a:ext uri="http://schemas.microsoft.com/office/drawing/2008/diagram">
      <dsp:dataModelExt xmlns:dsp="http://schemas.microsoft.com/office/drawing/2008/diagram" relId="rId26"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0803BEA6-810A-46C8-899C-70229B268BB8}"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502B59D9-8C99-44C9-B85F-4596BFA6E16F}">
      <dgm:prSet/>
      <dgm:spPr/>
      <dgm:t>
        <a:bodyPr/>
        <a:lstStyle/>
        <a:p>
          <a:r>
            <a:rPr lang="en-IN" b="1" dirty="0"/>
            <a:t>PO5 : </a:t>
          </a:r>
          <a:r>
            <a:rPr lang="en-US" b="1" dirty="0"/>
            <a:t>Modern tool usage</a:t>
          </a:r>
          <a:endParaRPr lang="en-IN" dirty="0"/>
        </a:p>
      </dgm:t>
    </dgm:pt>
    <dgm:pt modelId="{9D2B8A0D-F6D2-4C03-871B-3A7AAE296648}" type="parTrans" cxnId="{C0A7060B-E306-436C-82D8-E1BE2F57219E}">
      <dgm:prSet/>
      <dgm:spPr/>
      <dgm:t>
        <a:bodyPr/>
        <a:lstStyle/>
        <a:p>
          <a:endParaRPr lang="en-IN"/>
        </a:p>
      </dgm:t>
    </dgm:pt>
    <dgm:pt modelId="{1F2A8542-A15A-4424-AE39-080E22955215}" type="sibTrans" cxnId="{C0A7060B-E306-436C-82D8-E1BE2F57219E}">
      <dgm:prSet/>
      <dgm:spPr/>
      <dgm:t>
        <a:bodyPr/>
        <a:lstStyle/>
        <a:p>
          <a:endParaRPr lang="en-IN"/>
        </a:p>
      </dgm:t>
    </dgm:pt>
    <dgm:pt modelId="{E298B721-E1B9-4CD4-8B1A-4950CC157D9F}" type="pres">
      <dgm:prSet presAssocID="{0803BEA6-810A-46C8-899C-70229B268BB8}" presName="linear" presStyleCnt="0">
        <dgm:presLayoutVars>
          <dgm:animLvl val="lvl"/>
          <dgm:resizeHandles val="exact"/>
        </dgm:presLayoutVars>
      </dgm:prSet>
      <dgm:spPr/>
    </dgm:pt>
    <dgm:pt modelId="{3EED7F0D-5C80-4479-905C-E79E88227593}" type="pres">
      <dgm:prSet presAssocID="{502B59D9-8C99-44C9-B85F-4596BFA6E16F}" presName="parentText" presStyleLbl="node1" presStyleIdx="0" presStyleCnt="1" custLinFactNeighborY="2600">
        <dgm:presLayoutVars>
          <dgm:chMax val="0"/>
          <dgm:bulletEnabled val="1"/>
        </dgm:presLayoutVars>
      </dgm:prSet>
      <dgm:spPr/>
    </dgm:pt>
  </dgm:ptLst>
  <dgm:cxnLst>
    <dgm:cxn modelId="{C0A7060B-E306-436C-82D8-E1BE2F57219E}" srcId="{0803BEA6-810A-46C8-899C-70229B268BB8}" destId="{502B59D9-8C99-44C9-B85F-4596BFA6E16F}" srcOrd="0" destOrd="0" parTransId="{9D2B8A0D-F6D2-4C03-871B-3A7AAE296648}" sibTransId="{1F2A8542-A15A-4424-AE39-080E22955215}"/>
    <dgm:cxn modelId="{23B1BB43-57C8-43E8-9AD1-1337C4DAF417}" type="presOf" srcId="{502B59D9-8C99-44C9-B85F-4596BFA6E16F}" destId="{3EED7F0D-5C80-4479-905C-E79E88227593}" srcOrd="0" destOrd="0" presId="urn:microsoft.com/office/officeart/2005/8/layout/vList2"/>
    <dgm:cxn modelId="{49668B68-671F-4E13-BC55-3CC0C61BC1D0}" type="presOf" srcId="{0803BEA6-810A-46C8-899C-70229B268BB8}" destId="{E298B721-E1B9-4CD4-8B1A-4950CC157D9F}" srcOrd="0" destOrd="0" presId="urn:microsoft.com/office/officeart/2005/8/layout/vList2"/>
    <dgm:cxn modelId="{F33C2679-711E-46BD-9792-5F0D76896B3F}" type="presParOf" srcId="{E298B721-E1B9-4CD4-8B1A-4950CC157D9F}" destId="{3EED7F0D-5C80-4479-905C-E79E88227593}" srcOrd="0" destOrd="0" presId="urn:microsoft.com/office/officeart/2005/8/layout/vList2"/>
  </dgm:cxnLst>
  <dgm:bg/>
  <dgm:whole/>
  <dgm:extLst>
    <a:ext uri="http://schemas.microsoft.com/office/drawing/2008/diagram">
      <dsp:dataModelExt xmlns:dsp="http://schemas.microsoft.com/office/drawing/2008/diagram" relId="rId31"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EBCFF2A5-481F-4662-8A7E-7E8F303E314D}"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FBA19F7D-578A-464D-ADE6-D3D08AEFD9D5}">
      <dgm:prSet custT="1"/>
      <dgm:spPr/>
      <dgm:t>
        <a:bodyPr/>
        <a:lstStyle/>
        <a:p>
          <a:r>
            <a:rPr lang="en-US" sz="2800" b="1" dirty="0"/>
            <a:t>PO6 : The engineer and society</a:t>
          </a:r>
          <a:endParaRPr lang="en-IN" sz="2800" dirty="0"/>
        </a:p>
      </dgm:t>
    </dgm:pt>
    <dgm:pt modelId="{3AF0BA7F-DD77-44E2-A6BF-C585D5079A71}" type="parTrans" cxnId="{CA989CB1-55E9-41C4-929C-8340165DAC8F}">
      <dgm:prSet/>
      <dgm:spPr/>
      <dgm:t>
        <a:bodyPr/>
        <a:lstStyle/>
        <a:p>
          <a:endParaRPr lang="en-IN"/>
        </a:p>
      </dgm:t>
    </dgm:pt>
    <dgm:pt modelId="{C1BF92C5-17F2-4305-A1F3-8B3F1D8CBFFC}" type="sibTrans" cxnId="{CA989CB1-55E9-41C4-929C-8340165DAC8F}">
      <dgm:prSet/>
      <dgm:spPr/>
      <dgm:t>
        <a:bodyPr/>
        <a:lstStyle/>
        <a:p>
          <a:endParaRPr lang="en-IN"/>
        </a:p>
      </dgm:t>
    </dgm:pt>
    <dgm:pt modelId="{52F828C4-77A4-4B43-9441-70FA5F9DF12E}" type="pres">
      <dgm:prSet presAssocID="{EBCFF2A5-481F-4662-8A7E-7E8F303E314D}" presName="linear" presStyleCnt="0">
        <dgm:presLayoutVars>
          <dgm:animLvl val="lvl"/>
          <dgm:resizeHandles val="exact"/>
        </dgm:presLayoutVars>
      </dgm:prSet>
      <dgm:spPr/>
    </dgm:pt>
    <dgm:pt modelId="{6CC17462-A62E-4245-BFD1-F10DCB528333}" type="pres">
      <dgm:prSet presAssocID="{FBA19F7D-578A-464D-ADE6-D3D08AEFD9D5}" presName="parentText" presStyleLbl="node1" presStyleIdx="0" presStyleCnt="1" custScaleY="212886" custLinFactNeighborY="4529">
        <dgm:presLayoutVars>
          <dgm:chMax val="0"/>
          <dgm:bulletEnabled val="1"/>
        </dgm:presLayoutVars>
      </dgm:prSet>
      <dgm:spPr/>
    </dgm:pt>
  </dgm:ptLst>
  <dgm:cxnLst>
    <dgm:cxn modelId="{DC6D4D03-1B24-4621-A516-7B7A15180002}" type="presOf" srcId="{EBCFF2A5-481F-4662-8A7E-7E8F303E314D}" destId="{52F828C4-77A4-4B43-9441-70FA5F9DF12E}" srcOrd="0" destOrd="0" presId="urn:microsoft.com/office/officeart/2005/8/layout/vList2"/>
    <dgm:cxn modelId="{FA46BF76-4540-42EF-9418-14DBEB706874}" type="presOf" srcId="{FBA19F7D-578A-464D-ADE6-D3D08AEFD9D5}" destId="{6CC17462-A62E-4245-BFD1-F10DCB528333}" srcOrd="0" destOrd="0" presId="urn:microsoft.com/office/officeart/2005/8/layout/vList2"/>
    <dgm:cxn modelId="{CA989CB1-55E9-41C4-929C-8340165DAC8F}" srcId="{EBCFF2A5-481F-4662-8A7E-7E8F303E314D}" destId="{FBA19F7D-578A-464D-ADE6-D3D08AEFD9D5}" srcOrd="0" destOrd="0" parTransId="{3AF0BA7F-DD77-44E2-A6BF-C585D5079A71}" sibTransId="{C1BF92C5-17F2-4305-A1F3-8B3F1D8CBFFC}"/>
    <dgm:cxn modelId="{B49D20BE-3B7E-4BFB-973B-A91ACEEA0F6B}" type="presParOf" srcId="{52F828C4-77A4-4B43-9441-70FA5F9DF12E}" destId="{6CC17462-A62E-4245-BFD1-F10DCB528333}" srcOrd="0" destOrd="0" presId="urn:microsoft.com/office/officeart/2005/8/layout/vList2"/>
  </dgm:cxnLst>
  <dgm:bg/>
  <dgm:whole/>
  <dgm:extLst>
    <a:ext uri="http://schemas.microsoft.com/office/drawing/2008/diagram">
      <dsp:dataModelExt xmlns:dsp="http://schemas.microsoft.com/office/drawing/2008/diagram" relId="rId36"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09995D18-05F5-4A4B-8F9A-27E4833C6620}" type="doc">
      <dgm:prSet loTypeId="urn:microsoft.com/office/officeart/2005/8/layout/vList2" loCatId="list" qsTypeId="urn:microsoft.com/office/officeart/2005/8/quickstyle/3d1" qsCatId="3D" csTypeId="urn:microsoft.com/office/officeart/2005/8/colors/accent1_2" csCatId="accent1" phldr="1"/>
      <dgm:spPr/>
      <dgm:t>
        <a:bodyPr/>
        <a:lstStyle/>
        <a:p>
          <a:endParaRPr lang="en-IN"/>
        </a:p>
      </dgm:t>
    </dgm:pt>
    <dgm:pt modelId="{90AED077-85C4-46EA-B5F8-30BF070D360B}">
      <dgm:prSet custT="1"/>
      <dgm:spPr>
        <a:solidFill>
          <a:schemeClr val="accent6">
            <a:lumMod val="75000"/>
          </a:schemeClr>
        </a:solidFill>
      </dgm:spPr>
      <dgm:t>
        <a:bodyPr/>
        <a:lstStyle/>
        <a:p>
          <a:r>
            <a:rPr lang="en-US" sz="2800" b="1" dirty="0"/>
            <a:t>Engineering Graduates will be able to</a:t>
          </a:r>
          <a:r>
            <a:rPr lang="en-US" sz="2800" dirty="0"/>
            <a:t>:</a:t>
          </a:r>
          <a:endParaRPr lang="en-IN" sz="2800" dirty="0"/>
        </a:p>
      </dgm:t>
    </dgm:pt>
    <dgm:pt modelId="{1E0C8B89-16C6-4880-8B09-06C9D70EBF80}" type="parTrans" cxnId="{B048A809-CB6A-4592-A8D6-3FCFFDFA9564}">
      <dgm:prSet/>
      <dgm:spPr/>
      <dgm:t>
        <a:bodyPr/>
        <a:lstStyle/>
        <a:p>
          <a:endParaRPr lang="en-IN"/>
        </a:p>
      </dgm:t>
    </dgm:pt>
    <dgm:pt modelId="{E50D95E2-F091-4315-B45F-5F68BA43AB8B}" type="sibTrans" cxnId="{B048A809-CB6A-4592-A8D6-3FCFFDFA9564}">
      <dgm:prSet/>
      <dgm:spPr/>
      <dgm:t>
        <a:bodyPr/>
        <a:lstStyle/>
        <a:p>
          <a:endParaRPr lang="en-IN"/>
        </a:p>
      </dgm:t>
    </dgm:pt>
    <dgm:pt modelId="{F61E8516-DE3F-4AE9-AE50-9F42F39BFAD3}" type="pres">
      <dgm:prSet presAssocID="{09995D18-05F5-4A4B-8F9A-27E4833C6620}" presName="linear" presStyleCnt="0">
        <dgm:presLayoutVars>
          <dgm:animLvl val="lvl"/>
          <dgm:resizeHandles val="exact"/>
        </dgm:presLayoutVars>
      </dgm:prSet>
      <dgm:spPr/>
    </dgm:pt>
    <dgm:pt modelId="{B898B381-A99B-40FA-B837-D80DC4A60493}" type="pres">
      <dgm:prSet presAssocID="{90AED077-85C4-46EA-B5F8-30BF070D360B}" presName="parentText" presStyleLbl="node1" presStyleIdx="0" presStyleCnt="1" custScaleY="217306">
        <dgm:presLayoutVars>
          <dgm:chMax val="0"/>
          <dgm:bulletEnabled val="1"/>
        </dgm:presLayoutVars>
      </dgm:prSet>
      <dgm:spPr/>
    </dgm:pt>
  </dgm:ptLst>
  <dgm:cxnLst>
    <dgm:cxn modelId="{9A375A06-3CE5-4593-8483-B4FDE31520F6}" type="presOf" srcId="{90AED077-85C4-46EA-B5F8-30BF070D360B}" destId="{B898B381-A99B-40FA-B837-D80DC4A60493}" srcOrd="0" destOrd="0" presId="urn:microsoft.com/office/officeart/2005/8/layout/vList2"/>
    <dgm:cxn modelId="{B048A809-CB6A-4592-A8D6-3FCFFDFA9564}" srcId="{09995D18-05F5-4A4B-8F9A-27E4833C6620}" destId="{90AED077-85C4-46EA-B5F8-30BF070D360B}" srcOrd="0" destOrd="0" parTransId="{1E0C8B89-16C6-4880-8B09-06C9D70EBF80}" sibTransId="{E50D95E2-F091-4315-B45F-5F68BA43AB8B}"/>
    <dgm:cxn modelId="{A79D18C3-F407-48AA-B7AE-599693738A3B}" type="presOf" srcId="{09995D18-05F5-4A4B-8F9A-27E4833C6620}" destId="{F61E8516-DE3F-4AE9-AE50-9F42F39BFAD3}" srcOrd="0" destOrd="0" presId="urn:microsoft.com/office/officeart/2005/8/layout/vList2"/>
    <dgm:cxn modelId="{65E8A7CB-5EF3-4232-9A05-E7E89F91E38E}" type="presParOf" srcId="{F61E8516-DE3F-4AE9-AE50-9F42F39BFAD3}" destId="{B898B381-A99B-40FA-B837-D80DC4A6049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9A6AA7B5-1491-47C8-85E4-E5E8FDD6D065}"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02C141FE-9ABF-48FD-9848-42A0EFA33222}">
      <dgm:prSet/>
      <dgm:spPr/>
      <dgm:t>
        <a:bodyPr/>
        <a:lstStyle/>
        <a:p>
          <a:r>
            <a:rPr lang="en-IN" b="1" dirty="0">
              <a:latin typeface="+mj-lt"/>
            </a:rPr>
            <a:t>PO7 : </a:t>
          </a:r>
          <a:r>
            <a:rPr lang="en-US" b="1" dirty="0">
              <a:latin typeface="+mj-lt"/>
              <a:ea typeface="Calibri" panose="020F0502020204030204" pitchFamily="34" charset="0"/>
            </a:rPr>
            <a:t>Environment and sustainability</a:t>
          </a:r>
          <a:endParaRPr lang="en-IN" dirty="0"/>
        </a:p>
      </dgm:t>
    </dgm:pt>
    <dgm:pt modelId="{293B506A-CB52-4629-804F-4EA81B2C3153}" type="parTrans" cxnId="{235FA966-C47A-4BCB-AAED-54A261FD7D2F}">
      <dgm:prSet/>
      <dgm:spPr/>
      <dgm:t>
        <a:bodyPr/>
        <a:lstStyle/>
        <a:p>
          <a:endParaRPr lang="en-IN"/>
        </a:p>
      </dgm:t>
    </dgm:pt>
    <dgm:pt modelId="{22F57173-271F-4897-B456-2A1AE73C488C}" type="sibTrans" cxnId="{235FA966-C47A-4BCB-AAED-54A261FD7D2F}">
      <dgm:prSet/>
      <dgm:spPr/>
      <dgm:t>
        <a:bodyPr/>
        <a:lstStyle/>
        <a:p>
          <a:endParaRPr lang="en-IN"/>
        </a:p>
      </dgm:t>
    </dgm:pt>
    <dgm:pt modelId="{685F4F69-7D82-4DED-A9A8-7071B724DF07}" type="pres">
      <dgm:prSet presAssocID="{9A6AA7B5-1491-47C8-85E4-E5E8FDD6D065}" presName="linear" presStyleCnt="0">
        <dgm:presLayoutVars>
          <dgm:animLvl val="lvl"/>
          <dgm:resizeHandles val="exact"/>
        </dgm:presLayoutVars>
      </dgm:prSet>
      <dgm:spPr/>
    </dgm:pt>
    <dgm:pt modelId="{AEDD9097-4AFF-4D2E-9357-46583571353B}" type="pres">
      <dgm:prSet presAssocID="{02C141FE-9ABF-48FD-9848-42A0EFA33222}" presName="parentText" presStyleLbl="node1" presStyleIdx="0" presStyleCnt="1">
        <dgm:presLayoutVars>
          <dgm:chMax val="0"/>
          <dgm:bulletEnabled val="1"/>
        </dgm:presLayoutVars>
      </dgm:prSet>
      <dgm:spPr/>
    </dgm:pt>
  </dgm:ptLst>
  <dgm:cxnLst>
    <dgm:cxn modelId="{AC74E735-F2C3-4F23-ABE1-877387F852A7}" type="presOf" srcId="{02C141FE-9ABF-48FD-9848-42A0EFA33222}" destId="{AEDD9097-4AFF-4D2E-9357-46583571353B}" srcOrd="0" destOrd="0" presId="urn:microsoft.com/office/officeart/2005/8/layout/vList2"/>
    <dgm:cxn modelId="{235FA966-C47A-4BCB-AAED-54A261FD7D2F}" srcId="{9A6AA7B5-1491-47C8-85E4-E5E8FDD6D065}" destId="{02C141FE-9ABF-48FD-9848-42A0EFA33222}" srcOrd="0" destOrd="0" parTransId="{293B506A-CB52-4629-804F-4EA81B2C3153}" sibTransId="{22F57173-271F-4897-B456-2A1AE73C488C}"/>
    <dgm:cxn modelId="{EFF34B82-60AD-4AB7-9ADE-08B4C2F23B48}" type="presOf" srcId="{9A6AA7B5-1491-47C8-85E4-E5E8FDD6D065}" destId="{685F4F69-7D82-4DED-A9A8-7071B724DF07}" srcOrd="0" destOrd="0" presId="urn:microsoft.com/office/officeart/2005/8/layout/vList2"/>
    <dgm:cxn modelId="{0FAF76ED-A85B-47AF-BBC3-6A57EC537321}" type="presParOf" srcId="{685F4F69-7D82-4DED-A9A8-7071B724DF07}" destId="{AEDD9097-4AFF-4D2E-9357-46583571353B}" srcOrd="0"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26.xml><?xml version="1.0" encoding="utf-8"?>
<dgm:dataModel xmlns:dgm="http://schemas.openxmlformats.org/drawingml/2006/diagram" xmlns:a="http://schemas.openxmlformats.org/drawingml/2006/main">
  <dgm:ptLst>
    <dgm:pt modelId="{1B644E16-AACD-4612-92E0-D46EF4ECB879}"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E7AAAF9E-D416-49AE-8611-65377A7DE939}">
      <dgm:prSet/>
      <dgm:spPr/>
      <dgm:t>
        <a:bodyPr/>
        <a:lstStyle/>
        <a:p>
          <a:r>
            <a:rPr lang="en-US" b="1" dirty="0">
              <a:latin typeface="+mj-lt"/>
              <a:ea typeface="Times New Roman" panose="02020603050405020304" pitchFamily="18" charset="0"/>
              <a:cs typeface="Times New Roman" panose="02020603050405020304" pitchFamily="18" charset="0"/>
            </a:rPr>
            <a:t>PO8 : Ethics</a:t>
          </a:r>
          <a:endParaRPr lang="en-IN" dirty="0"/>
        </a:p>
      </dgm:t>
    </dgm:pt>
    <dgm:pt modelId="{5C719D1D-8A96-404E-AB5C-11562DFC1D30}" type="parTrans" cxnId="{EADE17B7-FE92-4EA7-A469-F698C8E6940A}">
      <dgm:prSet/>
      <dgm:spPr/>
      <dgm:t>
        <a:bodyPr/>
        <a:lstStyle/>
        <a:p>
          <a:endParaRPr lang="en-IN"/>
        </a:p>
      </dgm:t>
    </dgm:pt>
    <dgm:pt modelId="{AF8B5B03-720E-47F1-8D53-0E882540183D}" type="sibTrans" cxnId="{EADE17B7-FE92-4EA7-A469-F698C8E6940A}">
      <dgm:prSet/>
      <dgm:spPr/>
      <dgm:t>
        <a:bodyPr/>
        <a:lstStyle/>
        <a:p>
          <a:endParaRPr lang="en-IN"/>
        </a:p>
      </dgm:t>
    </dgm:pt>
    <dgm:pt modelId="{B22A3E1F-BDC2-4FC3-B056-77BC1F86A5BC}" type="pres">
      <dgm:prSet presAssocID="{1B644E16-AACD-4612-92E0-D46EF4ECB879}" presName="linear" presStyleCnt="0">
        <dgm:presLayoutVars>
          <dgm:animLvl val="lvl"/>
          <dgm:resizeHandles val="exact"/>
        </dgm:presLayoutVars>
      </dgm:prSet>
      <dgm:spPr/>
    </dgm:pt>
    <dgm:pt modelId="{CD5036F8-A246-4E6A-8921-20C367BBB964}" type="pres">
      <dgm:prSet presAssocID="{E7AAAF9E-D416-49AE-8611-65377A7DE939}" presName="parentText" presStyleLbl="node1" presStyleIdx="0" presStyleCnt="1">
        <dgm:presLayoutVars>
          <dgm:chMax val="0"/>
          <dgm:bulletEnabled val="1"/>
        </dgm:presLayoutVars>
      </dgm:prSet>
      <dgm:spPr/>
    </dgm:pt>
  </dgm:ptLst>
  <dgm:cxnLst>
    <dgm:cxn modelId="{2B41B017-406D-40F4-93E9-9D0FCC4851C9}" type="presOf" srcId="{E7AAAF9E-D416-49AE-8611-65377A7DE939}" destId="{CD5036F8-A246-4E6A-8921-20C367BBB964}" srcOrd="0" destOrd="0" presId="urn:microsoft.com/office/officeart/2005/8/layout/vList2"/>
    <dgm:cxn modelId="{0137BE35-7741-4CB7-8903-0262507EB38F}" type="presOf" srcId="{1B644E16-AACD-4612-92E0-D46EF4ECB879}" destId="{B22A3E1F-BDC2-4FC3-B056-77BC1F86A5BC}" srcOrd="0" destOrd="0" presId="urn:microsoft.com/office/officeart/2005/8/layout/vList2"/>
    <dgm:cxn modelId="{EADE17B7-FE92-4EA7-A469-F698C8E6940A}" srcId="{1B644E16-AACD-4612-92E0-D46EF4ECB879}" destId="{E7AAAF9E-D416-49AE-8611-65377A7DE939}" srcOrd="0" destOrd="0" parTransId="{5C719D1D-8A96-404E-AB5C-11562DFC1D30}" sibTransId="{AF8B5B03-720E-47F1-8D53-0E882540183D}"/>
    <dgm:cxn modelId="{7B9DDA1B-23E8-4DA7-A8BE-4814CD610A9A}" type="presParOf" srcId="{B22A3E1F-BDC2-4FC3-B056-77BC1F86A5BC}" destId="{CD5036F8-A246-4E6A-8921-20C367BBB964}" srcOrd="0" destOrd="0" presId="urn:microsoft.com/office/officeart/2005/8/layout/vList2"/>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27.xml><?xml version="1.0" encoding="utf-8"?>
<dgm:dataModel xmlns:dgm="http://schemas.openxmlformats.org/drawingml/2006/diagram" xmlns:a="http://schemas.openxmlformats.org/drawingml/2006/main">
  <dgm:ptLst>
    <dgm:pt modelId="{FF45E94E-C528-4C21-A29D-573922B4ED68}"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FCBD3793-394C-48FC-B28C-1D09533E7BA0}">
      <dgm:prSet/>
      <dgm:spPr/>
      <dgm:t>
        <a:bodyPr/>
        <a:lstStyle/>
        <a:p>
          <a:r>
            <a:rPr lang="en-US" b="1" dirty="0">
              <a:latin typeface="+mj-lt"/>
              <a:ea typeface="Times New Roman" panose="02020603050405020304" pitchFamily="18" charset="0"/>
              <a:cs typeface="Times New Roman" panose="02020603050405020304" pitchFamily="18" charset="0"/>
            </a:rPr>
            <a:t>PO9 : Individual and teamwork</a:t>
          </a:r>
          <a:endParaRPr lang="en-IN" dirty="0"/>
        </a:p>
      </dgm:t>
    </dgm:pt>
    <dgm:pt modelId="{3C3BF590-E539-434F-BC04-7F5815B84D60}" type="parTrans" cxnId="{27D07304-FB48-42DA-9A97-1D607D0CE964}">
      <dgm:prSet/>
      <dgm:spPr/>
      <dgm:t>
        <a:bodyPr/>
        <a:lstStyle/>
        <a:p>
          <a:endParaRPr lang="en-IN"/>
        </a:p>
      </dgm:t>
    </dgm:pt>
    <dgm:pt modelId="{6BA01F92-7F7A-4713-B56A-6F20FAAB3645}" type="sibTrans" cxnId="{27D07304-FB48-42DA-9A97-1D607D0CE964}">
      <dgm:prSet/>
      <dgm:spPr/>
      <dgm:t>
        <a:bodyPr/>
        <a:lstStyle/>
        <a:p>
          <a:endParaRPr lang="en-IN"/>
        </a:p>
      </dgm:t>
    </dgm:pt>
    <dgm:pt modelId="{45C93CBB-046D-43CD-9356-3FC8771C32AF}" type="pres">
      <dgm:prSet presAssocID="{FF45E94E-C528-4C21-A29D-573922B4ED68}" presName="linear" presStyleCnt="0">
        <dgm:presLayoutVars>
          <dgm:animLvl val="lvl"/>
          <dgm:resizeHandles val="exact"/>
        </dgm:presLayoutVars>
      </dgm:prSet>
      <dgm:spPr/>
    </dgm:pt>
    <dgm:pt modelId="{8C029958-E145-4D8C-B815-F42AE9B5E6DF}" type="pres">
      <dgm:prSet presAssocID="{FCBD3793-394C-48FC-B28C-1D09533E7BA0}" presName="parentText" presStyleLbl="node1" presStyleIdx="0" presStyleCnt="1">
        <dgm:presLayoutVars>
          <dgm:chMax val="0"/>
          <dgm:bulletEnabled val="1"/>
        </dgm:presLayoutVars>
      </dgm:prSet>
      <dgm:spPr/>
    </dgm:pt>
  </dgm:ptLst>
  <dgm:cxnLst>
    <dgm:cxn modelId="{27D07304-FB48-42DA-9A97-1D607D0CE964}" srcId="{FF45E94E-C528-4C21-A29D-573922B4ED68}" destId="{FCBD3793-394C-48FC-B28C-1D09533E7BA0}" srcOrd="0" destOrd="0" parTransId="{3C3BF590-E539-434F-BC04-7F5815B84D60}" sibTransId="{6BA01F92-7F7A-4713-B56A-6F20FAAB3645}"/>
    <dgm:cxn modelId="{05A47010-37A1-4400-9B53-9EE23CC7A1EB}" type="presOf" srcId="{FF45E94E-C528-4C21-A29D-573922B4ED68}" destId="{45C93CBB-046D-43CD-9356-3FC8771C32AF}" srcOrd="0" destOrd="0" presId="urn:microsoft.com/office/officeart/2005/8/layout/vList2"/>
    <dgm:cxn modelId="{22A65282-467B-4D1B-B70C-0E397C12B221}" type="presOf" srcId="{FCBD3793-394C-48FC-B28C-1D09533E7BA0}" destId="{8C029958-E145-4D8C-B815-F42AE9B5E6DF}" srcOrd="0" destOrd="0" presId="urn:microsoft.com/office/officeart/2005/8/layout/vList2"/>
    <dgm:cxn modelId="{43591253-4998-4341-BF06-68B4B1D65B6C}" type="presParOf" srcId="{45C93CBB-046D-43CD-9356-3FC8771C32AF}" destId="{8C029958-E145-4D8C-B815-F42AE9B5E6DF}" srcOrd="0" destOrd="0" presId="urn:microsoft.com/office/officeart/2005/8/layout/vList2"/>
  </dgm:cxnLst>
  <dgm:bg/>
  <dgm:whole/>
  <dgm:extLst>
    <a:ext uri="http://schemas.microsoft.com/office/drawing/2008/diagram">
      <dsp:dataModelExt xmlns:dsp="http://schemas.microsoft.com/office/drawing/2008/diagram" relId="rId21" minVer="http://schemas.openxmlformats.org/drawingml/2006/diagram"/>
    </a:ext>
  </dgm:extLst>
</dgm:dataModel>
</file>

<file path=ppt/diagrams/data28.xml><?xml version="1.0" encoding="utf-8"?>
<dgm:dataModel xmlns:dgm="http://schemas.openxmlformats.org/drawingml/2006/diagram" xmlns:a="http://schemas.openxmlformats.org/drawingml/2006/main">
  <dgm:ptLst>
    <dgm:pt modelId="{CA3BDE70-45F2-45D1-A9F8-5ADC9B616F85}"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F2B2203F-2FAE-49B7-A1D5-9CD1B5127346}">
      <dgm:prSet/>
      <dgm:spPr/>
      <dgm:t>
        <a:bodyPr/>
        <a:lstStyle/>
        <a:p>
          <a:r>
            <a:rPr lang="en-IN" b="1" dirty="0">
              <a:latin typeface="+mj-lt"/>
            </a:rPr>
            <a:t>PO10 : </a:t>
          </a:r>
          <a:r>
            <a:rPr lang="en-US" b="1" dirty="0">
              <a:latin typeface="+mj-lt"/>
              <a:ea typeface="Times New Roman" panose="02020603050405020304" pitchFamily="18" charset="0"/>
              <a:cs typeface="Times New Roman" panose="02020603050405020304" pitchFamily="18" charset="0"/>
            </a:rPr>
            <a:t>Communication</a:t>
          </a:r>
          <a:endParaRPr lang="en-IN" dirty="0"/>
        </a:p>
      </dgm:t>
    </dgm:pt>
    <dgm:pt modelId="{0C5F4077-1886-4CF9-AD59-B820AE05ADC7}" type="parTrans" cxnId="{C19B5B16-6706-47B1-9748-FFF77E9A2A15}">
      <dgm:prSet/>
      <dgm:spPr/>
      <dgm:t>
        <a:bodyPr/>
        <a:lstStyle/>
        <a:p>
          <a:endParaRPr lang="en-IN"/>
        </a:p>
      </dgm:t>
    </dgm:pt>
    <dgm:pt modelId="{470CA956-F82D-44F7-AFF1-5655BDBD69D3}" type="sibTrans" cxnId="{C19B5B16-6706-47B1-9748-FFF77E9A2A15}">
      <dgm:prSet/>
      <dgm:spPr/>
      <dgm:t>
        <a:bodyPr/>
        <a:lstStyle/>
        <a:p>
          <a:endParaRPr lang="en-IN"/>
        </a:p>
      </dgm:t>
    </dgm:pt>
    <dgm:pt modelId="{BAD57889-E122-4358-BE0C-A1CC3A735F9B}" type="pres">
      <dgm:prSet presAssocID="{CA3BDE70-45F2-45D1-A9F8-5ADC9B616F85}" presName="linear" presStyleCnt="0">
        <dgm:presLayoutVars>
          <dgm:animLvl val="lvl"/>
          <dgm:resizeHandles val="exact"/>
        </dgm:presLayoutVars>
      </dgm:prSet>
      <dgm:spPr/>
    </dgm:pt>
    <dgm:pt modelId="{54692D58-280A-4A5B-8ABB-4AA8C3D0C486}" type="pres">
      <dgm:prSet presAssocID="{F2B2203F-2FAE-49B7-A1D5-9CD1B5127346}" presName="parentText" presStyleLbl="node1" presStyleIdx="0" presStyleCnt="1">
        <dgm:presLayoutVars>
          <dgm:chMax val="0"/>
          <dgm:bulletEnabled val="1"/>
        </dgm:presLayoutVars>
      </dgm:prSet>
      <dgm:spPr/>
    </dgm:pt>
  </dgm:ptLst>
  <dgm:cxnLst>
    <dgm:cxn modelId="{4C5EE510-000B-4044-8645-A770BA52DCEE}" type="presOf" srcId="{CA3BDE70-45F2-45D1-A9F8-5ADC9B616F85}" destId="{BAD57889-E122-4358-BE0C-A1CC3A735F9B}" srcOrd="0" destOrd="0" presId="urn:microsoft.com/office/officeart/2005/8/layout/vList2"/>
    <dgm:cxn modelId="{C19B5B16-6706-47B1-9748-FFF77E9A2A15}" srcId="{CA3BDE70-45F2-45D1-A9F8-5ADC9B616F85}" destId="{F2B2203F-2FAE-49B7-A1D5-9CD1B5127346}" srcOrd="0" destOrd="0" parTransId="{0C5F4077-1886-4CF9-AD59-B820AE05ADC7}" sibTransId="{470CA956-F82D-44F7-AFF1-5655BDBD69D3}"/>
    <dgm:cxn modelId="{51CC87E9-4D44-4937-B700-EB606B0F31AA}" type="presOf" srcId="{F2B2203F-2FAE-49B7-A1D5-9CD1B5127346}" destId="{54692D58-280A-4A5B-8ABB-4AA8C3D0C486}" srcOrd="0" destOrd="0" presId="urn:microsoft.com/office/officeart/2005/8/layout/vList2"/>
    <dgm:cxn modelId="{0F1234CC-99AD-4C66-A03B-0A28C4FEB8FB}" type="presParOf" srcId="{BAD57889-E122-4358-BE0C-A1CC3A735F9B}" destId="{54692D58-280A-4A5B-8ABB-4AA8C3D0C486}" srcOrd="0" destOrd="0" presId="urn:microsoft.com/office/officeart/2005/8/layout/vList2"/>
  </dgm:cxnLst>
  <dgm:bg/>
  <dgm:whole/>
  <dgm:extLst>
    <a:ext uri="http://schemas.microsoft.com/office/drawing/2008/diagram">
      <dsp:dataModelExt xmlns:dsp="http://schemas.microsoft.com/office/drawing/2008/diagram" relId="rId26" minVer="http://schemas.openxmlformats.org/drawingml/2006/diagram"/>
    </a:ext>
  </dgm:extLst>
</dgm:dataModel>
</file>

<file path=ppt/diagrams/data29.xml><?xml version="1.0" encoding="utf-8"?>
<dgm:dataModel xmlns:dgm="http://schemas.openxmlformats.org/drawingml/2006/diagram" xmlns:a="http://schemas.openxmlformats.org/drawingml/2006/main">
  <dgm:ptLst>
    <dgm:pt modelId="{0803BEA6-810A-46C8-899C-70229B268BB8}"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502B59D9-8C99-44C9-B85F-4596BFA6E16F}">
      <dgm:prSet/>
      <dgm:spPr/>
      <dgm:t>
        <a:bodyPr/>
        <a:lstStyle/>
        <a:p>
          <a:r>
            <a:rPr lang="en-US" b="1" dirty="0">
              <a:latin typeface="+mj-lt"/>
              <a:ea typeface="Times New Roman" panose="02020603050405020304" pitchFamily="18" charset="0"/>
              <a:cs typeface="Times New Roman" panose="02020603050405020304" pitchFamily="18" charset="0"/>
            </a:rPr>
            <a:t>PO11 : Project management and finance</a:t>
          </a:r>
          <a:endParaRPr lang="en-IN" dirty="0"/>
        </a:p>
      </dgm:t>
    </dgm:pt>
    <dgm:pt modelId="{9D2B8A0D-F6D2-4C03-871B-3A7AAE296648}" type="parTrans" cxnId="{C0A7060B-E306-436C-82D8-E1BE2F57219E}">
      <dgm:prSet/>
      <dgm:spPr/>
      <dgm:t>
        <a:bodyPr/>
        <a:lstStyle/>
        <a:p>
          <a:endParaRPr lang="en-IN"/>
        </a:p>
      </dgm:t>
    </dgm:pt>
    <dgm:pt modelId="{1F2A8542-A15A-4424-AE39-080E22955215}" type="sibTrans" cxnId="{C0A7060B-E306-436C-82D8-E1BE2F57219E}">
      <dgm:prSet/>
      <dgm:spPr/>
      <dgm:t>
        <a:bodyPr/>
        <a:lstStyle/>
        <a:p>
          <a:endParaRPr lang="en-IN"/>
        </a:p>
      </dgm:t>
    </dgm:pt>
    <dgm:pt modelId="{E298B721-E1B9-4CD4-8B1A-4950CC157D9F}" type="pres">
      <dgm:prSet presAssocID="{0803BEA6-810A-46C8-899C-70229B268BB8}" presName="linear" presStyleCnt="0">
        <dgm:presLayoutVars>
          <dgm:animLvl val="lvl"/>
          <dgm:resizeHandles val="exact"/>
        </dgm:presLayoutVars>
      </dgm:prSet>
      <dgm:spPr/>
    </dgm:pt>
    <dgm:pt modelId="{3EED7F0D-5C80-4479-905C-E79E88227593}" type="pres">
      <dgm:prSet presAssocID="{502B59D9-8C99-44C9-B85F-4596BFA6E16F}" presName="parentText" presStyleLbl="node1" presStyleIdx="0" presStyleCnt="1" custLinFactNeighborY="2600">
        <dgm:presLayoutVars>
          <dgm:chMax val="0"/>
          <dgm:bulletEnabled val="1"/>
        </dgm:presLayoutVars>
      </dgm:prSet>
      <dgm:spPr/>
    </dgm:pt>
  </dgm:ptLst>
  <dgm:cxnLst>
    <dgm:cxn modelId="{C0A7060B-E306-436C-82D8-E1BE2F57219E}" srcId="{0803BEA6-810A-46C8-899C-70229B268BB8}" destId="{502B59D9-8C99-44C9-B85F-4596BFA6E16F}" srcOrd="0" destOrd="0" parTransId="{9D2B8A0D-F6D2-4C03-871B-3A7AAE296648}" sibTransId="{1F2A8542-A15A-4424-AE39-080E22955215}"/>
    <dgm:cxn modelId="{23B1BB43-57C8-43E8-9AD1-1337C4DAF417}" type="presOf" srcId="{502B59D9-8C99-44C9-B85F-4596BFA6E16F}" destId="{3EED7F0D-5C80-4479-905C-E79E88227593}" srcOrd="0" destOrd="0" presId="urn:microsoft.com/office/officeart/2005/8/layout/vList2"/>
    <dgm:cxn modelId="{49668B68-671F-4E13-BC55-3CC0C61BC1D0}" type="presOf" srcId="{0803BEA6-810A-46C8-899C-70229B268BB8}" destId="{E298B721-E1B9-4CD4-8B1A-4950CC157D9F}" srcOrd="0" destOrd="0" presId="urn:microsoft.com/office/officeart/2005/8/layout/vList2"/>
    <dgm:cxn modelId="{F33C2679-711E-46BD-9792-5F0D76896B3F}" type="presParOf" srcId="{E298B721-E1B9-4CD4-8B1A-4950CC157D9F}" destId="{3EED7F0D-5C80-4479-905C-E79E88227593}" srcOrd="0" destOrd="0" presId="urn:microsoft.com/office/officeart/2005/8/layout/vList2"/>
  </dgm:cxnLst>
  <dgm:bg/>
  <dgm:whole/>
  <dgm:extLst>
    <a:ext uri="http://schemas.microsoft.com/office/drawing/2008/diagram">
      <dsp:dataModelExt xmlns:dsp="http://schemas.microsoft.com/office/drawing/2008/diagram" relId="rId31" minVer="http://schemas.openxmlformats.org/drawingml/2006/diagram"/>
    </a:ext>
  </dgm:extLst>
</dgm:dataModel>
</file>

<file path=ppt/diagrams/data30.xml><?xml version="1.0" encoding="utf-8"?>
<dgm:dataModel xmlns:dgm="http://schemas.openxmlformats.org/drawingml/2006/diagram" xmlns:a="http://schemas.openxmlformats.org/drawingml/2006/main">
  <dgm:ptLst>
    <dgm:pt modelId="{EBCFF2A5-481F-4662-8A7E-7E8F303E314D}"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FBA19F7D-578A-464D-ADE6-D3D08AEFD9D5}">
      <dgm:prSet custT="1"/>
      <dgm:spPr/>
      <dgm:t>
        <a:bodyPr/>
        <a:lstStyle/>
        <a:p>
          <a:r>
            <a:rPr lang="en-US" sz="2800" b="1" dirty="0">
              <a:latin typeface="+mj-lt"/>
              <a:ea typeface="Times New Roman" panose="02020603050405020304" pitchFamily="18" charset="0"/>
              <a:cs typeface="Times New Roman" panose="02020603050405020304" pitchFamily="18" charset="0"/>
            </a:rPr>
            <a:t>PO12 : Life-long learning</a:t>
          </a:r>
          <a:endParaRPr lang="en-IN" sz="2800" dirty="0"/>
        </a:p>
      </dgm:t>
    </dgm:pt>
    <dgm:pt modelId="{3AF0BA7F-DD77-44E2-A6BF-C585D5079A71}" type="parTrans" cxnId="{CA989CB1-55E9-41C4-929C-8340165DAC8F}">
      <dgm:prSet/>
      <dgm:spPr/>
      <dgm:t>
        <a:bodyPr/>
        <a:lstStyle/>
        <a:p>
          <a:endParaRPr lang="en-IN"/>
        </a:p>
      </dgm:t>
    </dgm:pt>
    <dgm:pt modelId="{C1BF92C5-17F2-4305-A1F3-8B3F1D8CBFFC}" type="sibTrans" cxnId="{CA989CB1-55E9-41C4-929C-8340165DAC8F}">
      <dgm:prSet/>
      <dgm:spPr/>
      <dgm:t>
        <a:bodyPr/>
        <a:lstStyle/>
        <a:p>
          <a:endParaRPr lang="en-IN"/>
        </a:p>
      </dgm:t>
    </dgm:pt>
    <dgm:pt modelId="{52F828C4-77A4-4B43-9441-70FA5F9DF12E}" type="pres">
      <dgm:prSet presAssocID="{EBCFF2A5-481F-4662-8A7E-7E8F303E314D}" presName="linear" presStyleCnt="0">
        <dgm:presLayoutVars>
          <dgm:animLvl val="lvl"/>
          <dgm:resizeHandles val="exact"/>
        </dgm:presLayoutVars>
      </dgm:prSet>
      <dgm:spPr/>
    </dgm:pt>
    <dgm:pt modelId="{6CC17462-A62E-4245-BFD1-F10DCB528333}" type="pres">
      <dgm:prSet presAssocID="{FBA19F7D-578A-464D-ADE6-D3D08AEFD9D5}" presName="parentText" presStyleLbl="node1" presStyleIdx="0" presStyleCnt="1" custScaleY="212886" custLinFactNeighborX="-19492" custLinFactNeighborY="-87110">
        <dgm:presLayoutVars>
          <dgm:chMax val="0"/>
          <dgm:bulletEnabled val="1"/>
        </dgm:presLayoutVars>
      </dgm:prSet>
      <dgm:spPr/>
    </dgm:pt>
  </dgm:ptLst>
  <dgm:cxnLst>
    <dgm:cxn modelId="{DC6D4D03-1B24-4621-A516-7B7A15180002}" type="presOf" srcId="{EBCFF2A5-481F-4662-8A7E-7E8F303E314D}" destId="{52F828C4-77A4-4B43-9441-70FA5F9DF12E}" srcOrd="0" destOrd="0" presId="urn:microsoft.com/office/officeart/2005/8/layout/vList2"/>
    <dgm:cxn modelId="{FA46BF76-4540-42EF-9418-14DBEB706874}" type="presOf" srcId="{FBA19F7D-578A-464D-ADE6-D3D08AEFD9D5}" destId="{6CC17462-A62E-4245-BFD1-F10DCB528333}" srcOrd="0" destOrd="0" presId="urn:microsoft.com/office/officeart/2005/8/layout/vList2"/>
    <dgm:cxn modelId="{CA989CB1-55E9-41C4-929C-8340165DAC8F}" srcId="{EBCFF2A5-481F-4662-8A7E-7E8F303E314D}" destId="{FBA19F7D-578A-464D-ADE6-D3D08AEFD9D5}" srcOrd="0" destOrd="0" parTransId="{3AF0BA7F-DD77-44E2-A6BF-C585D5079A71}" sibTransId="{C1BF92C5-17F2-4305-A1F3-8B3F1D8CBFFC}"/>
    <dgm:cxn modelId="{B49D20BE-3B7E-4BFB-973B-A91ACEEA0F6B}" type="presParOf" srcId="{52F828C4-77A4-4B43-9441-70FA5F9DF12E}" destId="{6CC17462-A62E-4245-BFD1-F10DCB528333}" srcOrd="0" destOrd="0" presId="urn:microsoft.com/office/officeart/2005/8/layout/vList2"/>
  </dgm:cxnLst>
  <dgm:bg/>
  <dgm:whole/>
  <dgm:extLst>
    <a:ext uri="http://schemas.microsoft.com/office/drawing/2008/diagram">
      <dsp:dataModelExt xmlns:dsp="http://schemas.microsoft.com/office/drawing/2008/diagram" relId="rId3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680A811-EB0C-4CB5-AAAE-BBB76A802439}">
      <dsp:nvSpPr>
        <dsp:cNvPr id="0" name=""/>
        <dsp:cNvSpPr/>
      </dsp:nvSpPr>
      <dsp:spPr>
        <a:xfrm>
          <a:off x="-6102711" y="-934359"/>
          <a:ext cx="7269645" cy="7269645"/>
        </a:xfrm>
        <a:prstGeom prst="blockArc">
          <a:avLst>
            <a:gd name="adj1" fmla="val 18900000"/>
            <a:gd name="adj2" fmla="val 2700000"/>
            <a:gd name="adj3" fmla="val 297"/>
          </a:avLst>
        </a:prstGeom>
        <a:noFill/>
        <a:ln w="25400" cap="flat" cmpd="sng" algn="ctr">
          <a:solidFill>
            <a:schemeClr val="accent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8AA67F9-10D6-40B5-BA0A-16433BA5A349}">
      <dsp:nvSpPr>
        <dsp:cNvPr id="0" name=""/>
        <dsp:cNvSpPr/>
      </dsp:nvSpPr>
      <dsp:spPr>
        <a:xfrm>
          <a:off x="378875" y="245526"/>
          <a:ext cx="8024429" cy="490836"/>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389601" tIns="50800" rIns="50800" bIns="50800" numCol="1" spcCol="1270" anchor="ctr" anchorCtr="0">
          <a:noAutofit/>
        </a:bodyPr>
        <a:lstStyle/>
        <a:p>
          <a:pPr marL="0" lvl="0" indent="0" algn="l"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Describing Design Patterns</a:t>
          </a:r>
          <a:endParaRPr lang="en-IN" sz="2000" kern="1200" dirty="0">
            <a:latin typeface="Times New Roman" panose="02020603050405020304" pitchFamily="18" charset="0"/>
            <a:cs typeface="Times New Roman" panose="02020603050405020304" pitchFamily="18" charset="0"/>
          </a:endParaRPr>
        </a:p>
      </dsp:txBody>
      <dsp:txXfrm>
        <a:off x="378875" y="245526"/>
        <a:ext cx="8024429" cy="490836"/>
      </dsp:txXfrm>
    </dsp:sp>
    <dsp:sp modelId="{4B9C0DFE-AD1C-4484-AD0F-3101A95F3401}">
      <dsp:nvSpPr>
        <dsp:cNvPr id="0" name=""/>
        <dsp:cNvSpPr/>
      </dsp:nvSpPr>
      <dsp:spPr>
        <a:xfrm>
          <a:off x="72102" y="184171"/>
          <a:ext cx="613545" cy="613545"/>
        </a:xfrm>
        <a:prstGeom prst="ellipse">
          <a:avLst/>
        </a:prstGeom>
        <a:solidFill>
          <a:schemeClr val="lt1">
            <a:hueOff val="0"/>
            <a:satOff val="0"/>
            <a:lumOff val="0"/>
            <a:alphaOff val="0"/>
          </a:schemeClr>
        </a:soli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sp>
    <dsp:sp modelId="{88BCBFD8-B0F2-4798-9FD3-BF054841B46F}">
      <dsp:nvSpPr>
        <dsp:cNvPr id="0" name=""/>
        <dsp:cNvSpPr/>
      </dsp:nvSpPr>
      <dsp:spPr>
        <a:xfrm>
          <a:off x="823371" y="982212"/>
          <a:ext cx="7579933" cy="490836"/>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389601" tIns="50800" rIns="50800" bIns="50800" numCol="1" spcCol="1270" anchor="ctr" anchorCtr="0">
          <a:noAutofit/>
        </a:bodyPr>
        <a:lstStyle/>
        <a:p>
          <a:pPr marL="0" lvl="0" indent="0" algn="l"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Design Patterns in Smalltalk MVC</a:t>
          </a:r>
          <a:endParaRPr lang="en-IN" sz="2000" kern="1200" dirty="0">
            <a:latin typeface="Times New Roman" panose="02020603050405020304" pitchFamily="18" charset="0"/>
            <a:cs typeface="Times New Roman" panose="02020603050405020304" pitchFamily="18" charset="0"/>
          </a:endParaRPr>
        </a:p>
      </dsp:txBody>
      <dsp:txXfrm>
        <a:off x="823371" y="982212"/>
        <a:ext cx="7579933" cy="490836"/>
      </dsp:txXfrm>
    </dsp:sp>
    <dsp:sp modelId="{FE249998-030A-40FD-9BBB-D50EE75C96B6}">
      <dsp:nvSpPr>
        <dsp:cNvPr id="0" name=""/>
        <dsp:cNvSpPr/>
      </dsp:nvSpPr>
      <dsp:spPr>
        <a:xfrm>
          <a:off x="516598" y="920858"/>
          <a:ext cx="613545" cy="613545"/>
        </a:xfrm>
        <a:prstGeom prst="ellipse">
          <a:avLst/>
        </a:prstGeom>
        <a:solidFill>
          <a:schemeClr val="lt1">
            <a:hueOff val="0"/>
            <a:satOff val="0"/>
            <a:lumOff val="0"/>
            <a:alphaOff val="0"/>
          </a:schemeClr>
        </a:soli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sp>
    <dsp:sp modelId="{3B0EEFB9-B05A-4AF0-A884-FCF31C09FD1F}">
      <dsp:nvSpPr>
        <dsp:cNvPr id="0" name=""/>
        <dsp:cNvSpPr/>
      </dsp:nvSpPr>
      <dsp:spPr>
        <a:xfrm>
          <a:off x="1066953" y="1718358"/>
          <a:ext cx="7336351" cy="490836"/>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389601" tIns="50800" rIns="50800" bIns="50800" numCol="1" spcCol="1270" anchor="ctr" anchorCtr="0">
          <a:noAutofit/>
        </a:bodyPr>
        <a:lstStyle/>
        <a:p>
          <a:pPr marL="0" lvl="0" indent="0" algn="l"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The Catalog of Design Patterns</a:t>
          </a:r>
        </a:p>
      </dsp:txBody>
      <dsp:txXfrm>
        <a:off x="1066953" y="1718358"/>
        <a:ext cx="7336351" cy="490836"/>
      </dsp:txXfrm>
    </dsp:sp>
    <dsp:sp modelId="{7DE47BAA-958B-43D0-B4F8-BB30CB277AC2}">
      <dsp:nvSpPr>
        <dsp:cNvPr id="0" name=""/>
        <dsp:cNvSpPr/>
      </dsp:nvSpPr>
      <dsp:spPr>
        <a:xfrm>
          <a:off x="760180" y="1657004"/>
          <a:ext cx="613545" cy="613545"/>
        </a:xfrm>
        <a:prstGeom prst="ellipse">
          <a:avLst/>
        </a:prstGeom>
        <a:solidFill>
          <a:schemeClr val="lt1">
            <a:hueOff val="0"/>
            <a:satOff val="0"/>
            <a:lumOff val="0"/>
            <a:alphaOff val="0"/>
          </a:schemeClr>
        </a:soli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sp>
    <dsp:sp modelId="{35FD1A73-9F06-458E-A0CB-09F03F7FA838}">
      <dsp:nvSpPr>
        <dsp:cNvPr id="0" name=""/>
        <dsp:cNvSpPr/>
      </dsp:nvSpPr>
      <dsp:spPr>
        <a:xfrm>
          <a:off x="1144726" y="2455045"/>
          <a:ext cx="7258578" cy="490836"/>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389601" tIns="50800" rIns="50800" bIns="50800" numCol="1" spcCol="1270" anchor="ctr" anchorCtr="0">
          <a:noAutofit/>
        </a:bodyPr>
        <a:lstStyle/>
        <a:p>
          <a:pPr marL="0" lvl="0" indent="0" algn="l"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Organizing the Catalogue</a:t>
          </a:r>
          <a:endParaRPr lang="en-IN" sz="2000" kern="1200" dirty="0">
            <a:latin typeface="Times New Roman" panose="02020603050405020304" pitchFamily="18" charset="0"/>
            <a:cs typeface="Times New Roman" panose="02020603050405020304" pitchFamily="18" charset="0"/>
          </a:endParaRPr>
        </a:p>
      </dsp:txBody>
      <dsp:txXfrm>
        <a:off x="1144726" y="2455045"/>
        <a:ext cx="7258578" cy="490836"/>
      </dsp:txXfrm>
    </dsp:sp>
    <dsp:sp modelId="{9DA9EF0D-263A-4505-826F-8A54B4709BAF}">
      <dsp:nvSpPr>
        <dsp:cNvPr id="0" name=""/>
        <dsp:cNvSpPr/>
      </dsp:nvSpPr>
      <dsp:spPr>
        <a:xfrm>
          <a:off x="837953" y="2393690"/>
          <a:ext cx="613545" cy="613545"/>
        </a:xfrm>
        <a:prstGeom prst="ellipse">
          <a:avLst/>
        </a:prstGeom>
        <a:solidFill>
          <a:schemeClr val="lt1">
            <a:hueOff val="0"/>
            <a:satOff val="0"/>
            <a:lumOff val="0"/>
            <a:alphaOff val="0"/>
          </a:schemeClr>
        </a:soli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sp>
    <dsp:sp modelId="{8682D412-F783-4EF9-8D9B-9390AAF03262}">
      <dsp:nvSpPr>
        <dsp:cNvPr id="0" name=""/>
        <dsp:cNvSpPr/>
      </dsp:nvSpPr>
      <dsp:spPr>
        <a:xfrm>
          <a:off x="1066953" y="3191731"/>
          <a:ext cx="7336351" cy="490836"/>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389601" tIns="50800" rIns="50800" bIns="50800" numCol="1" spcCol="1270" anchor="ctr" anchorCtr="0">
          <a:noAutofit/>
        </a:bodyPr>
        <a:lstStyle/>
        <a:p>
          <a:pPr marL="0" lvl="0" indent="0" algn="l"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Design Patterns for Solving the Real life Problems</a:t>
          </a:r>
          <a:endParaRPr lang="en-IN" sz="2000" kern="1200" dirty="0">
            <a:latin typeface="Times New Roman" panose="02020603050405020304" pitchFamily="18" charset="0"/>
            <a:cs typeface="Times New Roman" panose="02020603050405020304" pitchFamily="18" charset="0"/>
          </a:endParaRPr>
        </a:p>
      </dsp:txBody>
      <dsp:txXfrm>
        <a:off x="1066953" y="3191731"/>
        <a:ext cx="7336351" cy="490836"/>
      </dsp:txXfrm>
    </dsp:sp>
    <dsp:sp modelId="{0229E6A0-DD77-4ABA-B77C-69A9861D36D6}">
      <dsp:nvSpPr>
        <dsp:cNvPr id="0" name=""/>
        <dsp:cNvSpPr/>
      </dsp:nvSpPr>
      <dsp:spPr>
        <a:xfrm>
          <a:off x="760180" y="3130377"/>
          <a:ext cx="613545" cy="613545"/>
        </a:xfrm>
        <a:prstGeom prst="ellipse">
          <a:avLst/>
        </a:prstGeom>
        <a:solidFill>
          <a:schemeClr val="lt1">
            <a:hueOff val="0"/>
            <a:satOff val="0"/>
            <a:lumOff val="0"/>
            <a:alphaOff val="0"/>
          </a:schemeClr>
        </a:soli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sp>
    <dsp:sp modelId="{6749AA46-EAD6-4364-BE86-B8E90B372E2E}">
      <dsp:nvSpPr>
        <dsp:cNvPr id="0" name=""/>
        <dsp:cNvSpPr/>
      </dsp:nvSpPr>
      <dsp:spPr>
        <a:xfrm>
          <a:off x="823371" y="3927878"/>
          <a:ext cx="7579933" cy="490836"/>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389601" tIns="50800" rIns="50800" bIns="50800" numCol="1" spcCol="1270" anchor="ctr" anchorCtr="0">
          <a:noAutofit/>
        </a:bodyPr>
        <a:lstStyle/>
        <a:p>
          <a:pPr marL="0" lvl="0" indent="0" algn="l"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Selection and Use of Design patterns</a:t>
          </a:r>
          <a:endParaRPr lang="en-IN" sz="2000" kern="1200" dirty="0">
            <a:latin typeface="Times New Roman" panose="02020603050405020304" pitchFamily="18" charset="0"/>
            <a:cs typeface="Times New Roman" panose="02020603050405020304" pitchFamily="18" charset="0"/>
          </a:endParaRPr>
        </a:p>
      </dsp:txBody>
      <dsp:txXfrm>
        <a:off x="823371" y="3927878"/>
        <a:ext cx="7579933" cy="490836"/>
      </dsp:txXfrm>
    </dsp:sp>
    <dsp:sp modelId="{A576902E-2A1C-4AED-AA35-D48C5007CCF3}">
      <dsp:nvSpPr>
        <dsp:cNvPr id="0" name=""/>
        <dsp:cNvSpPr/>
      </dsp:nvSpPr>
      <dsp:spPr>
        <a:xfrm>
          <a:off x="516598" y="3866523"/>
          <a:ext cx="613545" cy="613545"/>
        </a:xfrm>
        <a:prstGeom prst="ellipse">
          <a:avLst/>
        </a:prstGeom>
        <a:solidFill>
          <a:schemeClr val="lt1">
            <a:hueOff val="0"/>
            <a:satOff val="0"/>
            <a:lumOff val="0"/>
            <a:alphaOff val="0"/>
          </a:schemeClr>
        </a:soli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sp>
    <dsp:sp modelId="{723A38AE-201E-4D4B-B7FB-7D43CBD2025A}">
      <dsp:nvSpPr>
        <dsp:cNvPr id="0" name=""/>
        <dsp:cNvSpPr/>
      </dsp:nvSpPr>
      <dsp:spPr>
        <a:xfrm>
          <a:off x="378875" y="4664564"/>
          <a:ext cx="8024429" cy="490836"/>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389601" tIns="50800" rIns="50800" bIns="50800" numCol="1" spcCol="1270" anchor="ctr" anchorCtr="0">
          <a:noAutofit/>
        </a:bodyPr>
        <a:lstStyle/>
        <a:p>
          <a:pPr marL="0" lvl="0" indent="0" algn="l"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Principle of least knowledge.</a:t>
          </a:r>
          <a:endParaRPr lang="en-IN" sz="2000" kern="1200" dirty="0">
            <a:latin typeface="Times New Roman" panose="02020603050405020304" pitchFamily="18" charset="0"/>
            <a:cs typeface="Times New Roman" panose="02020603050405020304" pitchFamily="18" charset="0"/>
          </a:endParaRPr>
        </a:p>
      </dsp:txBody>
      <dsp:txXfrm>
        <a:off x="378875" y="4664564"/>
        <a:ext cx="8024429" cy="490836"/>
      </dsp:txXfrm>
    </dsp:sp>
    <dsp:sp modelId="{E98E93EE-4CF0-4874-85FC-39F92097CF84}">
      <dsp:nvSpPr>
        <dsp:cNvPr id="0" name=""/>
        <dsp:cNvSpPr/>
      </dsp:nvSpPr>
      <dsp:spPr>
        <a:xfrm>
          <a:off x="72102" y="4603210"/>
          <a:ext cx="613545" cy="613545"/>
        </a:xfrm>
        <a:prstGeom prst="ellipse">
          <a:avLst/>
        </a:prstGeom>
        <a:solidFill>
          <a:schemeClr val="lt1">
            <a:hueOff val="0"/>
            <a:satOff val="0"/>
            <a:lumOff val="0"/>
            <a:alphaOff val="0"/>
          </a:schemeClr>
        </a:soli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680A811-EB0C-4CB5-AAAE-BBB76A802439}">
      <dsp:nvSpPr>
        <dsp:cNvPr id="0" name=""/>
        <dsp:cNvSpPr/>
      </dsp:nvSpPr>
      <dsp:spPr>
        <a:xfrm>
          <a:off x="-6106910" y="-934359"/>
          <a:ext cx="7269645" cy="7269645"/>
        </a:xfrm>
        <a:prstGeom prst="blockArc">
          <a:avLst>
            <a:gd name="adj1" fmla="val 18900000"/>
            <a:gd name="adj2" fmla="val 2700000"/>
            <a:gd name="adj3" fmla="val 297"/>
          </a:avLst>
        </a:prstGeom>
        <a:noFill/>
        <a:ln w="25400" cap="flat" cmpd="sng" algn="ctr">
          <a:solidFill>
            <a:schemeClr val="accent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8AA67F9-10D6-40B5-BA0A-16433BA5A349}">
      <dsp:nvSpPr>
        <dsp:cNvPr id="0" name=""/>
        <dsp:cNvSpPr/>
      </dsp:nvSpPr>
      <dsp:spPr>
        <a:xfrm>
          <a:off x="508078" y="337449"/>
          <a:ext cx="7891026" cy="675331"/>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536045" tIns="50800" rIns="50800" bIns="50800" numCol="1" spcCol="1270" anchor="ctr" anchorCtr="0">
          <a:noAutofit/>
        </a:bodyPr>
        <a:lstStyle/>
        <a:p>
          <a:pPr marL="0" lvl="0" indent="0" algn="l"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Creational Patterns: Abstract Factory</a:t>
          </a:r>
          <a:endParaRPr lang="en-IN" sz="2000" kern="1200" dirty="0">
            <a:latin typeface="Times New Roman" panose="02020603050405020304" pitchFamily="18" charset="0"/>
            <a:cs typeface="Times New Roman" panose="02020603050405020304" pitchFamily="18" charset="0"/>
          </a:endParaRPr>
        </a:p>
      </dsp:txBody>
      <dsp:txXfrm>
        <a:off x="508078" y="337449"/>
        <a:ext cx="7891026" cy="675331"/>
      </dsp:txXfrm>
    </dsp:sp>
    <dsp:sp modelId="{4B9C0DFE-AD1C-4484-AD0F-3101A95F3401}">
      <dsp:nvSpPr>
        <dsp:cNvPr id="0" name=""/>
        <dsp:cNvSpPr/>
      </dsp:nvSpPr>
      <dsp:spPr>
        <a:xfrm>
          <a:off x="85995" y="253033"/>
          <a:ext cx="844164" cy="844164"/>
        </a:xfrm>
        <a:prstGeom prst="ellipse">
          <a:avLst/>
        </a:prstGeom>
        <a:solidFill>
          <a:schemeClr val="lt1">
            <a:hueOff val="0"/>
            <a:satOff val="0"/>
            <a:lumOff val="0"/>
            <a:alphaOff val="0"/>
          </a:schemeClr>
        </a:soli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sp>
    <dsp:sp modelId="{88BCBFD8-B0F2-4798-9FD3-BF054841B46F}">
      <dsp:nvSpPr>
        <dsp:cNvPr id="0" name=""/>
        <dsp:cNvSpPr/>
      </dsp:nvSpPr>
      <dsp:spPr>
        <a:xfrm>
          <a:off x="992001" y="1350123"/>
          <a:ext cx="7407103" cy="675331"/>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536045" tIns="50800" rIns="50800" bIns="50800" numCol="1" spcCol="1270" anchor="ctr" anchorCtr="0">
          <a:noAutofit/>
        </a:bodyPr>
        <a:lstStyle/>
        <a:p>
          <a:pPr marL="0" lvl="0" indent="0" algn="l"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Builder</a:t>
          </a:r>
          <a:endParaRPr lang="en-IN" sz="2000" kern="1200" dirty="0">
            <a:latin typeface="Times New Roman" panose="02020603050405020304" pitchFamily="18" charset="0"/>
            <a:cs typeface="Times New Roman" panose="02020603050405020304" pitchFamily="18" charset="0"/>
          </a:endParaRPr>
        </a:p>
      </dsp:txBody>
      <dsp:txXfrm>
        <a:off x="992001" y="1350123"/>
        <a:ext cx="7407103" cy="675331"/>
      </dsp:txXfrm>
    </dsp:sp>
    <dsp:sp modelId="{FE249998-030A-40FD-9BBB-D50EE75C96B6}">
      <dsp:nvSpPr>
        <dsp:cNvPr id="0" name=""/>
        <dsp:cNvSpPr/>
      </dsp:nvSpPr>
      <dsp:spPr>
        <a:xfrm>
          <a:off x="569919" y="1265707"/>
          <a:ext cx="844164" cy="844164"/>
        </a:xfrm>
        <a:prstGeom prst="ellipse">
          <a:avLst/>
        </a:prstGeom>
        <a:solidFill>
          <a:schemeClr val="lt1">
            <a:hueOff val="0"/>
            <a:satOff val="0"/>
            <a:lumOff val="0"/>
            <a:alphaOff val="0"/>
          </a:schemeClr>
        </a:soli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sp>
    <dsp:sp modelId="{DB20267A-69C1-45E6-AD06-F96E24A446F4}">
      <dsp:nvSpPr>
        <dsp:cNvPr id="0" name=""/>
        <dsp:cNvSpPr/>
      </dsp:nvSpPr>
      <dsp:spPr>
        <a:xfrm>
          <a:off x="1140526" y="2362797"/>
          <a:ext cx="7258578" cy="675331"/>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536045" tIns="50800" rIns="50800" bIns="50800" numCol="1" spcCol="1270" anchor="ctr" anchorCtr="0">
          <a:noAutofit/>
        </a:bodyPr>
        <a:lstStyle/>
        <a:p>
          <a:pPr marL="0" lvl="0" indent="0" algn="l"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Factory Pattern</a:t>
          </a:r>
          <a:endParaRPr lang="en-IN" sz="2000" kern="1200" dirty="0">
            <a:latin typeface="Times New Roman" panose="02020603050405020304" pitchFamily="18" charset="0"/>
            <a:cs typeface="Times New Roman" panose="02020603050405020304" pitchFamily="18" charset="0"/>
          </a:endParaRPr>
        </a:p>
      </dsp:txBody>
      <dsp:txXfrm>
        <a:off x="1140526" y="2362797"/>
        <a:ext cx="7258578" cy="675331"/>
      </dsp:txXfrm>
    </dsp:sp>
    <dsp:sp modelId="{4776AC95-2879-45AC-84FA-5CF4AD5A7A66}">
      <dsp:nvSpPr>
        <dsp:cNvPr id="0" name=""/>
        <dsp:cNvSpPr/>
      </dsp:nvSpPr>
      <dsp:spPr>
        <a:xfrm>
          <a:off x="718444" y="2278381"/>
          <a:ext cx="844164" cy="844164"/>
        </a:xfrm>
        <a:prstGeom prst="ellipse">
          <a:avLst/>
        </a:prstGeom>
        <a:solidFill>
          <a:schemeClr val="lt1">
            <a:hueOff val="0"/>
            <a:satOff val="0"/>
            <a:lumOff val="0"/>
            <a:alphaOff val="0"/>
          </a:schemeClr>
        </a:soli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sp>
    <dsp:sp modelId="{0E5E05C8-C588-484B-8F7E-E2FA6E0ECA1A}">
      <dsp:nvSpPr>
        <dsp:cNvPr id="0" name=""/>
        <dsp:cNvSpPr/>
      </dsp:nvSpPr>
      <dsp:spPr>
        <a:xfrm>
          <a:off x="992001" y="3375471"/>
          <a:ext cx="7407103" cy="675331"/>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536045" tIns="50800" rIns="50800" bIns="50800" numCol="1" spcCol="1270" anchor="ctr" anchorCtr="0">
          <a:noAutofit/>
        </a:bodyPr>
        <a:lstStyle/>
        <a:p>
          <a:pPr marL="0" lvl="0" indent="0" algn="l"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Prototype Pattern</a:t>
          </a:r>
          <a:endParaRPr lang="en-IN" sz="2000" kern="1200" dirty="0">
            <a:latin typeface="Times New Roman" panose="02020603050405020304" pitchFamily="18" charset="0"/>
            <a:cs typeface="Times New Roman" panose="02020603050405020304" pitchFamily="18" charset="0"/>
          </a:endParaRPr>
        </a:p>
      </dsp:txBody>
      <dsp:txXfrm>
        <a:off x="992001" y="3375471"/>
        <a:ext cx="7407103" cy="675331"/>
      </dsp:txXfrm>
    </dsp:sp>
    <dsp:sp modelId="{6B18EF30-3C9C-4237-8E1F-9EFDD1DD6703}">
      <dsp:nvSpPr>
        <dsp:cNvPr id="0" name=""/>
        <dsp:cNvSpPr/>
      </dsp:nvSpPr>
      <dsp:spPr>
        <a:xfrm>
          <a:off x="569919" y="3291054"/>
          <a:ext cx="844164" cy="844164"/>
        </a:xfrm>
        <a:prstGeom prst="ellipse">
          <a:avLst/>
        </a:prstGeom>
        <a:solidFill>
          <a:schemeClr val="lt1">
            <a:hueOff val="0"/>
            <a:satOff val="0"/>
            <a:lumOff val="0"/>
            <a:alphaOff val="0"/>
          </a:schemeClr>
        </a:soli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sp>
    <dsp:sp modelId="{61324F8D-4DED-4319-A996-3DE5AFC6CF74}">
      <dsp:nvSpPr>
        <dsp:cNvPr id="0" name=""/>
        <dsp:cNvSpPr/>
      </dsp:nvSpPr>
      <dsp:spPr>
        <a:xfrm>
          <a:off x="508078" y="4388145"/>
          <a:ext cx="7891026" cy="675331"/>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536045" tIns="50800" rIns="50800" bIns="50800" numCol="1" spcCol="1270" anchor="ctr" anchorCtr="0">
          <a:noAutofit/>
        </a:bodyPr>
        <a:lstStyle/>
        <a:p>
          <a:pPr marL="0" lvl="0" indent="0" algn="l"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Singleton pattern</a:t>
          </a:r>
          <a:endParaRPr lang="en-IN" sz="2000" kern="1200" dirty="0">
            <a:latin typeface="Times New Roman" panose="02020603050405020304" pitchFamily="18" charset="0"/>
            <a:cs typeface="Times New Roman" panose="02020603050405020304" pitchFamily="18" charset="0"/>
          </a:endParaRPr>
        </a:p>
      </dsp:txBody>
      <dsp:txXfrm>
        <a:off x="508078" y="4388145"/>
        <a:ext cx="7891026" cy="675331"/>
      </dsp:txXfrm>
    </dsp:sp>
    <dsp:sp modelId="{DCCAC70F-2C08-4449-A718-6A4A69C1A767}">
      <dsp:nvSpPr>
        <dsp:cNvPr id="0" name=""/>
        <dsp:cNvSpPr/>
      </dsp:nvSpPr>
      <dsp:spPr>
        <a:xfrm>
          <a:off x="85995" y="4303728"/>
          <a:ext cx="844164" cy="844164"/>
        </a:xfrm>
        <a:prstGeom prst="ellipse">
          <a:avLst/>
        </a:prstGeom>
        <a:solidFill>
          <a:schemeClr val="lt1">
            <a:hueOff val="0"/>
            <a:satOff val="0"/>
            <a:lumOff val="0"/>
            <a:alphaOff val="0"/>
          </a:schemeClr>
        </a:soli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71294A-09C9-4D6E-A130-C7FC41E1332C}">
      <dsp:nvSpPr>
        <dsp:cNvPr id="0" name=""/>
        <dsp:cNvSpPr/>
      </dsp:nvSpPr>
      <dsp:spPr>
        <a:xfrm>
          <a:off x="-6102711" y="-934359"/>
          <a:ext cx="7269645" cy="7269645"/>
        </a:xfrm>
        <a:prstGeom prst="blockArc">
          <a:avLst>
            <a:gd name="adj1" fmla="val 18900000"/>
            <a:gd name="adj2" fmla="val 2700000"/>
            <a:gd name="adj3" fmla="val 297"/>
          </a:avLst>
        </a:prstGeom>
        <a:noFill/>
        <a:ln w="25400" cap="flat" cmpd="sng" algn="ctr">
          <a:solidFill>
            <a:schemeClr val="accent2">
              <a:shade val="60000"/>
              <a:hueOff val="0"/>
              <a:satOff val="0"/>
              <a:lumOff val="0"/>
              <a:alphaOff val="0"/>
            </a:schemeClr>
          </a:solidFill>
          <a:prstDash val="solid"/>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4041A3B1-6B30-436F-A39A-8B3629193EF9}">
      <dsp:nvSpPr>
        <dsp:cNvPr id="0" name=""/>
        <dsp:cNvSpPr/>
      </dsp:nvSpPr>
      <dsp:spPr>
        <a:xfrm>
          <a:off x="378875" y="245526"/>
          <a:ext cx="8024429" cy="490836"/>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89601" tIns="50800" rIns="50800" bIns="50800" numCol="1" spcCol="1270" anchor="ctr" anchorCtr="0">
          <a:noAutofit/>
        </a:bodyPr>
        <a:lstStyle/>
        <a:p>
          <a:pPr marL="0" lvl="0" indent="0" algn="l" defTabSz="889000">
            <a:lnSpc>
              <a:spcPct val="90000"/>
            </a:lnSpc>
            <a:spcBef>
              <a:spcPct val="0"/>
            </a:spcBef>
            <a:spcAft>
              <a:spcPct val="35000"/>
            </a:spcAft>
            <a:buNone/>
          </a:pPr>
          <a:r>
            <a:rPr lang="en-IN" sz="2000" kern="1200" dirty="0">
              <a:latin typeface="Times New Roman" panose="02020603050405020304" pitchFamily="18" charset="0"/>
              <a:cs typeface="Times New Roman" panose="02020603050405020304" pitchFamily="18" charset="0"/>
            </a:rPr>
            <a:t>Structural Pattern Part-I, Adapter</a:t>
          </a:r>
        </a:p>
      </dsp:txBody>
      <dsp:txXfrm>
        <a:off x="378875" y="245526"/>
        <a:ext cx="8024429" cy="490836"/>
      </dsp:txXfrm>
    </dsp:sp>
    <dsp:sp modelId="{9FCCB15F-E614-45FB-AAB4-FA0E60A55E2E}">
      <dsp:nvSpPr>
        <dsp:cNvPr id="0" name=""/>
        <dsp:cNvSpPr/>
      </dsp:nvSpPr>
      <dsp:spPr>
        <a:xfrm>
          <a:off x="72102" y="184171"/>
          <a:ext cx="613545" cy="613545"/>
        </a:xfrm>
        <a:prstGeom prst="ellipse">
          <a:avLst/>
        </a:prstGeom>
        <a:solidFill>
          <a:schemeClr val="lt1">
            <a:hueOff val="0"/>
            <a:satOff val="0"/>
            <a:lumOff val="0"/>
            <a:alphaOff val="0"/>
          </a:schemeClr>
        </a:soli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z="152400" extrusionH="63500" prstMaterial="dkEdge">
          <a:bevelT w="120800" h="19050" prst="relaxedInset"/>
          <a:contourClr>
            <a:schemeClr val="bg1"/>
          </a:contourClr>
        </a:sp3d>
      </dsp:spPr>
      <dsp:style>
        <a:lnRef idx="1">
          <a:scrgbClr r="0" g="0" b="0"/>
        </a:lnRef>
        <a:fillRef idx="1">
          <a:scrgbClr r="0" g="0" b="0"/>
        </a:fillRef>
        <a:effectRef idx="2">
          <a:scrgbClr r="0" g="0" b="0"/>
        </a:effectRef>
        <a:fontRef idx="minor"/>
      </dsp:style>
    </dsp:sp>
    <dsp:sp modelId="{D1BCA401-1CFF-459C-A3A8-00F1E9BF78B6}">
      <dsp:nvSpPr>
        <dsp:cNvPr id="0" name=""/>
        <dsp:cNvSpPr/>
      </dsp:nvSpPr>
      <dsp:spPr>
        <a:xfrm>
          <a:off x="823371" y="982212"/>
          <a:ext cx="7579933" cy="490836"/>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89601" tIns="50800" rIns="50800" bIns="50800" numCol="1" spcCol="1270" anchor="ctr" anchorCtr="0">
          <a:noAutofit/>
        </a:bodyPr>
        <a:lstStyle/>
        <a:p>
          <a:pPr marL="0" lvl="0" indent="0" algn="l" defTabSz="889000">
            <a:lnSpc>
              <a:spcPct val="90000"/>
            </a:lnSpc>
            <a:spcBef>
              <a:spcPct val="0"/>
            </a:spcBef>
            <a:spcAft>
              <a:spcPct val="35000"/>
            </a:spcAft>
            <a:buNone/>
          </a:pPr>
          <a:r>
            <a:rPr lang="en-IN" sz="2000" kern="1200" dirty="0">
              <a:latin typeface="Times New Roman" panose="02020603050405020304" pitchFamily="18" charset="0"/>
              <a:cs typeface="Times New Roman" panose="02020603050405020304" pitchFamily="18" charset="0"/>
            </a:rPr>
            <a:t>Bridge</a:t>
          </a:r>
        </a:p>
      </dsp:txBody>
      <dsp:txXfrm>
        <a:off x="823371" y="982212"/>
        <a:ext cx="7579933" cy="490836"/>
      </dsp:txXfrm>
    </dsp:sp>
    <dsp:sp modelId="{E2365BFE-380F-45F9-B74A-1459E5246540}">
      <dsp:nvSpPr>
        <dsp:cNvPr id="0" name=""/>
        <dsp:cNvSpPr/>
      </dsp:nvSpPr>
      <dsp:spPr>
        <a:xfrm>
          <a:off x="516598" y="920858"/>
          <a:ext cx="613545" cy="613545"/>
        </a:xfrm>
        <a:prstGeom prst="ellipse">
          <a:avLst/>
        </a:prstGeom>
        <a:solidFill>
          <a:schemeClr val="lt1">
            <a:hueOff val="0"/>
            <a:satOff val="0"/>
            <a:lumOff val="0"/>
            <a:alphaOff val="0"/>
          </a:schemeClr>
        </a:soli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z="152400" extrusionH="63500" prstMaterial="dkEdge">
          <a:bevelT w="120800" h="19050" prst="relaxedInset"/>
          <a:contourClr>
            <a:schemeClr val="bg1"/>
          </a:contourClr>
        </a:sp3d>
      </dsp:spPr>
      <dsp:style>
        <a:lnRef idx="1">
          <a:scrgbClr r="0" g="0" b="0"/>
        </a:lnRef>
        <a:fillRef idx="1">
          <a:scrgbClr r="0" g="0" b="0"/>
        </a:fillRef>
        <a:effectRef idx="2">
          <a:scrgbClr r="0" g="0" b="0"/>
        </a:effectRef>
        <a:fontRef idx="minor"/>
      </dsp:style>
    </dsp:sp>
    <dsp:sp modelId="{598B499E-343E-4D26-88BF-8FC30A6E699B}">
      <dsp:nvSpPr>
        <dsp:cNvPr id="0" name=""/>
        <dsp:cNvSpPr/>
      </dsp:nvSpPr>
      <dsp:spPr>
        <a:xfrm>
          <a:off x="1066953" y="1718358"/>
          <a:ext cx="7336351" cy="490836"/>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89601" tIns="50800" rIns="50800" bIns="50800" numCol="1" spcCol="1270" anchor="ctr" anchorCtr="0">
          <a:noAutofit/>
        </a:bodyPr>
        <a:lstStyle/>
        <a:p>
          <a:pPr marL="0" lvl="0" indent="0" algn="l" defTabSz="889000">
            <a:lnSpc>
              <a:spcPct val="90000"/>
            </a:lnSpc>
            <a:spcBef>
              <a:spcPct val="0"/>
            </a:spcBef>
            <a:spcAft>
              <a:spcPct val="35000"/>
            </a:spcAft>
            <a:buNone/>
          </a:pPr>
          <a:r>
            <a:rPr lang="en-IN" sz="2000" kern="1200" dirty="0">
              <a:latin typeface="Times New Roman" panose="02020603050405020304" pitchFamily="18" charset="0"/>
              <a:cs typeface="Times New Roman" panose="02020603050405020304" pitchFamily="18" charset="0"/>
            </a:rPr>
            <a:t>Composite</a:t>
          </a:r>
        </a:p>
      </dsp:txBody>
      <dsp:txXfrm>
        <a:off x="1066953" y="1718358"/>
        <a:ext cx="7336351" cy="490836"/>
      </dsp:txXfrm>
    </dsp:sp>
    <dsp:sp modelId="{3E0377AD-0F41-418E-97ED-BCBE8E140FE7}">
      <dsp:nvSpPr>
        <dsp:cNvPr id="0" name=""/>
        <dsp:cNvSpPr/>
      </dsp:nvSpPr>
      <dsp:spPr>
        <a:xfrm>
          <a:off x="760180" y="1657004"/>
          <a:ext cx="613545" cy="613545"/>
        </a:xfrm>
        <a:prstGeom prst="ellipse">
          <a:avLst/>
        </a:prstGeom>
        <a:solidFill>
          <a:schemeClr val="lt1">
            <a:hueOff val="0"/>
            <a:satOff val="0"/>
            <a:lumOff val="0"/>
            <a:alphaOff val="0"/>
          </a:schemeClr>
        </a:soli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z="152400" extrusionH="63500" prstMaterial="dkEdge">
          <a:bevelT w="120800" h="19050" prst="relaxedInset"/>
          <a:contourClr>
            <a:schemeClr val="bg1"/>
          </a:contourClr>
        </a:sp3d>
      </dsp:spPr>
      <dsp:style>
        <a:lnRef idx="1">
          <a:scrgbClr r="0" g="0" b="0"/>
        </a:lnRef>
        <a:fillRef idx="1">
          <a:scrgbClr r="0" g="0" b="0"/>
        </a:fillRef>
        <a:effectRef idx="2">
          <a:scrgbClr r="0" g="0" b="0"/>
        </a:effectRef>
        <a:fontRef idx="minor"/>
      </dsp:style>
    </dsp:sp>
    <dsp:sp modelId="{55449691-5171-4B78-BD77-1BED07DDFC3D}">
      <dsp:nvSpPr>
        <dsp:cNvPr id="0" name=""/>
        <dsp:cNvSpPr/>
      </dsp:nvSpPr>
      <dsp:spPr>
        <a:xfrm>
          <a:off x="1144726" y="2455045"/>
          <a:ext cx="7258578" cy="490836"/>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89601" tIns="50800" rIns="50800" bIns="50800" numCol="1" spcCol="1270" anchor="ctr" anchorCtr="0">
          <a:noAutofit/>
        </a:bodyPr>
        <a:lstStyle/>
        <a:p>
          <a:pPr marL="0" lvl="0" indent="0" algn="l" defTabSz="889000">
            <a:lnSpc>
              <a:spcPct val="90000"/>
            </a:lnSpc>
            <a:spcBef>
              <a:spcPct val="0"/>
            </a:spcBef>
            <a:spcAft>
              <a:spcPct val="35000"/>
            </a:spcAft>
            <a:buNone/>
          </a:pPr>
          <a:r>
            <a:rPr lang="en-IN" sz="2000" kern="1200" dirty="0">
              <a:latin typeface="Times New Roman" panose="02020603050405020304" pitchFamily="18" charset="0"/>
              <a:cs typeface="Times New Roman" panose="02020603050405020304" pitchFamily="18" charset="0"/>
            </a:rPr>
            <a:t>Structural Pattern Part-II, Decorator Pattern</a:t>
          </a:r>
        </a:p>
      </dsp:txBody>
      <dsp:txXfrm>
        <a:off x="1144726" y="2455045"/>
        <a:ext cx="7258578" cy="490836"/>
      </dsp:txXfrm>
    </dsp:sp>
    <dsp:sp modelId="{5955A7F4-4EA4-4AB9-8824-069032023FA7}">
      <dsp:nvSpPr>
        <dsp:cNvPr id="0" name=""/>
        <dsp:cNvSpPr/>
      </dsp:nvSpPr>
      <dsp:spPr>
        <a:xfrm>
          <a:off x="837953" y="2393690"/>
          <a:ext cx="613545" cy="613545"/>
        </a:xfrm>
        <a:prstGeom prst="ellipse">
          <a:avLst/>
        </a:prstGeom>
        <a:solidFill>
          <a:schemeClr val="lt1">
            <a:hueOff val="0"/>
            <a:satOff val="0"/>
            <a:lumOff val="0"/>
            <a:alphaOff val="0"/>
          </a:schemeClr>
        </a:soli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z="152400" extrusionH="63500" prstMaterial="dkEdge">
          <a:bevelT w="120800" h="19050" prst="relaxedInset"/>
          <a:contourClr>
            <a:schemeClr val="bg1"/>
          </a:contourClr>
        </a:sp3d>
      </dsp:spPr>
      <dsp:style>
        <a:lnRef idx="1">
          <a:scrgbClr r="0" g="0" b="0"/>
        </a:lnRef>
        <a:fillRef idx="1">
          <a:scrgbClr r="0" g="0" b="0"/>
        </a:fillRef>
        <a:effectRef idx="2">
          <a:scrgbClr r="0" g="0" b="0"/>
        </a:effectRef>
        <a:fontRef idx="minor"/>
      </dsp:style>
    </dsp:sp>
    <dsp:sp modelId="{9B083C11-5F2F-47ED-926A-660072DBA370}">
      <dsp:nvSpPr>
        <dsp:cNvPr id="0" name=""/>
        <dsp:cNvSpPr/>
      </dsp:nvSpPr>
      <dsp:spPr>
        <a:xfrm>
          <a:off x="1066953" y="3191731"/>
          <a:ext cx="7336351" cy="490836"/>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89601" tIns="50800" rIns="50800" bIns="50800" numCol="1" spcCol="1270" anchor="ctr" anchorCtr="0">
          <a:noAutofit/>
        </a:bodyPr>
        <a:lstStyle/>
        <a:p>
          <a:pPr marL="0" lvl="0" indent="0" algn="l" defTabSz="889000">
            <a:lnSpc>
              <a:spcPct val="90000"/>
            </a:lnSpc>
            <a:spcBef>
              <a:spcPct val="0"/>
            </a:spcBef>
            <a:spcAft>
              <a:spcPct val="35000"/>
            </a:spcAft>
            <a:buNone/>
          </a:pPr>
          <a:r>
            <a:rPr lang="en-IN" sz="2000" kern="1200" dirty="0">
              <a:latin typeface="Times New Roman" panose="02020603050405020304" pitchFamily="18" charset="0"/>
              <a:cs typeface="Times New Roman" panose="02020603050405020304" pitchFamily="18" charset="0"/>
            </a:rPr>
            <a:t>Façade Pattern</a:t>
          </a:r>
        </a:p>
      </dsp:txBody>
      <dsp:txXfrm>
        <a:off x="1066953" y="3191731"/>
        <a:ext cx="7336351" cy="490836"/>
      </dsp:txXfrm>
    </dsp:sp>
    <dsp:sp modelId="{37CE39B8-41FB-4B0A-B2CB-40977E5FF349}">
      <dsp:nvSpPr>
        <dsp:cNvPr id="0" name=""/>
        <dsp:cNvSpPr/>
      </dsp:nvSpPr>
      <dsp:spPr>
        <a:xfrm>
          <a:off x="760180" y="3130377"/>
          <a:ext cx="613545" cy="613545"/>
        </a:xfrm>
        <a:prstGeom prst="ellipse">
          <a:avLst/>
        </a:prstGeom>
        <a:solidFill>
          <a:schemeClr val="lt1">
            <a:hueOff val="0"/>
            <a:satOff val="0"/>
            <a:lumOff val="0"/>
            <a:alphaOff val="0"/>
          </a:schemeClr>
        </a:soli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z="152400" extrusionH="63500" prstMaterial="dkEdge">
          <a:bevelT w="120800" h="19050" prst="relaxedInset"/>
          <a:contourClr>
            <a:schemeClr val="bg1"/>
          </a:contourClr>
        </a:sp3d>
      </dsp:spPr>
      <dsp:style>
        <a:lnRef idx="1">
          <a:scrgbClr r="0" g="0" b="0"/>
        </a:lnRef>
        <a:fillRef idx="1">
          <a:scrgbClr r="0" g="0" b="0"/>
        </a:fillRef>
        <a:effectRef idx="2">
          <a:scrgbClr r="0" g="0" b="0"/>
        </a:effectRef>
        <a:fontRef idx="minor"/>
      </dsp:style>
    </dsp:sp>
    <dsp:sp modelId="{03884880-4036-4D36-BA8C-4D0568571FF4}">
      <dsp:nvSpPr>
        <dsp:cNvPr id="0" name=""/>
        <dsp:cNvSpPr/>
      </dsp:nvSpPr>
      <dsp:spPr>
        <a:xfrm>
          <a:off x="823371" y="3927878"/>
          <a:ext cx="7579933" cy="490836"/>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89601" tIns="50800" rIns="50800" bIns="50800" numCol="1" spcCol="1270" anchor="ctr" anchorCtr="0">
          <a:noAutofit/>
        </a:bodyPr>
        <a:lstStyle/>
        <a:p>
          <a:pPr marL="0" lvl="0" indent="0" algn="l" defTabSz="889000">
            <a:lnSpc>
              <a:spcPct val="90000"/>
            </a:lnSpc>
            <a:spcBef>
              <a:spcPct val="0"/>
            </a:spcBef>
            <a:spcAft>
              <a:spcPct val="35000"/>
            </a:spcAft>
            <a:buNone/>
          </a:pPr>
          <a:r>
            <a:rPr lang="en-IN" sz="2000" kern="1200" dirty="0">
              <a:latin typeface="Times New Roman" panose="02020603050405020304" pitchFamily="18" charset="0"/>
              <a:cs typeface="Times New Roman" panose="02020603050405020304" pitchFamily="18" charset="0"/>
            </a:rPr>
            <a:t>Flyweight Pattern</a:t>
          </a:r>
        </a:p>
      </dsp:txBody>
      <dsp:txXfrm>
        <a:off x="823371" y="3927878"/>
        <a:ext cx="7579933" cy="490836"/>
      </dsp:txXfrm>
    </dsp:sp>
    <dsp:sp modelId="{99F06D56-238C-4C9F-A447-521819900635}">
      <dsp:nvSpPr>
        <dsp:cNvPr id="0" name=""/>
        <dsp:cNvSpPr/>
      </dsp:nvSpPr>
      <dsp:spPr>
        <a:xfrm>
          <a:off x="516598" y="3866523"/>
          <a:ext cx="613545" cy="613545"/>
        </a:xfrm>
        <a:prstGeom prst="ellipse">
          <a:avLst/>
        </a:prstGeom>
        <a:solidFill>
          <a:schemeClr val="lt1">
            <a:hueOff val="0"/>
            <a:satOff val="0"/>
            <a:lumOff val="0"/>
            <a:alphaOff val="0"/>
          </a:schemeClr>
        </a:soli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z="152400" extrusionH="63500" prstMaterial="dkEdge">
          <a:bevelT w="120800" h="19050" prst="relaxedInset"/>
          <a:contourClr>
            <a:schemeClr val="bg1"/>
          </a:contourClr>
        </a:sp3d>
      </dsp:spPr>
      <dsp:style>
        <a:lnRef idx="1">
          <a:scrgbClr r="0" g="0" b="0"/>
        </a:lnRef>
        <a:fillRef idx="1">
          <a:scrgbClr r="0" g="0" b="0"/>
        </a:fillRef>
        <a:effectRef idx="2">
          <a:scrgbClr r="0" g="0" b="0"/>
        </a:effectRef>
        <a:fontRef idx="minor"/>
      </dsp:style>
    </dsp:sp>
    <dsp:sp modelId="{D2C83BCE-9D05-4024-A719-B19FA2B2387B}">
      <dsp:nvSpPr>
        <dsp:cNvPr id="0" name=""/>
        <dsp:cNvSpPr/>
      </dsp:nvSpPr>
      <dsp:spPr>
        <a:xfrm>
          <a:off x="378875" y="4664564"/>
          <a:ext cx="8024429" cy="490836"/>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89601" tIns="50800" rIns="50800" bIns="50800" numCol="1" spcCol="1270" anchor="ctr" anchorCtr="0">
          <a:noAutofit/>
        </a:bodyPr>
        <a:lstStyle/>
        <a:p>
          <a:pPr marL="0" lvl="0" indent="0" algn="l" defTabSz="889000">
            <a:lnSpc>
              <a:spcPct val="90000"/>
            </a:lnSpc>
            <a:spcBef>
              <a:spcPct val="0"/>
            </a:spcBef>
            <a:spcAft>
              <a:spcPct val="35000"/>
            </a:spcAft>
            <a:buNone/>
          </a:pPr>
          <a:r>
            <a:rPr lang="en-IN" sz="2000" kern="1200" dirty="0">
              <a:latin typeface="Times New Roman" panose="02020603050405020304" pitchFamily="18" charset="0"/>
              <a:cs typeface="Times New Roman" panose="02020603050405020304" pitchFamily="18" charset="0"/>
            </a:rPr>
            <a:t>Proxy Pattern</a:t>
          </a:r>
        </a:p>
      </dsp:txBody>
      <dsp:txXfrm>
        <a:off x="378875" y="4664564"/>
        <a:ext cx="8024429" cy="490836"/>
      </dsp:txXfrm>
    </dsp:sp>
    <dsp:sp modelId="{D3E16815-AACD-4E7C-AA29-2878D5330CBF}">
      <dsp:nvSpPr>
        <dsp:cNvPr id="0" name=""/>
        <dsp:cNvSpPr/>
      </dsp:nvSpPr>
      <dsp:spPr>
        <a:xfrm>
          <a:off x="72102" y="4603210"/>
          <a:ext cx="613545" cy="613545"/>
        </a:xfrm>
        <a:prstGeom prst="ellipse">
          <a:avLst/>
        </a:prstGeom>
        <a:solidFill>
          <a:schemeClr val="lt1">
            <a:hueOff val="0"/>
            <a:satOff val="0"/>
            <a:lumOff val="0"/>
            <a:alphaOff val="0"/>
          </a:schemeClr>
        </a:soli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z="152400" extrusionH="63500" prstMaterial="dkEdge">
          <a:bevelT w="120800" h="19050" prst="relaxedInset"/>
          <a:contourClr>
            <a:schemeClr val="bg1"/>
          </a:contourClr>
        </a:sp3d>
      </dsp:spPr>
      <dsp:style>
        <a:lnRef idx="1">
          <a:scrgbClr r="0" g="0" b="0"/>
        </a:lnRef>
        <a:fillRef idx="1">
          <a:scrgbClr r="0" g="0" b="0"/>
        </a:fillRef>
        <a:effectRef idx="2">
          <a:scrgbClr r="0" g="0" b="0"/>
        </a:effectRef>
        <a:fontRef idx="minor"/>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71294A-09C9-4D6E-A130-C7FC41E1332C}">
      <dsp:nvSpPr>
        <dsp:cNvPr id="0" name=""/>
        <dsp:cNvSpPr/>
      </dsp:nvSpPr>
      <dsp:spPr>
        <a:xfrm>
          <a:off x="-6102711" y="-934359"/>
          <a:ext cx="7269645" cy="7269645"/>
        </a:xfrm>
        <a:prstGeom prst="blockArc">
          <a:avLst>
            <a:gd name="adj1" fmla="val 18900000"/>
            <a:gd name="adj2" fmla="val 2700000"/>
            <a:gd name="adj3" fmla="val 297"/>
          </a:avLst>
        </a:prstGeom>
        <a:noFill/>
        <a:ln w="25400" cap="flat" cmpd="sng" algn="ctr">
          <a:solidFill>
            <a:schemeClr val="accent2">
              <a:shade val="60000"/>
              <a:hueOff val="0"/>
              <a:satOff val="0"/>
              <a:lumOff val="0"/>
              <a:alphaOff val="0"/>
            </a:schemeClr>
          </a:solidFill>
          <a:prstDash val="solid"/>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4041A3B1-6B30-436F-A39A-8B3629193EF9}">
      <dsp:nvSpPr>
        <dsp:cNvPr id="0" name=""/>
        <dsp:cNvSpPr/>
      </dsp:nvSpPr>
      <dsp:spPr>
        <a:xfrm>
          <a:off x="378875" y="245526"/>
          <a:ext cx="8024429" cy="490836"/>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89601" tIns="50800" rIns="50800" bIns="50800" numCol="1" spcCol="1270" anchor="ctr" anchorCtr="0">
          <a:noAutofit/>
        </a:bodyPr>
        <a:lstStyle/>
        <a:p>
          <a:pPr marL="0" lvl="0" indent="0" algn="l" defTabSz="889000">
            <a:lnSpc>
              <a:spcPct val="90000"/>
            </a:lnSpc>
            <a:spcBef>
              <a:spcPct val="0"/>
            </a:spcBef>
            <a:spcAft>
              <a:spcPct val="35000"/>
            </a:spcAft>
            <a:buNone/>
          </a:pPr>
          <a:r>
            <a:rPr lang="en-IN" sz="2000" kern="1200" dirty="0">
              <a:latin typeface="Times New Roman" panose="02020603050405020304" pitchFamily="18" charset="0"/>
              <a:cs typeface="Times New Roman" panose="02020603050405020304" pitchFamily="18" charset="0"/>
            </a:rPr>
            <a:t>Behavioural Patterns Part: I - Chain of Responsibility Pattern</a:t>
          </a:r>
        </a:p>
      </dsp:txBody>
      <dsp:txXfrm>
        <a:off x="378875" y="245526"/>
        <a:ext cx="8024429" cy="490836"/>
      </dsp:txXfrm>
    </dsp:sp>
    <dsp:sp modelId="{9FCCB15F-E614-45FB-AAB4-FA0E60A55E2E}">
      <dsp:nvSpPr>
        <dsp:cNvPr id="0" name=""/>
        <dsp:cNvSpPr/>
      </dsp:nvSpPr>
      <dsp:spPr>
        <a:xfrm>
          <a:off x="72102" y="184171"/>
          <a:ext cx="613545" cy="613545"/>
        </a:xfrm>
        <a:prstGeom prst="ellipse">
          <a:avLst/>
        </a:prstGeom>
        <a:solidFill>
          <a:schemeClr val="lt1">
            <a:hueOff val="0"/>
            <a:satOff val="0"/>
            <a:lumOff val="0"/>
            <a:alphaOff val="0"/>
          </a:schemeClr>
        </a:soli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z="152400" extrusionH="63500" prstMaterial="dkEdge">
          <a:bevelT w="120800" h="19050" prst="relaxedInset"/>
          <a:contourClr>
            <a:schemeClr val="bg1"/>
          </a:contourClr>
        </a:sp3d>
      </dsp:spPr>
      <dsp:style>
        <a:lnRef idx="1">
          <a:scrgbClr r="0" g="0" b="0"/>
        </a:lnRef>
        <a:fillRef idx="1">
          <a:scrgbClr r="0" g="0" b="0"/>
        </a:fillRef>
        <a:effectRef idx="2">
          <a:scrgbClr r="0" g="0" b="0"/>
        </a:effectRef>
        <a:fontRef idx="minor"/>
      </dsp:style>
    </dsp:sp>
    <dsp:sp modelId="{7BE6ED4C-509B-44E4-AA44-EB0711D49DBD}">
      <dsp:nvSpPr>
        <dsp:cNvPr id="0" name=""/>
        <dsp:cNvSpPr/>
      </dsp:nvSpPr>
      <dsp:spPr>
        <a:xfrm>
          <a:off x="823371" y="982212"/>
          <a:ext cx="7579933" cy="490836"/>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89601" tIns="50800" rIns="50800" bIns="50800" numCol="1" spcCol="1270" anchor="ctr" anchorCtr="0">
          <a:noAutofit/>
        </a:bodyPr>
        <a:lstStyle/>
        <a:p>
          <a:pPr marL="0" lvl="0" indent="0" algn="l" defTabSz="889000">
            <a:lnSpc>
              <a:spcPct val="90000"/>
            </a:lnSpc>
            <a:spcBef>
              <a:spcPct val="0"/>
            </a:spcBef>
            <a:spcAft>
              <a:spcPct val="35000"/>
            </a:spcAft>
            <a:buNone/>
          </a:pPr>
          <a:r>
            <a:rPr lang="en-IN" sz="2000" kern="1200" dirty="0">
              <a:latin typeface="Times New Roman" panose="02020603050405020304" pitchFamily="18" charset="0"/>
              <a:cs typeface="Times New Roman" panose="02020603050405020304" pitchFamily="18" charset="0"/>
            </a:rPr>
            <a:t>Command Pattern</a:t>
          </a:r>
        </a:p>
      </dsp:txBody>
      <dsp:txXfrm>
        <a:off x="823371" y="982212"/>
        <a:ext cx="7579933" cy="490836"/>
      </dsp:txXfrm>
    </dsp:sp>
    <dsp:sp modelId="{0EDCD9DF-3883-453F-8112-16F5CCB0D3B4}">
      <dsp:nvSpPr>
        <dsp:cNvPr id="0" name=""/>
        <dsp:cNvSpPr/>
      </dsp:nvSpPr>
      <dsp:spPr>
        <a:xfrm>
          <a:off x="516598" y="920858"/>
          <a:ext cx="613545" cy="613545"/>
        </a:xfrm>
        <a:prstGeom prst="ellipse">
          <a:avLst/>
        </a:prstGeom>
        <a:solidFill>
          <a:schemeClr val="lt1">
            <a:hueOff val="0"/>
            <a:satOff val="0"/>
            <a:lumOff val="0"/>
            <a:alphaOff val="0"/>
          </a:schemeClr>
        </a:soli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z="152400" extrusionH="63500" prstMaterial="dkEdge">
          <a:bevelT w="120800" h="19050" prst="relaxedInset"/>
          <a:contourClr>
            <a:schemeClr val="bg1"/>
          </a:contourClr>
        </a:sp3d>
      </dsp:spPr>
      <dsp:style>
        <a:lnRef idx="1">
          <a:scrgbClr r="0" g="0" b="0"/>
        </a:lnRef>
        <a:fillRef idx="1">
          <a:scrgbClr r="0" g="0" b="0"/>
        </a:fillRef>
        <a:effectRef idx="2">
          <a:scrgbClr r="0" g="0" b="0"/>
        </a:effectRef>
        <a:fontRef idx="minor"/>
      </dsp:style>
    </dsp:sp>
    <dsp:sp modelId="{5AC9256A-E274-4EC0-AF26-CACB5C5BE9C7}">
      <dsp:nvSpPr>
        <dsp:cNvPr id="0" name=""/>
        <dsp:cNvSpPr/>
      </dsp:nvSpPr>
      <dsp:spPr>
        <a:xfrm>
          <a:off x="1066953" y="1718358"/>
          <a:ext cx="7336351" cy="490836"/>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89601" tIns="50800" rIns="50800" bIns="50800" numCol="1" spcCol="1270" anchor="ctr" anchorCtr="0">
          <a:noAutofit/>
        </a:bodyPr>
        <a:lstStyle/>
        <a:p>
          <a:pPr marL="0" lvl="0" indent="0" algn="l" defTabSz="889000">
            <a:lnSpc>
              <a:spcPct val="90000"/>
            </a:lnSpc>
            <a:spcBef>
              <a:spcPct val="0"/>
            </a:spcBef>
            <a:spcAft>
              <a:spcPct val="35000"/>
            </a:spcAft>
            <a:buNone/>
          </a:pPr>
          <a:r>
            <a:rPr lang="en-IN" sz="2000" kern="1200" dirty="0">
              <a:latin typeface="Times New Roman" panose="02020603050405020304" pitchFamily="18" charset="0"/>
              <a:cs typeface="Times New Roman" panose="02020603050405020304" pitchFamily="18" charset="0"/>
            </a:rPr>
            <a:t>Interpreter Pattern</a:t>
          </a:r>
        </a:p>
      </dsp:txBody>
      <dsp:txXfrm>
        <a:off x="1066953" y="1718358"/>
        <a:ext cx="7336351" cy="490836"/>
      </dsp:txXfrm>
    </dsp:sp>
    <dsp:sp modelId="{2544928C-FB9E-453E-84B5-A839AC24E467}">
      <dsp:nvSpPr>
        <dsp:cNvPr id="0" name=""/>
        <dsp:cNvSpPr/>
      </dsp:nvSpPr>
      <dsp:spPr>
        <a:xfrm>
          <a:off x="760180" y="1657004"/>
          <a:ext cx="613545" cy="613545"/>
        </a:xfrm>
        <a:prstGeom prst="ellipse">
          <a:avLst/>
        </a:prstGeom>
        <a:solidFill>
          <a:schemeClr val="lt1">
            <a:hueOff val="0"/>
            <a:satOff val="0"/>
            <a:lumOff val="0"/>
            <a:alphaOff val="0"/>
          </a:schemeClr>
        </a:soli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z="152400" extrusionH="63500" prstMaterial="dkEdge">
          <a:bevelT w="120800" h="19050" prst="relaxedInset"/>
          <a:contourClr>
            <a:schemeClr val="bg1"/>
          </a:contourClr>
        </a:sp3d>
      </dsp:spPr>
      <dsp:style>
        <a:lnRef idx="1">
          <a:scrgbClr r="0" g="0" b="0"/>
        </a:lnRef>
        <a:fillRef idx="1">
          <a:scrgbClr r="0" g="0" b="0"/>
        </a:fillRef>
        <a:effectRef idx="2">
          <a:scrgbClr r="0" g="0" b="0"/>
        </a:effectRef>
        <a:fontRef idx="minor"/>
      </dsp:style>
    </dsp:sp>
    <dsp:sp modelId="{3077B55F-32B0-471E-94B1-B138ABD58765}">
      <dsp:nvSpPr>
        <dsp:cNvPr id="0" name=""/>
        <dsp:cNvSpPr/>
      </dsp:nvSpPr>
      <dsp:spPr>
        <a:xfrm>
          <a:off x="1144726" y="2455045"/>
          <a:ext cx="7258578" cy="490836"/>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89601" tIns="50800" rIns="50800" bIns="50800" numCol="1" spcCol="1270" anchor="ctr" anchorCtr="0">
          <a:noAutofit/>
        </a:bodyPr>
        <a:lstStyle/>
        <a:p>
          <a:pPr marL="0" lvl="0" indent="0" algn="l" defTabSz="889000">
            <a:lnSpc>
              <a:spcPct val="90000"/>
            </a:lnSpc>
            <a:spcBef>
              <a:spcPct val="0"/>
            </a:spcBef>
            <a:spcAft>
              <a:spcPct val="35000"/>
            </a:spcAft>
            <a:buNone/>
          </a:pPr>
          <a:r>
            <a:rPr lang="en-IN" sz="2000" kern="1200" dirty="0">
              <a:latin typeface="Times New Roman" panose="02020603050405020304" pitchFamily="18" charset="0"/>
              <a:cs typeface="Times New Roman" panose="02020603050405020304" pitchFamily="18" charset="0"/>
            </a:rPr>
            <a:t>Iterator Pattern</a:t>
          </a:r>
        </a:p>
      </dsp:txBody>
      <dsp:txXfrm>
        <a:off x="1144726" y="2455045"/>
        <a:ext cx="7258578" cy="490836"/>
      </dsp:txXfrm>
    </dsp:sp>
    <dsp:sp modelId="{D9ABCE0C-46B0-4C8E-9885-5334671D1A2F}">
      <dsp:nvSpPr>
        <dsp:cNvPr id="0" name=""/>
        <dsp:cNvSpPr/>
      </dsp:nvSpPr>
      <dsp:spPr>
        <a:xfrm>
          <a:off x="837953" y="2393690"/>
          <a:ext cx="613545" cy="613545"/>
        </a:xfrm>
        <a:prstGeom prst="ellipse">
          <a:avLst/>
        </a:prstGeom>
        <a:solidFill>
          <a:schemeClr val="lt1">
            <a:hueOff val="0"/>
            <a:satOff val="0"/>
            <a:lumOff val="0"/>
            <a:alphaOff val="0"/>
          </a:schemeClr>
        </a:soli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z="152400" extrusionH="63500" prstMaterial="dkEdge">
          <a:bevelT w="120800" h="19050" prst="relaxedInset"/>
          <a:contourClr>
            <a:schemeClr val="bg1"/>
          </a:contourClr>
        </a:sp3d>
      </dsp:spPr>
      <dsp:style>
        <a:lnRef idx="1">
          <a:scrgbClr r="0" g="0" b="0"/>
        </a:lnRef>
        <a:fillRef idx="1">
          <a:scrgbClr r="0" g="0" b="0"/>
        </a:fillRef>
        <a:effectRef idx="2">
          <a:scrgbClr r="0" g="0" b="0"/>
        </a:effectRef>
        <a:fontRef idx="minor"/>
      </dsp:style>
    </dsp:sp>
    <dsp:sp modelId="{087F5578-7BB1-4479-A90C-51B9C61EB15B}">
      <dsp:nvSpPr>
        <dsp:cNvPr id="0" name=""/>
        <dsp:cNvSpPr/>
      </dsp:nvSpPr>
      <dsp:spPr>
        <a:xfrm>
          <a:off x="1066953" y="3191731"/>
          <a:ext cx="7336351" cy="490836"/>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89601" tIns="50800" rIns="50800" bIns="50800" numCol="1" spcCol="1270" anchor="ctr" anchorCtr="0">
          <a:noAutofit/>
        </a:bodyPr>
        <a:lstStyle/>
        <a:p>
          <a:pPr marL="0" lvl="0" indent="0" algn="l" defTabSz="889000">
            <a:lnSpc>
              <a:spcPct val="90000"/>
            </a:lnSpc>
            <a:spcBef>
              <a:spcPct val="0"/>
            </a:spcBef>
            <a:spcAft>
              <a:spcPct val="35000"/>
            </a:spcAft>
            <a:buNone/>
          </a:pPr>
          <a:r>
            <a:rPr lang="en-IN" sz="2000" kern="1200" dirty="0">
              <a:latin typeface="Times New Roman" panose="02020603050405020304" pitchFamily="18" charset="0"/>
              <a:cs typeface="Times New Roman" panose="02020603050405020304" pitchFamily="18" charset="0"/>
            </a:rPr>
            <a:t>Behavioural Patterns Part: II - Mediator</a:t>
          </a:r>
        </a:p>
      </dsp:txBody>
      <dsp:txXfrm>
        <a:off x="1066953" y="3191731"/>
        <a:ext cx="7336351" cy="490836"/>
      </dsp:txXfrm>
    </dsp:sp>
    <dsp:sp modelId="{247E252F-0EE5-42CC-BB2C-5C01A411537B}">
      <dsp:nvSpPr>
        <dsp:cNvPr id="0" name=""/>
        <dsp:cNvSpPr/>
      </dsp:nvSpPr>
      <dsp:spPr>
        <a:xfrm>
          <a:off x="760180" y="3130377"/>
          <a:ext cx="613545" cy="613545"/>
        </a:xfrm>
        <a:prstGeom prst="ellipse">
          <a:avLst/>
        </a:prstGeom>
        <a:solidFill>
          <a:schemeClr val="lt1">
            <a:hueOff val="0"/>
            <a:satOff val="0"/>
            <a:lumOff val="0"/>
            <a:alphaOff val="0"/>
          </a:schemeClr>
        </a:soli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z="152400" extrusionH="63500" prstMaterial="dkEdge">
          <a:bevelT w="120800" h="19050" prst="relaxedInset"/>
          <a:contourClr>
            <a:schemeClr val="bg1"/>
          </a:contourClr>
        </a:sp3d>
      </dsp:spPr>
      <dsp:style>
        <a:lnRef idx="1">
          <a:scrgbClr r="0" g="0" b="0"/>
        </a:lnRef>
        <a:fillRef idx="1">
          <a:scrgbClr r="0" g="0" b="0"/>
        </a:fillRef>
        <a:effectRef idx="2">
          <a:scrgbClr r="0" g="0" b="0"/>
        </a:effectRef>
        <a:fontRef idx="minor"/>
      </dsp:style>
    </dsp:sp>
    <dsp:sp modelId="{8037028E-90A1-4917-B182-4153496C1BF5}">
      <dsp:nvSpPr>
        <dsp:cNvPr id="0" name=""/>
        <dsp:cNvSpPr/>
      </dsp:nvSpPr>
      <dsp:spPr>
        <a:xfrm>
          <a:off x="823371" y="3927878"/>
          <a:ext cx="7579933" cy="490836"/>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89601" tIns="50800" rIns="50800" bIns="50800" numCol="1" spcCol="1270" anchor="ctr" anchorCtr="0">
          <a:noAutofit/>
        </a:bodyPr>
        <a:lstStyle/>
        <a:p>
          <a:pPr marL="0" lvl="0" indent="0" algn="l" defTabSz="889000">
            <a:lnSpc>
              <a:spcPct val="90000"/>
            </a:lnSpc>
            <a:spcBef>
              <a:spcPct val="0"/>
            </a:spcBef>
            <a:spcAft>
              <a:spcPct val="35000"/>
            </a:spcAft>
            <a:buNone/>
          </a:pPr>
          <a:r>
            <a:rPr lang="en-IN" sz="2000" kern="1200" dirty="0">
              <a:latin typeface="Times New Roman" panose="02020603050405020304" pitchFamily="18" charset="0"/>
              <a:cs typeface="Times New Roman" panose="02020603050405020304" pitchFamily="18" charset="0"/>
            </a:rPr>
            <a:t>Memento</a:t>
          </a:r>
        </a:p>
      </dsp:txBody>
      <dsp:txXfrm>
        <a:off x="823371" y="3927878"/>
        <a:ext cx="7579933" cy="490836"/>
      </dsp:txXfrm>
    </dsp:sp>
    <dsp:sp modelId="{3F6B4DD1-D397-4831-BBCC-3F93F5463D42}">
      <dsp:nvSpPr>
        <dsp:cNvPr id="0" name=""/>
        <dsp:cNvSpPr/>
      </dsp:nvSpPr>
      <dsp:spPr>
        <a:xfrm>
          <a:off x="516598" y="3866523"/>
          <a:ext cx="613545" cy="613545"/>
        </a:xfrm>
        <a:prstGeom prst="ellipse">
          <a:avLst/>
        </a:prstGeom>
        <a:solidFill>
          <a:schemeClr val="lt1">
            <a:hueOff val="0"/>
            <a:satOff val="0"/>
            <a:lumOff val="0"/>
            <a:alphaOff val="0"/>
          </a:schemeClr>
        </a:soli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z="152400" extrusionH="63500" prstMaterial="dkEdge">
          <a:bevelT w="120800" h="19050" prst="relaxedInset"/>
          <a:contourClr>
            <a:schemeClr val="bg1"/>
          </a:contourClr>
        </a:sp3d>
      </dsp:spPr>
      <dsp:style>
        <a:lnRef idx="1">
          <a:scrgbClr r="0" g="0" b="0"/>
        </a:lnRef>
        <a:fillRef idx="1">
          <a:scrgbClr r="0" g="0" b="0"/>
        </a:fillRef>
        <a:effectRef idx="2">
          <a:scrgbClr r="0" g="0" b="0"/>
        </a:effectRef>
        <a:fontRef idx="minor"/>
      </dsp:style>
    </dsp:sp>
    <dsp:sp modelId="{5F93AB3A-14DA-436B-9194-C42AF3EA4AB8}">
      <dsp:nvSpPr>
        <dsp:cNvPr id="0" name=""/>
        <dsp:cNvSpPr/>
      </dsp:nvSpPr>
      <dsp:spPr>
        <a:xfrm>
          <a:off x="378875" y="4664564"/>
          <a:ext cx="8024429" cy="490836"/>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89601" tIns="50800" rIns="50800" bIns="50800" numCol="1" spcCol="1270" anchor="ctr" anchorCtr="0">
          <a:noAutofit/>
        </a:bodyPr>
        <a:lstStyle/>
        <a:p>
          <a:pPr marL="0" lvl="0" indent="0" algn="l" defTabSz="889000">
            <a:lnSpc>
              <a:spcPct val="90000"/>
            </a:lnSpc>
            <a:spcBef>
              <a:spcPct val="0"/>
            </a:spcBef>
            <a:spcAft>
              <a:spcPct val="35000"/>
            </a:spcAft>
            <a:buNone/>
          </a:pPr>
          <a:r>
            <a:rPr lang="en-IN" sz="2000" kern="1200" dirty="0">
              <a:latin typeface="Times New Roman" panose="02020603050405020304" pitchFamily="18" charset="0"/>
              <a:cs typeface="Times New Roman" panose="02020603050405020304" pitchFamily="18" charset="0"/>
            </a:rPr>
            <a:t>Observer Pattern</a:t>
          </a:r>
        </a:p>
      </dsp:txBody>
      <dsp:txXfrm>
        <a:off x="378875" y="4664564"/>
        <a:ext cx="8024429" cy="490836"/>
      </dsp:txXfrm>
    </dsp:sp>
    <dsp:sp modelId="{85628810-FA91-46B4-85FF-6303657FDB73}">
      <dsp:nvSpPr>
        <dsp:cNvPr id="0" name=""/>
        <dsp:cNvSpPr/>
      </dsp:nvSpPr>
      <dsp:spPr>
        <a:xfrm>
          <a:off x="72102" y="4603210"/>
          <a:ext cx="613545" cy="613545"/>
        </a:xfrm>
        <a:prstGeom prst="ellipse">
          <a:avLst/>
        </a:prstGeom>
        <a:solidFill>
          <a:schemeClr val="lt1">
            <a:hueOff val="0"/>
            <a:satOff val="0"/>
            <a:lumOff val="0"/>
            <a:alphaOff val="0"/>
          </a:schemeClr>
        </a:soli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z="152400" extrusionH="63500" prstMaterial="dkEdge">
          <a:bevelT w="120800" h="19050" prst="relaxedInset"/>
          <a:contourClr>
            <a:schemeClr val="bg1"/>
          </a:contourClr>
        </a:sp3d>
      </dsp:spPr>
      <dsp:style>
        <a:lnRef idx="1">
          <a:scrgbClr r="0" g="0" b="0"/>
        </a:lnRef>
        <a:fillRef idx="1">
          <a:scrgbClr r="0" g="0" b="0"/>
        </a:fillRef>
        <a:effectRef idx="2">
          <a:scrgbClr r="0" g="0" b="0"/>
        </a:effectRef>
        <a:fontRef idx="minor"/>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71294A-09C9-4D6E-A130-C7FC41E1332C}">
      <dsp:nvSpPr>
        <dsp:cNvPr id="0" name=""/>
        <dsp:cNvSpPr/>
      </dsp:nvSpPr>
      <dsp:spPr>
        <a:xfrm>
          <a:off x="-6106910" y="-934359"/>
          <a:ext cx="7269645" cy="7269645"/>
        </a:xfrm>
        <a:prstGeom prst="blockArc">
          <a:avLst>
            <a:gd name="adj1" fmla="val 18900000"/>
            <a:gd name="adj2" fmla="val 2700000"/>
            <a:gd name="adj3" fmla="val 297"/>
          </a:avLst>
        </a:prstGeom>
        <a:noFill/>
        <a:ln w="25400" cap="flat" cmpd="sng" algn="ctr">
          <a:solidFill>
            <a:schemeClr val="accent2">
              <a:shade val="60000"/>
              <a:hueOff val="0"/>
              <a:satOff val="0"/>
              <a:lumOff val="0"/>
              <a:alphaOff val="0"/>
            </a:schemeClr>
          </a:solidFill>
          <a:prstDash val="solid"/>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4041A3B1-6B30-436F-A39A-8B3629193EF9}">
      <dsp:nvSpPr>
        <dsp:cNvPr id="0" name=""/>
        <dsp:cNvSpPr/>
      </dsp:nvSpPr>
      <dsp:spPr>
        <a:xfrm>
          <a:off x="508078" y="337449"/>
          <a:ext cx="7891026" cy="675331"/>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36045" tIns="50800" rIns="50800" bIns="50800" numCol="1" spcCol="1270" anchor="ctr" anchorCtr="0">
          <a:noAutofit/>
        </a:bodyPr>
        <a:lstStyle/>
        <a:p>
          <a:pPr marL="0" lvl="0" indent="0" algn="l"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Behavioral Patterns Part: III - State Patterns</a:t>
          </a:r>
          <a:endParaRPr lang="en-IN" sz="2000" kern="1200" dirty="0">
            <a:latin typeface="Times New Roman" panose="02020603050405020304" pitchFamily="18" charset="0"/>
            <a:cs typeface="Times New Roman" panose="02020603050405020304" pitchFamily="18" charset="0"/>
          </a:endParaRPr>
        </a:p>
      </dsp:txBody>
      <dsp:txXfrm>
        <a:off x="508078" y="337449"/>
        <a:ext cx="7891026" cy="675331"/>
      </dsp:txXfrm>
    </dsp:sp>
    <dsp:sp modelId="{9FCCB15F-E614-45FB-AAB4-FA0E60A55E2E}">
      <dsp:nvSpPr>
        <dsp:cNvPr id="0" name=""/>
        <dsp:cNvSpPr/>
      </dsp:nvSpPr>
      <dsp:spPr>
        <a:xfrm>
          <a:off x="85995" y="253033"/>
          <a:ext cx="844164" cy="844164"/>
        </a:xfrm>
        <a:prstGeom prst="ellipse">
          <a:avLst/>
        </a:prstGeom>
        <a:solidFill>
          <a:schemeClr val="lt1">
            <a:hueOff val="0"/>
            <a:satOff val="0"/>
            <a:lumOff val="0"/>
            <a:alphaOff val="0"/>
          </a:schemeClr>
        </a:soli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z="152400" extrusionH="63500" prstMaterial="dkEdge">
          <a:bevelT w="120800" h="19050" prst="relaxedInset"/>
          <a:contourClr>
            <a:schemeClr val="bg1"/>
          </a:contourClr>
        </a:sp3d>
      </dsp:spPr>
      <dsp:style>
        <a:lnRef idx="1">
          <a:scrgbClr r="0" g="0" b="0"/>
        </a:lnRef>
        <a:fillRef idx="1">
          <a:scrgbClr r="0" g="0" b="0"/>
        </a:fillRef>
        <a:effectRef idx="2">
          <a:scrgbClr r="0" g="0" b="0"/>
        </a:effectRef>
        <a:fontRef idx="minor"/>
      </dsp:style>
    </dsp:sp>
    <dsp:sp modelId="{8D53FA69-9384-4A65-9682-35F59C9334E2}">
      <dsp:nvSpPr>
        <dsp:cNvPr id="0" name=""/>
        <dsp:cNvSpPr/>
      </dsp:nvSpPr>
      <dsp:spPr>
        <a:xfrm>
          <a:off x="992001" y="1350123"/>
          <a:ext cx="7407103" cy="675331"/>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36045" tIns="50800" rIns="50800" bIns="50800" numCol="1" spcCol="1270" anchor="ctr" anchorCtr="0">
          <a:noAutofit/>
        </a:bodyPr>
        <a:lstStyle/>
        <a:p>
          <a:pPr marL="0" lvl="0" indent="0" algn="l"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Strategy</a:t>
          </a:r>
          <a:endParaRPr lang="en-IN" sz="2000" kern="1200" dirty="0">
            <a:latin typeface="Times New Roman" panose="02020603050405020304" pitchFamily="18" charset="0"/>
            <a:cs typeface="Times New Roman" panose="02020603050405020304" pitchFamily="18" charset="0"/>
          </a:endParaRPr>
        </a:p>
      </dsp:txBody>
      <dsp:txXfrm>
        <a:off x="992001" y="1350123"/>
        <a:ext cx="7407103" cy="675331"/>
      </dsp:txXfrm>
    </dsp:sp>
    <dsp:sp modelId="{E8C35F67-A6D9-4045-B694-55E420D504CE}">
      <dsp:nvSpPr>
        <dsp:cNvPr id="0" name=""/>
        <dsp:cNvSpPr/>
      </dsp:nvSpPr>
      <dsp:spPr>
        <a:xfrm>
          <a:off x="569919" y="1265707"/>
          <a:ext cx="844164" cy="844164"/>
        </a:xfrm>
        <a:prstGeom prst="ellipse">
          <a:avLst/>
        </a:prstGeom>
        <a:solidFill>
          <a:schemeClr val="lt1">
            <a:hueOff val="0"/>
            <a:satOff val="0"/>
            <a:lumOff val="0"/>
            <a:alphaOff val="0"/>
          </a:schemeClr>
        </a:soli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z="152400" extrusionH="63500" prstMaterial="dkEdge">
          <a:bevelT w="120800" h="19050" prst="relaxedInset"/>
          <a:contourClr>
            <a:schemeClr val="bg1"/>
          </a:contourClr>
        </a:sp3d>
      </dsp:spPr>
      <dsp:style>
        <a:lnRef idx="1">
          <a:scrgbClr r="0" g="0" b="0"/>
        </a:lnRef>
        <a:fillRef idx="1">
          <a:scrgbClr r="0" g="0" b="0"/>
        </a:fillRef>
        <a:effectRef idx="2">
          <a:scrgbClr r="0" g="0" b="0"/>
        </a:effectRef>
        <a:fontRef idx="minor"/>
      </dsp:style>
    </dsp:sp>
    <dsp:sp modelId="{DCA0AAE5-F292-44A2-8ED6-2F808462B4CC}">
      <dsp:nvSpPr>
        <dsp:cNvPr id="0" name=""/>
        <dsp:cNvSpPr/>
      </dsp:nvSpPr>
      <dsp:spPr>
        <a:xfrm>
          <a:off x="1140526" y="2362797"/>
          <a:ext cx="7258578" cy="675331"/>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36045" tIns="50800" rIns="50800" bIns="50800" numCol="1" spcCol="1270" anchor="ctr" anchorCtr="0">
          <a:noAutofit/>
        </a:bodyPr>
        <a:lstStyle/>
        <a:p>
          <a:pPr marL="0" lvl="0" indent="0" algn="l"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Template Patterns</a:t>
          </a:r>
          <a:endParaRPr lang="en-IN" sz="2000" kern="1200" dirty="0">
            <a:latin typeface="Times New Roman" panose="02020603050405020304" pitchFamily="18" charset="0"/>
            <a:cs typeface="Times New Roman" panose="02020603050405020304" pitchFamily="18" charset="0"/>
          </a:endParaRPr>
        </a:p>
      </dsp:txBody>
      <dsp:txXfrm>
        <a:off x="1140526" y="2362797"/>
        <a:ext cx="7258578" cy="675331"/>
      </dsp:txXfrm>
    </dsp:sp>
    <dsp:sp modelId="{0283E900-9495-4459-8BF9-C23466668FD6}">
      <dsp:nvSpPr>
        <dsp:cNvPr id="0" name=""/>
        <dsp:cNvSpPr/>
      </dsp:nvSpPr>
      <dsp:spPr>
        <a:xfrm>
          <a:off x="718444" y="2278381"/>
          <a:ext cx="844164" cy="844164"/>
        </a:xfrm>
        <a:prstGeom prst="ellipse">
          <a:avLst/>
        </a:prstGeom>
        <a:solidFill>
          <a:schemeClr val="lt1">
            <a:hueOff val="0"/>
            <a:satOff val="0"/>
            <a:lumOff val="0"/>
            <a:alphaOff val="0"/>
          </a:schemeClr>
        </a:soli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z="152400" extrusionH="63500" prstMaterial="dkEdge">
          <a:bevelT w="120800" h="19050" prst="relaxedInset"/>
          <a:contourClr>
            <a:schemeClr val="bg1"/>
          </a:contourClr>
        </a:sp3d>
      </dsp:spPr>
      <dsp:style>
        <a:lnRef idx="1">
          <a:scrgbClr r="0" g="0" b="0"/>
        </a:lnRef>
        <a:fillRef idx="1">
          <a:scrgbClr r="0" g="0" b="0"/>
        </a:fillRef>
        <a:effectRef idx="2">
          <a:scrgbClr r="0" g="0" b="0"/>
        </a:effectRef>
        <a:fontRef idx="minor"/>
      </dsp:style>
    </dsp:sp>
    <dsp:sp modelId="{F4543FD8-0D05-4148-8747-0C5DEE0854A0}">
      <dsp:nvSpPr>
        <dsp:cNvPr id="0" name=""/>
        <dsp:cNvSpPr/>
      </dsp:nvSpPr>
      <dsp:spPr>
        <a:xfrm>
          <a:off x="992001" y="3375471"/>
          <a:ext cx="7407103" cy="675331"/>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36045" tIns="50800" rIns="50800" bIns="50800" numCol="1" spcCol="1270" anchor="ctr" anchorCtr="0">
          <a:noAutofit/>
        </a:bodyPr>
        <a:lstStyle/>
        <a:p>
          <a:pPr marL="0" lvl="0" indent="0" algn="l"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Visitor</a:t>
          </a:r>
          <a:endParaRPr lang="en-IN" sz="2000" kern="1200" dirty="0">
            <a:latin typeface="Times New Roman" panose="02020603050405020304" pitchFamily="18" charset="0"/>
            <a:cs typeface="Times New Roman" panose="02020603050405020304" pitchFamily="18" charset="0"/>
          </a:endParaRPr>
        </a:p>
      </dsp:txBody>
      <dsp:txXfrm>
        <a:off x="992001" y="3375471"/>
        <a:ext cx="7407103" cy="675331"/>
      </dsp:txXfrm>
    </dsp:sp>
    <dsp:sp modelId="{7585D5F1-6E55-4E5F-984F-0324E7B5D61F}">
      <dsp:nvSpPr>
        <dsp:cNvPr id="0" name=""/>
        <dsp:cNvSpPr/>
      </dsp:nvSpPr>
      <dsp:spPr>
        <a:xfrm>
          <a:off x="569919" y="3291054"/>
          <a:ext cx="844164" cy="844164"/>
        </a:xfrm>
        <a:prstGeom prst="ellipse">
          <a:avLst/>
        </a:prstGeom>
        <a:solidFill>
          <a:schemeClr val="lt1">
            <a:hueOff val="0"/>
            <a:satOff val="0"/>
            <a:lumOff val="0"/>
            <a:alphaOff val="0"/>
          </a:schemeClr>
        </a:soli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z="152400" extrusionH="63500" prstMaterial="dkEdge">
          <a:bevelT w="120800" h="19050" prst="relaxedInset"/>
          <a:contourClr>
            <a:schemeClr val="bg1"/>
          </a:contourClr>
        </a:sp3d>
      </dsp:spPr>
      <dsp:style>
        <a:lnRef idx="1">
          <a:scrgbClr r="0" g="0" b="0"/>
        </a:lnRef>
        <a:fillRef idx="1">
          <a:scrgbClr r="0" g="0" b="0"/>
        </a:fillRef>
        <a:effectRef idx="2">
          <a:scrgbClr r="0" g="0" b="0"/>
        </a:effectRef>
        <a:fontRef idx="minor"/>
      </dsp:style>
    </dsp:sp>
    <dsp:sp modelId="{1448753A-C16D-4185-A730-D4DEDA902FEE}">
      <dsp:nvSpPr>
        <dsp:cNvPr id="0" name=""/>
        <dsp:cNvSpPr/>
      </dsp:nvSpPr>
      <dsp:spPr>
        <a:xfrm>
          <a:off x="517942" y="4388145"/>
          <a:ext cx="7891026" cy="675331"/>
        </a:xfrm>
        <a:prstGeom prst="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36045" tIns="50800" rIns="50800" bIns="50800" numCol="1" spcCol="1270" anchor="ctr" anchorCtr="0">
          <a:noAutofit/>
        </a:bodyPr>
        <a:lstStyle/>
        <a:p>
          <a:pPr marL="0" lvl="0" indent="0" algn="l"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Expectation from Design Patterns</a:t>
          </a:r>
          <a:endParaRPr lang="en-IN" sz="2000" kern="1200" dirty="0">
            <a:latin typeface="Times New Roman" panose="02020603050405020304" pitchFamily="18" charset="0"/>
            <a:cs typeface="Times New Roman" panose="02020603050405020304" pitchFamily="18" charset="0"/>
          </a:endParaRPr>
        </a:p>
      </dsp:txBody>
      <dsp:txXfrm>
        <a:off x="517942" y="4388145"/>
        <a:ext cx="7891026" cy="675331"/>
      </dsp:txXfrm>
    </dsp:sp>
    <dsp:sp modelId="{4A818014-1F36-4D56-BF5A-00D7842B61A2}">
      <dsp:nvSpPr>
        <dsp:cNvPr id="0" name=""/>
        <dsp:cNvSpPr/>
      </dsp:nvSpPr>
      <dsp:spPr>
        <a:xfrm>
          <a:off x="85995" y="4303728"/>
          <a:ext cx="844164" cy="844164"/>
        </a:xfrm>
        <a:prstGeom prst="ellipse">
          <a:avLst/>
        </a:prstGeom>
        <a:solidFill>
          <a:schemeClr val="lt1">
            <a:hueOff val="0"/>
            <a:satOff val="0"/>
            <a:lumOff val="0"/>
            <a:alphaOff val="0"/>
          </a:schemeClr>
        </a:soli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z="152400" extrusionH="63500" prstMaterial="dkEdge">
          <a:bevelT w="120800" h="19050" prst="relaxedInset"/>
          <a:contourClr>
            <a:schemeClr val="bg1"/>
          </a:contourClr>
        </a:sp3d>
      </dsp:spPr>
      <dsp:style>
        <a:lnRef idx="1">
          <a:scrgbClr r="0" g="0" b="0"/>
        </a:lnRef>
        <a:fillRef idx="1">
          <a:scrgbClr r="0" g="0" b="0"/>
        </a:fillRef>
        <a:effectRef idx="2">
          <a:scrgbClr r="0" g="0" b="0"/>
        </a:effectRef>
        <a:fontRef idx="minor"/>
      </dsp:style>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018F1C8-632D-4593-8386-DC1BDD77A6F3}">
      <dsp:nvSpPr>
        <dsp:cNvPr id="0" name=""/>
        <dsp:cNvSpPr/>
      </dsp:nvSpPr>
      <dsp:spPr>
        <a:xfrm>
          <a:off x="0" y="176"/>
          <a:ext cx="6172199" cy="522866"/>
        </a:xfrm>
        <a:prstGeom prst="roundRect">
          <a:avLst/>
        </a:prstGeom>
        <a:solidFill>
          <a:schemeClr val="accent6">
            <a:lumMod val="7500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t>In this semester, the students will </a:t>
          </a:r>
          <a:endParaRPr lang="en-IN" sz="2800" kern="1200" dirty="0"/>
        </a:p>
      </dsp:txBody>
      <dsp:txXfrm>
        <a:off x="25524" y="25700"/>
        <a:ext cx="6121151" cy="471818"/>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0E7BA34-FA84-45EB-89F5-AA12E2797A41}">
      <dsp:nvSpPr>
        <dsp:cNvPr id="0" name=""/>
        <dsp:cNvSpPr/>
      </dsp:nvSpPr>
      <dsp:spPr>
        <a:xfrm>
          <a:off x="0" y="594"/>
          <a:ext cx="10134600" cy="881459"/>
        </a:xfrm>
        <a:prstGeom prst="roundRect">
          <a:avLst/>
        </a:prstGeom>
        <a:solidFill>
          <a:schemeClr val="accent6">
            <a:lumMod val="60000"/>
            <a:lumOff val="40000"/>
          </a:schemeClr>
        </a:soli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Study how to </a:t>
          </a:r>
          <a:r>
            <a:rPr lang="en-US" sz="2400" b="0" i="0" kern="1200" dirty="0"/>
            <a:t>shows relationships and interactions between classes or objects.</a:t>
          </a:r>
          <a:r>
            <a:rPr lang="en-US" sz="2800" kern="1200" dirty="0"/>
            <a:t>.</a:t>
          </a:r>
          <a:endParaRPr lang="en-IN" sz="2800" kern="1200" dirty="0"/>
        </a:p>
      </dsp:txBody>
      <dsp:txXfrm>
        <a:off x="43029" y="43623"/>
        <a:ext cx="10048542" cy="795401"/>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3ADADF-1651-46C2-846B-A7F79BFA24CF}">
      <dsp:nvSpPr>
        <dsp:cNvPr id="0" name=""/>
        <dsp:cNvSpPr/>
      </dsp:nvSpPr>
      <dsp:spPr>
        <a:xfrm>
          <a:off x="0" y="328"/>
          <a:ext cx="10134600" cy="953778"/>
        </a:xfrm>
        <a:prstGeom prst="roundRect">
          <a:avLst/>
        </a:prstGeom>
        <a:solidFill>
          <a:schemeClr val="accent6">
            <a:lumMod val="60000"/>
            <a:lumOff val="40000"/>
          </a:schemeClr>
        </a:solidFill>
        <a:ln>
          <a:solidFill>
            <a:schemeClr val="accent6">
              <a:lumMod val="40000"/>
              <a:lumOff val="60000"/>
            </a:schemeClr>
          </a:solid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Study to </a:t>
          </a:r>
          <a:r>
            <a:rPr lang="en-US" sz="2400" b="0" i="0" kern="1200" dirty="0"/>
            <a:t>speed up the development process by providing well-tested, proven development/design paradigms. </a:t>
          </a:r>
          <a:endParaRPr lang="en-IN" sz="2400" kern="1200" dirty="0"/>
        </a:p>
      </dsp:txBody>
      <dsp:txXfrm>
        <a:off x="46560" y="46888"/>
        <a:ext cx="10041480" cy="860658"/>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4DF58AF-4B5A-40D5-876B-C773221F443C}">
      <dsp:nvSpPr>
        <dsp:cNvPr id="0" name=""/>
        <dsp:cNvSpPr/>
      </dsp:nvSpPr>
      <dsp:spPr>
        <a:xfrm>
          <a:off x="0" y="513513"/>
          <a:ext cx="10165080" cy="730615"/>
        </a:xfrm>
        <a:prstGeom prst="roundRect">
          <a:avLst/>
        </a:prstGeom>
        <a:solidFill>
          <a:schemeClr val="accent6">
            <a:lumMod val="60000"/>
            <a:lumOff val="40000"/>
          </a:schemeClr>
        </a:soli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0" i="0" kern="1200" dirty="0"/>
            <a:t>Select a specific design pattern for the solution of a given design problem.</a:t>
          </a:r>
          <a:endParaRPr lang="en-IN" sz="2400" kern="1200" dirty="0"/>
        </a:p>
      </dsp:txBody>
      <dsp:txXfrm>
        <a:off x="35666" y="549179"/>
        <a:ext cx="10093748" cy="659283"/>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16B7FBA-CAF3-4274-AEB4-00729BD1494C}">
      <dsp:nvSpPr>
        <dsp:cNvPr id="0" name=""/>
        <dsp:cNvSpPr/>
      </dsp:nvSpPr>
      <dsp:spPr>
        <a:xfrm>
          <a:off x="0" y="259"/>
          <a:ext cx="10165080" cy="1184460"/>
        </a:xfrm>
        <a:prstGeom prst="roundRect">
          <a:avLst/>
        </a:prstGeom>
        <a:solidFill>
          <a:schemeClr val="accent6">
            <a:lumMod val="60000"/>
            <a:lumOff val="40000"/>
          </a:schemeClr>
        </a:soli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0" i="0" kern="1200" dirty="0"/>
            <a:t>Create a catalogue entry for a simple design pattern whose purpose and application is understood.</a:t>
          </a:r>
          <a:endParaRPr lang="en-IN" sz="2800" kern="1200" dirty="0"/>
        </a:p>
      </dsp:txBody>
      <dsp:txXfrm>
        <a:off x="57821" y="58080"/>
        <a:ext cx="10049438" cy="1068818"/>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898B381-A99B-40FA-B837-D80DC4A60493}">
      <dsp:nvSpPr>
        <dsp:cNvPr id="0" name=""/>
        <dsp:cNvSpPr/>
      </dsp:nvSpPr>
      <dsp:spPr>
        <a:xfrm>
          <a:off x="0" y="43766"/>
          <a:ext cx="9601200" cy="598264"/>
        </a:xfrm>
        <a:prstGeom prst="roundRect">
          <a:avLst/>
        </a:prstGeom>
        <a:solidFill>
          <a:schemeClr val="accent6">
            <a:lumMod val="75000"/>
          </a:schemeClr>
        </a:soli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b="1" kern="1200" dirty="0"/>
            <a:t>At the end of course, the student  will be able to</a:t>
          </a:r>
          <a:r>
            <a:rPr lang="en-US" sz="2800" kern="1200" dirty="0"/>
            <a:t>:</a:t>
          </a:r>
          <a:endParaRPr lang="en-IN" sz="2800" kern="1200" dirty="0"/>
        </a:p>
      </dsp:txBody>
      <dsp:txXfrm>
        <a:off x="29205" y="72971"/>
        <a:ext cx="9542790" cy="539854"/>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DD9097-4AFF-4D2E-9357-46583571353B}">
      <dsp:nvSpPr>
        <dsp:cNvPr id="0" name=""/>
        <dsp:cNvSpPr/>
      </dsp:nvSpPr>
      <dsp:spPr>
        <a:xfrm>
          <a:off x="0" y="135"/>
          <a:ext cx="9601200" cy="671580"/>
        </a:xfrm>
        <a:prstGeom prst="roundRect">
          <a:avLst/>
        </a:prstGeom>
        <a:solidFill>
          <a:schemeClr val="accent3"/>
        </a:soli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IN" sz="2800" b="1" kern="1200" dirty="0">
              <a:solidFill>
                <a:schemeClr val="tx1"/>
              </a:solidFill>
            </a:rPr>
            <a:t>CO1 : Construct a design consisting of collection of modules.</a:t>
          </a:r>
          <a:endParaRPr lang="en-IN" sz="2800" kern="1200" dirty="0">
            <a:solidFill>
              <a:schemeClr val="tx1"/>
            </a:solidFill>
          </a:endParaRPr>
        </a:p>
      </dsp:txBody>
      <dsp:txXfrm>
        <a:off x="32784" y="32919"/>
        <a:ext cx="9535632" cy="606012"/>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5036F8-A246-4E6A-8921-20C367BBB964}">
      <dsp:nvSpPr>
        <dsp:cNvPr id="0" name=""/>
        <dsp:cNvSpPr/>
      </dsp:nvSpPr>
      <dsp:spPr>
        <a:xfrm>
          <a:off x="0" y="24120"/>
          <a:ext cx="9601200" cy="623610"/>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b="1" kern="1200" dirty="0"/>
            <a:t>CO2 : Exploit well known design pattern such as Factory, visitor etc.</a:t>
          </a:r>
          <a:endParaRPr lang="en-IN" sz="2600" kern="1200" dirty="0"/>
        </a:p>
      </dsp:txBody>
      <dsp:txXfrm>
        <a:off x="30442" y="54562"/>
        <a:ext cx="9540316" cy="562726"/>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029958-E145-4D8C-B815-F42AE9B5E6DF}">
      <dsp:nvSpPr>
        <dsp:cNvPr id="0" name=""/>
        <dsp:cNvSpPr/>
      </dsp:nvSpPr>
      <dsp:spPr>
        <a:xfrm>
          <a:off x="0" y="23995"/>
          <a:ext cx="9601200" cy="623610"/>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IN" sz="2600" b="1" kern="1200" dirty="0"/>
            <a:t>CO3 : Distinguish between different categories of design patterns.</a:t>
          </a:r>
          <a:endParaRPr lang="en-IN" sz="2600" kern="1200" dirty="0"/>
        </a:p>
      </dsp:txBody>
      <dsp:txXfrm>
        <a:off x="30442" y="54437"/>
        <a:ext cx="9540316" cy="562726"/>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692D58-280A-4A5B-8ABB-4AA8C3D0C486}">
      <dsp:nvSpPr>
        <dsp:cNvPr id="0" name=""/>
        <dsp:cNvSpPr/>
      </dsp:nvSpPr>
      <dsp:spPr>
        <a:xfrm>
          <a:off x="0" y="36113"/>
          <a:ext cx="9601201" cy="599625"/>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kern="1200" dirty="0"/>
            <a:t>CO4 : Ability to common design pattern for incremental development.</a:t>
          </a:r>
          <a:endParaRPr lang="en-IN" sz="2500" kern="1200" dirty="0"/>
        </a:p>
      </dsp:txBody>
      <dsp:txXfrm>
        <a:off x="29271" y="65384"/>
        <a:ext cx="9542659" cy="541083"/>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ED7F0D-5C80-4479-905C-E79E88227593}">
      <dsp:nvSpPr>
        <dsp:cNvPr id="0" name=""/>
        <dsp:cNvSpPr/>
      </dsp:nvSpPr>
      <dsp:spPr>
        <a:xfrm>
          <a:off x="0" y="191967"/>
          <a:ext cx="9601200" cy="1217286"/>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IN" sz="2500" b="1" kern="1200" dirty="0"/>
            <a:t>CO5 : Identify appropriate design pattern for a given problem and design the software using pattern oriented architecture.</a:t>
          </a:r>
          <a:endParaRPr lang="en-IN" sz="2500" kern="1200" dirty="0"/>
        </a:p>
      </dsp:txBody>
      <dsp:txXfrm>
        <a:off x="59423" y="251390"/>
        <a:ext cx="9482354" cy="1098440"/>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898B381-A99B-40FA-B837-D80DC4A60493}">
      <dsp:nvSpPr>
        <dsp:cNvPr id="0" name=""/>
        <dsp:cNvSpPr/>
      </dsp:nvSpPr>
      <dsp:spPr>
        <a:xfrm>
          <a:off x="0" y="334"/>
          <a:ext cx="7620000" cy="685128"/>
        </a:xfrm>
        <a:prstGeom prst="roundRect">
          <a:avLst/>
        </a:prstGeom>
        <a:solidFill>
          <a:schemeClr val="accent6">
            <a:lumMod val="75000"/>
          </a:schemeClr>
        </a:soli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kern="1200" dirty="0"/>
            <a:t>Engineering Graduates will be able to</a:t>
          </a:r>
          <a:r>
            <a:rPr lang="en-US" sz="2800" kern="1200" dirty="0"/>
            <a:t>:</a:t>
          </a:r>
          <a:endParaRPr lang="en-IN" sz="2800" kern="1200" dirty="0"/>
        </a:p>
      </dsp:txBody>
      <dsp:txXfrm>
        <a:off x="33445" y="33779"/>
        <a:ext cx="7553110" cy="618238"/>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DD9097-4AFF-4D2E-9357-46583571353B}">
      <dsp:nvSpPr>
        <dsp:cNvPr id="0" name=""/>
        <dsp:cNvSpPr/>
      </dsp:nvSpPr>
      <dsp:spPr>
        <a:xfrm>
          <a:off x="0" y="135"/>
          <a:ext cx="7620000" cy="671580"/>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IN" sz="2800" b="1" kern="1200" dirty="0"/>
            <a:t>PO1 : </a:t>
          </a:r>
          <a:r>
            <a:rPr lang="en-US" sz="2800" b="1" kern="1200" dirty="0"/>
            <a:t>Engineering Knowledge</a:t>
          </a:r>
          <a:endParaRPr lang="en-IN" sz="2800" kern="1200" dirty="0"/>
        </a:p>
      </dsp:txBody>
      <dsp:txXfrm>
        <a:off x="32784" y="32919"/>
        <a:ext cx="7554432" cy="606012"/>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5036F8-A246-4E6A-8921-20C367BBB964}">
      <dsp:nvSpPr>
        <dsp:cNvPr id="0" name=""/>
        <dsp:cNvSpPr/>
      </dsp:nvSpPr>
      <dsp:spPr>
        <a:xfrm>
          <a:off x="0" y="135"/>
          <a:ext cx="7620000" cy="671580"/>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kern="1200" dirty="0"/>
            <a:t>PO2 : Problem Analysis</a:t>
          </a:r>
          <a:endParaRPr lang="en-IN" sz="2800" kern="1200" dirty="0"/>
        </a:p>
      </dsp:txBody>
      <dsp:txXfrm>
        <a:off x="32784" y="32919"/>
        <a:ext cx="7554432" cy="606012"/>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029958-E145-4D8C-B815-F42AE9B5E6DF}">
      <dsp:nvSpPr>
        <dsp:cNvPr id="0" name=""/>
        <dsp:cNvSpPr/>
      </dsp:nvSpPr>
      <dsp:spPr>
        <a:xfrm>
          <a:off x="0" y="135"/>
          <a:ext cx="7620000" cy="671580"/>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IN" sz="2800" b="1" kern="1200" dirty="0"/>
            <a:t>PO3 : </a:t>
          </a:r>
          <a:r>
            <a:rPr lang="en-US" sz="2800" b="1" kern="1200" dirty="0"/>
            <a:t>Design/Development of solutions</a:t>
          </a:r>
          <a:endParaRPr lang="en-IN" sz="2800" kern="1200" dirty="0"/>
        </a:p>
      </dsp:txBody>
      <dsp:txXfrm>
        <a:off x="32784" y="32919"/>
        <a:ext cx="7554432" cy="606012"/>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692D58-280A-4A5B-8ABB-4AA8C3D0C486}">
      <dsp:nvSpPr>
        <dsp:cNvPr id="0" name=""/>
        <dsp:cNvSpPr/>
      </dsp:nvSpPr>
      <dsp:spPr>
        <a:xfrm>
          <a:off x="0" y="12128"/>
          <a:ext cx="7619999" cy="647595"/>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b="1" kern="1200" dirty="0"/>
            <a:t>PO4 : Conduct Investigations of complex problems</a:t>
          </a:r>
          <a:endParaRPr lang="en-IN" sz="2700" kern="1200" dirty="0"/>
        </a:p>
      </dsp:txBody>
      <dsp:txXfrm>
        <a:off x="31613" y="43741"/>
        <a:ext cx="7556773" cy="584369"/>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ED7F0D-5C80-4479-905C-E79E88227593}">
      <dsp:nvSpPr>
        <dsp:cNvPr id="0" name=""/>
        <dsp:cNvSpPr/>
      </dsp:nvSpPr>
      <dsp:spPr>
        <a:xfrm>
          <a:off x="0" y="270"/>
          <a:ext cx="7620000" cy="671580"/>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IN" sz="2800" b="1" kern="1200" dirty="0"/>
            <a:t>PO5 : </a:t>
          </a:r>
          <a:r>
            <a:rPr lang="en-US" sz="2800" b="1" kern="1200" dirty="0"/>
            <a:t>Modern tool usage</a:t>
          </a:r>
          <a:endParaRPr lang="en-IN" sz="2800" kern="1200" dirty="0"/>
        </a:p>
      </dsp:txBody>
      <dsp:txXfrm>
        <a:off x="32784" y="33054"/>
        <a:ext cx="7554432" cy="606012"/>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C17462-A62E-4245-BFD1-F10DCB528333}">
      <dsp:nvSpPr>
        <dsp:cNvPr id="0" name=""/>
        <dsp:cNvSpPr/>
      </dsp:nvSpPr>
      <dsp:spPr>
        <a:xfrm>
          <a:off x="0" y="656"/>
          <a:ext cx="7620000" cy="671194"/>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kern="1200" dirty="0"/>
            <a:t>PO6 : The engineer and society</a:t>
          </a:r>
          <a:endParaRPr lang="en-IN" sz="2800" kern="1200" dirty="0"/>
        </a:p>
      </dsp:txBody>
      <dsp:txXfrm>
        <a:off x="32765" y="33421"/>
        <a:ext cx="7554470" cy="605664"/>
      </dsp:txXfrm>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898B381-A99B-40FA-B837-D80DC4A60493}">
      <dsp:nvSpPr>
        <dsp:cNvPr id="0" name=""/>
        <dsp:cNvSpPr/>
      </dsp:nvSpPr>
      <dsp:spPr>
        <a:xfrm>
          <a:off x="0" y="334"/>
          <a:ext cx="7620000" cy="685128"/>
        </a:xfrm>
        <a:prstGeom prst="roundRect">
          <a:avLst/>
        </a:prstGeom>
        <a:solidFill>
          <a:schemeClr val="accent6">
            <a:lumMod val="75000"/>
          </a:schemeClr>
        </a:soli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kern="1200" dirty="0"/>
            <a:t>Engineering Graduates will be able to</a:t>
          </a:r>
          <a:r>
            <a:rPr lang="en-US" sz="2800" kern="1200" dirty="0"/>
            <a:t>:</a:t>
          </a:r>
          <a:endParaRPr lang="en-IN" sz="2800" kern="1200" dirty="0"/>
        </a:p>
      </dsp:txBody>
      <dsp:txXfrm>
        <a:off x="33445" y="33779"/>
        <a:ext cx="7553110" cy="618238"/>
      </dsp:txXfrm>
    </dsp:sp>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DD9097-4AFF-4D2E-9357-46583571353B}">
      <dsp:nvSpPr>
        <dsp:cNvPr id="0" name=""/>
        <dsp:cNvSpPr/>
      </dsp:nvSpPr>
      <dsp:spPr>
        <a:xfrm>
          <a:off x="0" y="135"/>
          <a:ext cx="7620000" cy="671580"/>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IN" sz="2800" b="1" kern="1200" dirty="0">
              <a:latin typeface="+mj-lt"/>
            </a:rPr>
            <a:t>PO7 : </a:t>
          </a:r>
          <a:r>
            <a:rPr lang="en-US" sz="2800" b="1" kern="1200" dirty="0">
              <a:latin typeface="+mj-lt"/>
              <a:ea typeface="Calibri" panose="020F0502020204030204" pitchFamily="34" charset="0"/>
            </a:rPr>
            <a:t>Environment and sustainability</a:t>
          </a:r>
          <a:endParaRPr lang="en-IN" sz="2800" kern="1200" dirty="0"/>
        </a:p>
      </dsp:txBody>
      <dsp:txXfrm>
        <a:off x="32784" y="32919"/>
        <a:ext cx="7554432" cy="606012"/>
      </dsp:txXfrm>
    </dsp:sp>
  </dsp:spTree>
</dsp:drawing>
</file>

<file path=ppt/diagrams/drawing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5036F8-A246-4E6A-8921-20C367BBB964}">
      <dsp:nvSpPr>
        <dsp:cNvPr id="0" name=""/>
        <dsp:cNvSpPr/>
      </dsp:nvSpPr>
      <dsp:spPr>
        <a:xfrm>
          <a:off x="0" y="135"/>
          <a:ext cx="7620000" cy="671580"/>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kern="1200" dirty="0">
              <a:latin typeface="+mj-lt"/>
              <a:ea typeface="Times New Roman" panose="02020603050405020304" pitchFamily="18" charset="0"/>
              <a:cs typeface="Times New Roman" panose="02020603050405020304" pitchFamily="18" charset="0"/>
            </a:rPr>
            <a:t>PO8 : Ethics</a:t>
          </a:r>
          <a:endParaRPr lang="en-IN" sz="2800" kern="1200" dirty="0"/>
        </a:p>
      </dsp:txBody>
      <dsp:txXfrm>
        <a:off x="32784" y="32919"/>
        <a:ext cx="7554432" cy="606012"/>
      </dsp:txXfrm>
    </dsp:sp>
  </dsp:spTree>
</dsp:drawing>
</file>

<file path=ppt/diagrams/drawing2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029958-E145-4D8C-B815-F42AE9B5E6DF}">
      <dsp:nvSpPr>
        <dsp:cNvPr id="0" name=""/>
        <dsp:cNvSpPr/>
      </dsp:nvSpPr>
      <dsp:spPr>
        <a:xfrm>
          <a:off x="0" y="135"/>
          <a:ext cx="7620000" cy="671580"/>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kern="1200" dirty="0">
              <a:latin typeface="+mj-lt"/>
              <a:ea typeface="Times New Roman" panose="02020603050405020304" pitchFamily="18" charset="0"/>
              <a:cs typeface="Times New Roman" panose="02020603050405020304" pitchFamily="18" charset="0"/>
            </a:rPr>
            <a:t>PO9 : Individual and teamwork</a:t>
          </a:r>
          <a:endParaRPr lang="en-IN" sz="2800" kern="1200" dirty="0"/>
        </a:p>
      </dsp:txBody>
      <dsp:txXfrm>
        <a:off x="32784" y="32919"/>
        <a:ext cx="7554432" cy="606012"/>
      </dsp:txXfrm>
    </dsp:sp>
  </dsp:spTree>
</dsp:drawing>
</file>

<file path=ppt/diagrams/drawing2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692D58-280A-4A5B-8ABB-4AA8C3D0C486}">
      <dsp:nvSpPr>
        <dsp:cNvPr id="0" name=""/>
        <dsp:cNvSpPr/>
      </dsp:nvSpPr>
      <dsp:spPr>
        <a:xfrm>
          <a:off x="0" y="135"/>
          <a:ext cx="7619999" cy="671580"/>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IN" sz="2800" b="1" kern="1200" dirty="0">
              <a:latin typeface="+mj-lt"/>
            </a:rPr>
            <a:t>PO10 : </a:t>
          </a:r>
          <a:r>
            <a:rPr lang="en-US" sz="2800" b="1" kern="1200" dirty="0">
              <a:latin typeface="+mj-lt"/>
              <a:ea typeface="Times New Roman" panose="02020603050405020304" pitchFamily="18" charset="0"/>
              <a:cs typeface="Times New Roman" panose="02020603050405020304" pitchFamily="18" charset="0"/>
            </a:rPr>
            <a:t>Communication</a:t>
          </a:r>
          <a:endParaRPr lang="en-IN" sz="2800" kern="1200" dirty="0"/>
        </a:p>
      </dsp:txBody>
      <dsp:txXfrm>
        <a:off x="32784" y="32919"/>
        <a:ext cx="7554431" cy="606012"/>
      </dsp:txXfrm>
    </dsp:sp>
  </dsp:spTree>
</dsp:drawing>
</file>

<file path=ppt/diagrams/drawing2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ED7F0D-5C80-4479-905C-E79E88227593}">
      <dsp:nvSpPr>
        <dsp:cNvPr id="0" name=""/>
        <dsp:cNvSpPr/>
      </dsp:nvSpPr>
      <dsp:spPr>
        <a:xfrm>
          <a:off x="0" y="270"/>
          <a:ext cx="7620000" cy="671580"/>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kern="1200" dirty="0">
              <a:latin typeface="+mj-lt"/>
              <a:ea typeface="Times New Roman" panose="02020603050405020304" pitchFamily="18" charset="0"/>
              <a:cs typeface="Times New Roman" panose="02020603050405020304" pitchFamily="18" charset="0"/>
            </a:rPr>
            <a:t>PO11 : Project management and finance</a:t>
          </a:r>
          <a:endParaRPr lang="en-IN" sz="2800" kern="1200" dirty="0"/>
        </a:p>
      </dsp:txBody>
      <dsp:txXfrm>
        <a:off x="32784" y="33054"/>
        <a:ext cx="7554432" cy="606012"/>
      </dsp:txXfrm>
    </dsp:sp>
  </dsp:spTree>
</dsp:drawing>
</file>

<file path=ppt/diagrams/drawing3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C17462-A62E-4245-BFD1-F10DCB528333}">
      <dsp:nvSpPr>
        <dsp:cNvPr id="0" name=""/>
        <dsp:cNvSpPr/>
      </dsp:nvSpPr>
      <dsp:spPr>
        <a:xfrm>
          <a:off x="0" y="0"/>
          <a:ext cx="7620000" cy="671194"/>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kern="1200" dirty="0">
              <a:latin typeface="+mj-lt"/>
              <a:ea typeface="Times New Roman" panose="02020603050405020304" pitchFamily="18" charset="0"/>
              <a:cs typeface="Times New Roman" panose="02020603050405020304" pitchFamily="18" charset="0"/>
            </a:rPr>
            <a:t>PO12 : Life-long learning</a:t>
          </a:r>
          <a:endParaRPr lang="en-IN" sz="2800" kern="1200" dirty="0"/>
        </a:p>
      </dsp:txBody>
      <dsp:txXfrm>
        <a:off x="32765" y="32765"/>
        <a:ext cx="7554470" cy="605664"/>
      </dsp:txXfrm>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2.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3.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4.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5.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8.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9.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0.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A8E894EF-B93C-4B6D-8FB8-8960BCB5A269}" type="datetimeFigureOut">
              <a:rPr lang="en-US" smtClean="0"/>
              <a:pPr/>
              <a:t>6/27/2024</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B14A4A95-7A0B-4549-9352-6E6525D64E4D}" type="slidenum">
              <a:rPr lang="en-US" smtClean="0"/>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8407A98-9A18-4E47-AF94-789022A0201E}" type="datetimeFigureOut">
              <a:rPr lang="en-US" smtClean="0"/>
              <a:pPr/>
              <a:t>6/27/2024</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635F52E-BA8C-4FAB-BCFA-C67A14D9CE22}" type="slidenum">
              <a:rPr lang="en-US" smtClean="0"/>
              <a:pPr/>
              <a:t>‹#›</a:t>
            </a:fld>
            <a:endParaRPr lang="en-US"/>
          </a:p>
        </p:txBody>
      </p:sp>
    </p:spTree>
    <p:extLst>
      <p:ext uri="{BB962C8B-B14F-4D97-AF65-F5344CB8AC3E}">
        <p14:creationId xmlns:p14="http://schemas.microsoft.com/office/powerpoint/2010/main" val="34027630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1</a:t>
            </a:fld>
            <a:endParaRPr lang="en-US" dirty="0"/>
          </a:p>
        </p:txBody>
      </p:sp>
    </p:spTree>
    <p:extLst>
      <p:ext uri="{BB962C8B-B14F-4D97-AF65-F5344CB8AC3E}">
        <p14:creationId xmlns:p14="http://schemas.microsoft.com/office/powerpoint/2010/main" val="23700222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2</a:t>
            </a:fld>
            <a:endParaRPr lang="en-US"/>
          </a:p>
        </p:txBody>
      </p:sp>
    </p:spTree>
    <p:extLst>
      <p:ext uri="{BB962C8B-B14F-4D97-AF65-F5344CB8AC3E}">
        <p14:creationId xmlns:p14="http://schemas.microsoft.com/office/powerpoint/2010/main" val="34235541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26</a:t>
            </a:fld>
            <a:endParaRPr lang="en-US" dirty="0"/>
          </a:p>
        </p:txBody>
      </p:sp>
    </p:spTree>
    <p:extLst>
      <p:ext uri="{BB962C8B-B14F-4D97-AF65-F5344CB8AC3E}">
        <p14:creationId xmlns:p14="http://schemas.microsoft.com/office/powerpoint/2010/main" val="17122576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39</a:t>
            </a:fld>
            <a:endParaRPr lang="en-US"/>
          </a:p>
        </p:txBody>
      </p:sp>
    </p:spTree>
    <p:extLst>
      <p:ext uri="{BB962C8B-B14F-4D97-AF65-F5344CB8AC3E}">
        <p14:creationId xmlns:p14="http://schemas.microsoft.com/office/powerpoint/2010/main" val="391986755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32"/>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F4E579FD-F2FB-456B-BC14-A50819F09E9C}" type="datetime1">
              <a:rPr lang="en-US" smtClean="0"/>
              <a:t>6/27/2024</a:t>
            </a:fld>
            <a:endParaRPr lang="en-US"/>
          </a:p>
        </p:txBody>
      </p:sp>
      <p:sp>
        <p:nvSpPr>
          <p:cNvPr id="5" name="Footer Placeholder 4"/>
          <p:cNvSpPr>
            <a:spLocks noGrp="1"/>
          </p:cNvSpPr>
          <p:nvPr>
            <p:ph type="ftr" sz="quarter" idx="11"/>
          </p:nvPr>
        </p:nvSpPr>
        <p:spPr/>
        <p:txBody>
          <a:bodyPr/>
          <a:lstStyle/>
          <a:p>
            <a:r>
              <a:rPr lang="en-US" dirty="0"/>
              <a:t>Pooja Kumari Design Pattern          Unit V</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7" name="Title 1">
            <a:extLst>
              <a:ext uri="{FF2B5EF4-FFF2-40B4-BE49-F238E27FC236}">
                <a16:creationId xmlns:a16="http://schemas.microsoft.com/office/drawing/2014/main" id="{638D2C51-BB48-E259-6E02-C0013EAC8C1C}"/>
              </a:ext>
            </a:extLst>
          </p:cNvPr>
          <p:cNvSpPr txBox="1">
            <a:spLocks/>
          </p:cNvSpPr>
          <p:nvPr userDrawn="1"/>
        </p:nvSpPr>
        <p:spPr>
          <a:xfrm>
            <a:off x="2286000" y="2"/>
            <a:ext cx="9829800" cy="761998"/>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endParaRPr lang="en-US" dirty="0"/>
          </a:p>
        </p:txBody>
      </p:sp>
      <p:pic>
        <p:nvPicPr>
          <p:cNvPr id="8" name="Picture 7" descr="A black and red logo&#10;&#10;Description automatically generated">
            <a:extLst>
              <a:ext uri="{FF2B5EF4-FFF2-40B4-BE49-F238E27FC236}">
                <a16:creationId xmlns:a16="http://schemas.microsoft.com/office/drawing/2014/main" id="{40F3BE51-9FF4-D522-A51A-B47501A47F3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2209800" cy="83820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1AAECACF-3A9A-4A55-96EF-CC038BB34FA9}" type="datetime1">
              <a:rPr lang="en-US" smtClean="0"/>
              <a:t>6/27/2024</a:t>
            </a:fld>
            <a:endParaRPr lang="en-US"/>
          </a:p>
        </p:txBody>
      </p:sp>
      <p:sp>
        <p:nvSpPr>
          <p:cNvPr id="5" name="Footer Placeholder 4"/>
          <p:cNvSpPr>
            <a:spLocks noGrp="1"/>
          </p:cNvSpPr>
          <p:nvPr>
            <p:ph type="ftr" sz="quarter" idx="11"/>
          </p:nvPr>
        </p:nvSpPr>
        <p:spPr/>
        <p:txBody>
          <a:bodyPr/>
          <a:lstStyle/>
          <a:p>
            <a:r>
              <a:rPr lang="en-US" dirty="0"/>
              <a:t>Pooja Kumari Design Pattern          Unit V</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7" name="Title 1">
            <a:extLst>
              <a:ext uri="{FF2B5EF4-FFF2-40B4-BE49-F238E27FC236}">
                <a16:creationId xmlns:a16="http://schemas.microsoft.com/office/drawing/2014/main" id="{747AF5A0-B324-4E4F-A0F7-39AD223A1109}"/>
              </a:ext>
            </a:extLst>
          </p:cNvPr>
          <p:cNvSpPr txBox="1">
            <a:spLocks/>
          </p:cNvSpPr>
          <p:nvPr userDrawn="1"/>
        </p:nvSpPr>
        <p:spPr>
          <a:xfrm>
            <a:off x="2133600" y="2"/>
            <a:ext cx="9982200" cy="73182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endParaRPr lang="en-US" dirty="0"/>
          </a:p>
        </p:txBody>
      </p:sp>
      <p:pic>
        <p:nvPicPr>
          <p:cNvPr id="8" name="Picture 7" descr="A black and red logo&#10;&#10;Description automatically generated">
            <a:extLst>
              <a:ext uri="{FF2B5EF4-FFF2-40B4-BE49-F238E27FC236}">
                <a16:creationId xmlns:a16="http://schemas.microsoft.com/office/drawing/2014/main" id="{05A49A44-CF2F-372D-AF77-F2402180651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2209800" cy="731829"/>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7"/>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EC489E0-07B4-45E9-9349-26ADE999BE83}" type="datetime1">
              <a:rPr lang="en-US" smtClean="0"/>
              <a:t>6/27/2024</a:t>
            </a:fld>
            <a:endParaRPr lang="en-US"/>
          </a:p>
        </p:txBody>
      </p:sp>
      <p:sp>
        <p:nvSpPr>
          <p:cNvPr id="5" name="Footer Placeholder 4"/>
          <p:cNvSpPr>
            <a:spLocks noGrp="1"/>
          </p:cNvSpPr>
          <p:nvPr>
            <p:ph type="ftr" sz="quarter" idx="11"/>
          </p:nvPr>
        </p:nvSpPr>
        <p:spPr/>
        <p:txBody>
          <a:bodyPr/>
          <a:lstStyle/>
          <a:p>
            <a:r>
              <a:rPr lang="en-US" dirty="0"/>
              <a:t>Pooja Kumari Design Pattern          Unit V</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6"/>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6"/>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803A289-D947-4EA7-9226-624D47F8AE31}" type="datetime1">
              <a:rPr lang="en-US" smtClean="0"/>
              <a:t>6/27/2024</a:t>
            </a:fld>
            <a:endParaRPr lang="en-US"/>
          </a:p>
        </p:txBody>
      </p:sp>
      <p:sp>
        <p:nvSpPr>
          <p:cNvPr id="6" name="Footer Placeholder 5"/>
          <p:cNvSpPr>
            <a:spLocks noGrp="1"/>
          </p:cNvSpPr>
          <p:nvPr>
            <p:ph type="ftr" sz="quarter" idx="11"/>
          </p:nvPr>
        </p:nvSpPr>
        <p:spPr/>
        <p:txBody>
          <a:bodyPr/>
          <a:lstStyle/>
          <a:p>
            <a:r>
              <a:rPr lang="en-US" dirty="0"/>
              <a:t>Pooja Kumari Design Pattern          Unit V</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72" y="1535113"/>
            <a:ext cx="5389033" cy="63976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72"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074E627-29FC-48AC-85EE-2BFE635B5165}" type="datetime1">
              <a:rPr lang="en-US" smtClean="0"/>
              <a:t>6/27/2024</a:t>
            </a:fld>
            <a:endParaRPr lang="en-US"/>
          </a:p>
        </p:txBody>
      </p:sp>
      <p:sp>
        <p:nvSpPr>
          <p:cNvPr id="8" name="Footer Placeholder 7"/>
          <p:cNvSpPr>
            <a:spLocks noGrp="1"/>
          </p:cNvSpPr>
          <p:nvPr>
            <p:ph type="ftr" sz="quarter" idx="11"/>
          </p:nvPr>
        </p:nvSpPr>
        <p:spPr/>
        <p:txBody>
          <a:bodyPr/>
          <a:lstStyle/>
          <a:p>
            <a:r>
              <a:rPr lang="en-US"/>
              <a:t>Rajat Kumar       Design Pattern          Unit V</a:t>
            </a:r>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A63820E-B24B-4BFC-B008-B06528A0D487}" type="datetime1">
              <a:rPr lang="en-US" smtClean="0"/>
              <a:t>6/27/2024</a:t>
            </a:fld>
            <a:endParaRPr lang="en-US"/>
          </a:p>
        </p:txBody>
      </p:sp>
      <p:sp>
        <p:nvSpPr>
          <p:cNvPr id="4" name="Footer Placeholder 3"/>
          <p:cNvSpPr>
            <a:spLocks noGrp="1"/>
          </p:cNvSpPr>
          <p:nvPr>
            <p:ph type="ftr" sz="quarter" idx="11"/>
          </p:nvPr>
        </p:nvSpPr>
        <p:spPr/>
        <p:txBody>
          <a:bodyPr/>
          <a:lstStyle/>
          <a:p>
            <a:r>
              <a:rPr lang="en-US"/>
              <a:t>Rajat Kumar       Design Pattern          Unit V</a:t>
            </a:r>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6ED310B-21A8-4800-9C19-6A797C11778F}" type="datetime1">
              <a:rPr lang="en-US" smtClean="0"/>
              <a:t>6/27/2024</a:t>
            </a:fld>
            <a:endParaRPr lang="en-US"/>
          </a:p>
        </p:txBody>
      </p:sp>
      <p:sp>
        <p:nvSpPr>
          <p:cNvPr id="3" name="Footer Placeholder 2"/>
          <p:cNvSpPr>
            <a:spLocks noGrp="1"/>
          </p:cNvSpPr>
          <p:nvPr>
            <p:ph type="ftr" sz="quarter" idx="11"/>
          </p:nvPr>
        </p:nvSpPr>
        <p:spPr/>
        <p:txBody>
          <a:bodyPr/>
          <a:lstStyle/>
          <a:p>
            <a:r>
              <a:rPr lang="en-US"/>
              <a:t>Rajat Kumar       Design Pattern          Unit V</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3"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7"/>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3" y="1435103"/>
            <a:ext cx="4011084" cy="4691063"/>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F02C3B8-5ACE-422D-B759-8D8D1E64BC56}" type="datetime1">
              <a:rPr lang="en-US" smtClean="0"/>
              <a:t>6/27/2024</a:t>
            </a:fld>
            <a:endParaRPr lang="en-US"/>
          </a:p>
        </p:txBody>
      </p:sp>
      <p:sp>
        <p:nvSpPr>
          <p:cNvPr id="6" name="Footer Placeholder 5"/>
          <p:cNvSpPr>
            <a:spLocks noGrp="1"/>
          </p:cNvSpPr>
          <p:nvPr>
            <p:ph type="ftr" sz="quarter" idx="11"/>
          </p:nvPr>
        </p:nvSpPr>
        <p:spPr/>
        <p:txBody>
          <a:bodyPr/>
          <a:lstStyle/>
          <a:p>
            <a:r>
              <a:rPr lang="en-US"/>
              <a:t>Rajat Kumar       Design Pattern          Unit V</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C12DCDA-7F04-4343-9A5A-7631D7CE4C43}" type="datetime1">
              <a:rPr lang="en-US" smtClean="0"/>
              <a:t>6/27/2024</a:t>
            </a:fld>
            <a:endParaRPr lang="en-US"/>
          </a:p>
        </p:txBody>
      </p:sp>
      <p:sp>
        <p:nvSpPr>
          <p:cNvPr id="6" name="Footer Placeholder 5"/>
          <p:cNvSpPr>
            <a:spLocks noGrp="1"/>
          </p:cNvSpPr>
          <p:nvPr>
            <p:ph type="ftr" sz="quarter" idx="11"/>
          </p:nvPr>
        </p:nvSpPr>
        <p:spPr/>
        <p:txBody>
          <a:bodyPr/>
          <a:lstStyle/>
          <a:p>
            <a:r>
              <a:rPr lang="en-US"/>
              <a:t>Rajat Kumar       Design Pattern          Unit V</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F77DBD3-A065-4DC7-B67A-53CB02BE0DD7}" type="datetime1">
              <a:rPr lang="en-US" smtClean="0"/>
              <a:t>6/27/2024</a:t>
            </a:fld>
            <a:endParaRPr lang="en-US"/>
          </a:p>
        </p:txBody>
      </p:sp>
      <p:sp>
        <p:nvSpPr>
          <p:cNvPr id="5" name="Footer Placeholder 4"/>
          <p:cNvSpPr>
            <a:spLocks noGrp="1"/>
          </p:cNvSpPr>
          <p:nvPr>
            <p:ph type="ftr" sz="quarter" idx="11"/>
          </p:nvPr>
        </p:nvSpPr>
        <p:spPr/>
        <p:txBody>
          <a:bodyPr/>
          <a:lstStyle/>
          <a:p>
            <a:r>
              <a:rPr lang="en-US"/>
              <a:t>Rajat Kumar       Design Pattern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5"/>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5"/>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B753A0E-EA16-44AF-AFC7-2C92D7485749}" type="datetime1">
              <a:rPr lang="en-US" smtClean="0"/>
              <a:t>6/27/2024</a:t>
            </a:fld>
            <a:endParaRPr lang="en-US"/>
          </a:p>
        </p:txBody>
      </p:sp>
      <p:sp>
        <p:nvSpPr>
          <p:cNvPr id="5" name="Footer Placeholder 4"/>
          <p:cNvSpPr>
            <a:spLocks noGrp="1"/>
          </p:cNvSpPr>
          <p:nvPr>
            <p:ph type="ftr" sz="quarter" idx="11"/>
          </p:nvPr>
        </p:nvSpPr>
        <p:spPr/>
        <p:txBody>
          <a:bodyPr/>
          <a:lstStyle/>
          <a:p>
            <a:r>
              <a:rPr lang="en-US"/>
              <a:t>Rajat Kumar       Design Pattern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6"/>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7"/>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3BCAA44-58F1-47B4-BB83-BBAE0F1250AF}" type="datetime1">
              <a:rPr lang="en-US" smtClean="0"/>
              <a:t>6/27/2024</a:t>
            </a:fld>
            <a:endParaRPr lang="en-US"/>
          </a:p>
        </p:txBody>
      </p:sp>
      <p:sp>
        <p:nvSpPr>
          <p:cNvPr id="5" name="Footer Placeholder 4"/>
          <p:cNvSpPr>
            <a:spLocks noGrp="1"/>
          </p:cNvSpPr>
          <p:nvPr>
            <p:ph type="ftr" sz="quarter" idx="3"/>
          </p:nvPr>
        </p:nvSpPr>
        <p:spPr>
          <a:xfrm>
            <a:off x="4165600" y="6356357"/>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Rajat Kumar       Design Pattern          Unit V</a:t>
            </a:r>
            <a:endParaRPr lang="en-US" dirty="0"/>
          </a:p>
        </p:txBody>
      </p:sp>
      <p:sp>
        <p:nvSpPr>
          <p:cNvPr id="6" name="Slide Number Placeholder 5"/>
          <p:cNvSpPr>
            <a:spLocks noGrp="1"/>
          </p:cNvSpPr>
          <p:nvPr>
            <p:ph type="sldNum" sz="quarter" idx="4"/>
          </p:nvPr>
        </p:nvSpPr>
        <p:spPr>
          <a:xfrm>
            <a:off x="8737600" y="6356357"/>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pic>
        <p:nvPicPr>
          <p:cNvPr id="8" name="Picture 7"/>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19833" y="13570"/>
            <a:ext cx="1401117" cy="74843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377" rtl="0" eaLnBrk="1" latinLnBrk="0" hangingPunct="1">
        <a:spcBef>
          <a:spcPct val="0"/>
        </a:spcBef>
        <a:buNone/>
        <a:defRPr sz="4400" kern="1200">
          <a:solidFill>
            <a:schemeClr val="tx1"/>
          </a:solidFill>
          <a:latin typeface="+mj-lt"/>
          <a:ea typeface="+mj-ea"/>
          <a:cs typeface="+mj-cs"/>
        </a:defRPr>
      </a:lvl1pPr>
    </p:titleStyle>
    <p:bodyStyle>
      <a:lvl1pPr marL="342891" indent="-342891" algn="l" defTabSz="914377"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32" indent="-285744" algn="l" defTabSz="914377"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2971" indent="-228594" algn="l" defTabSz="914377"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160"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349"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7.jpg"/></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9.jpeg"/><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9.jpeg"/><Relationship Id="rId1" Type="http://schemas.openxmlformats.org/officeDocument/2006/relationships/slideLayout" Target="../slideLayouts/slideLayout7.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9.jpeg"/><Relationship Id="rId1" Type="http://schemas.openxmlformats.org/officeDocument/2006/relationships/slideLayout" Target="../slideLayouts/slideLayout7.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9.jpeg"/><Relationship Id="rId1" Type="http://schemas.openxmlformats.org/officeDocument/2006/relationships/slideLayout" Target="../slideLayouts/slideLayout7.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image" Target="../media/image9.jpeg"/><Relationship Id="rId1" Type="http://schemas.openxmlformats.org/officeDocument/2006/relationships/slideLayout" Target="../slideLayouts/slideLayout7.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diagramLayout" Target="../diagrams/layout7.xml"/><Relationship Id="rId13" Type="http://schemas.openxmlformats.org/officeDocument/2006/relationships/diagramLayout" Target="../diagrams/layout8.xml"/><Relationship Id="rId18" Type="http://schemas.openxmlformats.org/officeDocument/2006/relationships/diagramLayout" Target="../diagrams/layout9.xml"/><Relationship Id="rId26" Type="http://schemas.microsoft.com/office/2007/relationships/diagramDrawing" Target="../diagrams/drawing10.xml"/><Relationship Id="rId3" Type="http://schemas.openxmlformats.org/officeDocument/2006/relationships/diagramLayout" Target="../diagrams/layout6.xml"/><Relationship Id="rId21" Type="http://schemas.microsoft.com/office/2007/relationships/diagramDrawing" Target="../diagrams/drawing9.xml"/><Relationship Id="rId7" Type="http://schemas.openxmlformats.org/officeDocument/2006/relationships/diagramData" Target="../diagrams/data7.xml"/><Relationship Id="rId12" Type="http://schemas.openxmlformats.org/officeDocument/2006/relationships/diagramData" Target="../diagrams/data8.xml"/><Relationship Id="rId17" Type="http://schemas.openxmlformats.org/officeDocument/2006/relationships/diagramData" Target="../diagrams/data9.xml"/><Relationship Id="rId25" Type="http://schemas.openxmlformats.org/officeDocument/2006/relationships/diagramColors" Target="../diagrams/colors10.xml"/><Relationship Id="rId2" Type="http://schemas.openxmlformats.org/officeDocument/2006/relationships/diagramData" Target="../diagrams/data6.xml"/><Relationship Id="rId16" Type="http://schemas.microsoft.com/office/2007/relationships/diagramDrawing" Target="../diagrams/drawing8.xml"/><Relationship Id="rId20" Type="http://schemas.openxmlformats.org/officeDocument/2006/relationships/diagramColors" Target="../diagrams/colors9.xml"/><Relationship Id="rId1" Type="http://schemas.openxmlformats.org/officeDocument/2006/relationships/slideLayout" Target="../slideLayouts/slideLayout2.xml"/><Relationship Id="rId6" Type="http://schemas.microsoft.com/office/2007/relationships/diagramDrawing" Target="../diagrams/drawing6.xml"/><Relationship Id="rId11" Type="http://schemas.microsoft.com/office/2007/relationships/diagramDrawing" Target="../diagrams/drawing7.xml"/><Relationship Id="rId24" Type="http://schemas.openxmlformats.org/officeDocument/2006/relationships/diagramQuickStyle" Target="../diagrams/quickStyle10.xml"/><Relationship Id="rId5" Type="http://schemas.openxmlformats.org/officeDocument/2006/relationships/diagramColors" Target="../diagrams/colors6.xml"/><Relationship Id="rId15" Type="http://schemas.openxmlformats.org/officeDocument/2006/relationships/diagramColors" Target="../diagrams/colors8.xml"/><Relationship Id="rId23" Type="http://schemas.openxmlformats.org/officeDocument/2006/relationships/diagramLayout" Target="../diagrams/layout10.xml"/><Relationship Id="rId10" Type="http://schemas.openxmlformats.org/officeDocument/2006/relationships/diagramColors" Target="../diagrams/colors7.xml"/><Relationship Id="rId19" Type="http://schemas.openxmlformats.org/officeDocument/2006/relationships/diagramQuickStyle" Target="../diagrams/quickStyle9.xml"/><Relationship Id="rId4" Type="http://schemas.openxmlformats.org/officeDocument/2006/relationships/diagramQuickStyle" Target="../diagrams/quickStyle6.xml"/><Relationship Id="rId9" Type="http://schemas.openxmlformats.org/officeDocument/2006/relationships/diagramQuickStyle" Target="../diagrams/quickStyle7.xml"/><Relationship Id="rId14" Type="http://schemas.openxmlformats.org/officeDocument/2006/relationships/diagramQuickStyle" Target="../diagrams/quickStyle8.xml"/><Relationship Id="rId22" Type="http://schemas.openxmlformats.org/officeDocument/2006/relationships/diagramData" Target="../diagrams/data10.xml"/></Relationships>
</file>

<file path=ppt/slides/_rels/slide11.xml.rels><?xml version="1.0" encoding="UTF-8" standalone="yes"?>
<Relationships xmlns="http://schemas.openxmlformats.org/package/2006/relationships"><Relationship Id="rId8" Type="http://schemas.openxmlformats.org/officeDocument/2006/relationships/diagramLayout" Target="../diagrams/layout12.xml"/><Relationship Id="rId13" Type="http://schemas.openxmlformats.org/officeDocument/2006/relationships/diagramLayout" Target="../diagrams/layout13.xml"/><Relationship Id="rId18" Type="http://schemas.openxmlformats.org/officeDocument/2006/relationships/diagramLayout" Target="../diagrams/layout14.xml"/><Relationship Id="rId26" Type="http://schemas.microsoft.com/office/2007/relationships/diagramDrawing" Target="../diagrams/drawing15.xml"/><Relationship Id="rId3" Type="http://schemas.openxmlformats.org/officeDocument/2006/relationships/diagramLayout" Target="../diagrams/layout11.xml"/><Relationship Id="rId21" Type="http://schemas.microsoft.com/office/2007/relationships/diagramDrawing" Target="../diagrams/drawing14.xml"/><Relationship Id="rId7" Type="http://schemas.openxmlformats.org/officeDocument/2006/relationships/diagramData" Target="../diagrams/data12.xml"/><Relationship Id="rId12" Type="http://schemas.openxmlformats.org/officeDocument/2006/relationships/diagramData" Target="../diagrams/data13.xml"/><Relationship Id="rId17" Type="http://schemas.openxmlformats.org/officeDocument/2006/relationships/diagramData" Target="../diagrams/data14.xml"/><Relationship Id="rId25" Type="http://schemas.openxmlformats.org/officeDocument/2006/relationships/diagramColors" Target="../diagrams/colors15.xml"/><Relationship Id="rId2" Type="http://schemas.openxmlformats.org/officeDocument/2006/relationships/diagramData" Target="../diagrams/data11.xml"/><Relationship Id="rId16" Type="http://schemas.microsoft.com/office/2007/relationships/diagramDrawing" Target="../diagrams/drawing13.xml"/><Relationship Id="rId20" Type="http://schemas.openxmlformats.org/officeDocument/2006/relationships/diagramColors" Target="../diagrams/colors14.xml"/><Relationship Id="rId29" Type="http://schemas.openxmlformats.org/officeDocument/2006/relationships/diagramQuickStyle" Target="../diagrams/quickStyle16.xml"/><Relationship Id="rId1" Type="http://schemas.openxmlformats.org/officeDocument/2006/relationships/slideLayout" Target="../slideLayouts/slideLayout2.xml"/><Relationship Id="rId6" Type="http://schemas.microsoft.com/office/2007/relationships/diagramDrawing" Target="../diagrams/drawing11.xml"/><Relationship Id="rId11" Type="http://schemas.microsoft.com/office/2007/relationships/diagramDrawing" Target="../diagrams/drawing12.xml"/><Relationship Id="rId24" Type="http://schemas.openxmlformats.org/officeDocument/2006/relationships/diagramQuickStyle" Target="../diagrams/quickStyle15.xml"/><Relationship Id="rId5" Type="http://schemas.openxmlformats.org/officeDocument/2006/relationships/diagramColors" Target="../diagrams/colors11.xml"/><Relationship Id="rId15" Type="http://schemas.openxmlformats.org/officeDocument/2006/relationships/diagramColors" Target="../diagrams/colors13.xml"/><Relationship Id="rId23" Type="http://schemas.openxmlformats.org/officeDocument/2006/relationships/diagramLayout" Target="../diagrams/layout15.xml"/><Relationship Id="rId28" Type="http://schemas.openxmlformats.org/officeDocument/2006/relationships/diagramLayout" Target="../diagrams/layout16.xml"/><Relationship Id="rId10" Type="http://schemas.openxmlformats.org/officeDocument/2006/relationships/diagramColors" Target="../diagrams/colors12.xml"/><Relationship Id="rId19" Type="http://schemas.openxmlformats.org/officeDocument/2006/relationships/diagramQuickStyle" Target="../diagrams/quickStyle14.xml"/><Relationship Id="rId31" Type="http://schemas.microsoft.com/office/2007/relationships/diagramDrawing" Target="../diagrams/drawing16.xml"/><Relationship Id="rId4" Type="http://schemas.openxmlformats.org/officeDocument/2006/relationships/diagramQuickStyle" Target="../diagrams/quickStyle11.xml"/><Relationship Id="rId9" Type="http://schemas.openxmlformats.org/officeDocument/2006/relationships/diagramQuickStyle" Target="../diagrams/quickStyle12.xml"/><Relationship Id="rId14" Type="http://schemas.openxmlformats.org/officeDocument/2006/relationships/diagramQuickStyle" Target="../diagrams/quickStyle13.xml"/><Relationship Id="rId22" Type="http://schemas.openxmlformats.org/officeDocument/2006/relationships/diagramData" Target="../diagrams/data15.xml"/><Relationship Id="rId27" Type="http://schemas.openxmlformats.org/officeDocument/2006/relationships/diagramData" Target="../diagrams/data16.xml"/><Relationship Id="rId30" Type="http://schemas.openxmlformats.org/officeDocument/2006/relationships/diagramColors" Target="../diagrams/colors16.xml"/></Relationships>
</file>

<file path=ppt/slides/_rels/slide12.xml.rels><?xml version="1.0" encoding="UTF-8" standalone="yes"?>
<Relationships xmlns="http://schemas.openxmlformats.org/package/2006/relationships"><Relationship Id="rId13" Type="http://schemas.openxmlformats.org/officeDocument/2006/relationships/diagramLayout" Target="../diagrams/layout19.xml"/><Relationship Id="rId18" Type="http://schemas.openxmlformats.org/officeDocument/2006/relationships/diagramLayout" Target="../diagrams/layout20.xml"/><Relationship Id="rId26" Type="http://schemas.microsoft.com/office/2007/relationships/diagramDrawing" Target="../diagrams/drawing21.xml"/><Relationship Id="rId3" Type="http://schemas.openxmlformats.org/officeDocument/2006/relationships/diagramLayout" Target="../diagrams/layout17.xml"/><Relationship Id="rId21" Type="http://schemas.microsoft.com/office/2007/relationships/diagramDrawing" Target="../diagrams/drawing20.xml"/><Relationship Id="rId34" Type="http://schemas.openxmlformats.org/officeDocument/2006/relationships/diagramQuickStyle" Target="../diagrams/quickStyle23.xml"/><Relationship Id="rId7" Type="http://schemas.openxmlformats.org/officeDocument/2006/relationships/diagramData" Target="../diagrams/data18.xml"/><Relationship Id="rId12" Type="http://schemas.openxmlformats.org/officeDocument/2006/relationships/diagramData" Target="../diagrams/data19.xml"/><Relationship Id="rId17" Type="http://schemas.openxmlformats.org/officeDocument/2006/relationships/diagramData" Target="../diagrams/data20.xml"/><Relationship Id="rId25" Type="http://schemas.openxmlformats.org/officeDocument/2006/relationships/diagramColors" Target="../diagrams/colors21.xml"/><Relationship Id="rId33" Type="http://schemas.openxmlformats.org/officeDocument/2006/relationships/diagramLayout" Target="../diagrams/layout23.xml"/><Relationship Id="rId2" Type="http://schemas.openxmlformats.org/officeDocument/2006/relationships/diagramData" Target="../diagrams/data17.xml"/><Relationship Id="rId16" Type="http://schemas.microsoft.com/office/2007/relationships/diagramDrawing" Target="../diagrams/drawing19.xml"/><Relationship Id="rId20" Type="http://schemas.openxmlformats.org/officeDocument/2006/relationships/diagramColors" Target="../diagrams/colors20.xml"/><Relationship Id="rId29" Type="http://schemas.openxmlformats.org/officeDocument/2006/relationships/diagramQuickStyle" Target="../diagrams/quickStyle22.xml"/><Relationship Id="rId1" Type="http://schemas.openxmlformats.org/officeDocument/2006/relationships/slideLayout" Target="../slideLayouts/slideLayout2.xml"/><Relationship Id="rId6" Type="http://schemas.microsoft.com/office/2007/relationships/diagramDrawing" Target="../diagrams/drawing17.xml"/><Relationship Id="rId11" Type="http://schemas.microsoft.com/office/2007/relationships/diagramDrawing" Target="../diagrams/drawing18.xml"/><Relationship Id="rId24" Type="http://schemas.openxmlformats.org/officeDocument/2006/relationships/diagramQuickStyle" Target="../diagrams/quickStyle21.xml"/><Relationship Id="rId32" Type="http://schemas.openxmlformats.org/officeDocument/2006/relationships/diagramData" Target="../diagrams/data23.xml"/><Relationship Id="rId5" Type="http://schemas.openxmlformats.org/officeDocument/2006/relationships/diagramColors" Target="../diagrams/colors17.xml"/><Relationship Id="rId15" Type="http://schemas.openxmlformats.org/officeDocument/2006/relationships/diagramColors" Target="../diagrams/colors19.xml"/><Relationship Id="rId23" Type="http://schemas.openxmlformats.org/officeDocument/2006/relationships/diagramLayout" Target="../diagrams/layout21.xml"/><Relationship Id="rId28" Type="http://schemas.openxmlformats.org/officeDocument/2006/relationships/diagramLayout" Target="../diagrams/layout22.xml"/><Relationship Id="rId36" Type="http://schemas.microsoft.com/office/2007/relationships/diagramDrawing" Target="../diagrams/drawing23.xml"/><Relationship Id="rId10" Type="http://schemas.openxmlformats.org/officeDocument/2006/relationships/diagramColors" Target="../diagrams/colors18.xml"/><Relationship Id="rId19" Type="http://schemas.openxmlformats.org/officeDocument/2006/relationships/diagramQuickStyle" Target="../diagrams/quickStyle20.xml"/><Relationship Id="rId31" Type="http://schemas.microsoft.com/office/2007/relationships/diagramDrawing" Target="../diagrams/drawing22.xml"/><Relationship Id="rId4" Type="http://schemas.openxmlformats.org/officeDocument/2006/relationships/diagramQuickStyle" Target="../diagrams/quickStyle17.xml"/><Relationship Id="rId9" Type="http://schemas.openxmlformats.org/officeDocument/2006/relationships/diagramQuickStyle" Target="../diagrams/quickStyle18.xml"/><Relationship Id="rId14" Type="http://schemas.openxmlformats.org/officeDocument/2006/relationships/diagramQuickStyle" Target="../diagrams/quickStyle19.xml"/><Relationship Id="rId22" Type="http://schemas.openxmlformats.org/officeDocument/2006/relationships/diagramData" Target="../diagrams/data21.xml"/><Relationship Id="rId27" Type="http://schemas.openxmlformats.org/officeDocument/2006/relationships/diagramData" Target="../diagrams/data22.xml"/><Relationship Id="rId30" Type="http://schemas.openxmlformats.org/officeDocument/2006/relationships/diagramColors" Target="../diagrams/colors22.xml"/><Relationship Id="rId35" Type="http://schemas.openxmlformats.org/officeDocument/2006/relationships/diagramColors" Target="../diagrams/colors23.xml"/><Relationship Id="rId8" Type="http://schemas.openxmlformats.org/officeDocument/2006/relationships/diagramLayout" Target="../diagrams/layout18.xml"/></Relationships>
</file>

<file path=ppt/slides/_rels/slide13.xml.rels><?xml version="1.0" encoding="UTF-8" standalone="yes"?>
<Relationships xmlns="http://schemas.openxmlformats.org/package/2006/relationships"><Relationship Id="rId13" Type="http://schemas.openxmlformats.org/officeDocument/2006/relationships/diagramLayout" Target="../diagrams/layout26.xml"/><Relationship Id="rId18" Type="http://schemas.openxmlformats.org/officeDocument/2006/relationships/diagramLayout" Target="../diagrams/layout27.xml"/><Relationship Id="rId26" Type="http://schemas.microsoft.com/office/2007/relationships/diagramDrawing" Target="../diagrams/drawing28.xml"/><Relationship Id="rId3" Type="http://schemas.openxmlformats.org/officeDocument/2006/relationships/diagramLayout" Target="../diagrams/layout24.xml"/><Relationship Id="rId21" Type="http://schemas.microsoft.com/office/2007/relationships/diagramDrawing" Target="../diagrams/drawing27.xml"/><Relationship Id="rId34" Type="http://schemas.openxmlformats.org/officeDocument/2006/relationships/diagramQuickStyle" Target="../diagrams/quickStyle30.xml"/><Relationship Id="rId7" Type="http://schemas.openxmlformats.org/officeDocument/2006/relationships/diagramData" Target="../diagrams/data25.xml"/><Relationship Id="rId12" Type="http://schemas.openxmlformats.org/officeDocument/2006/relationships/diagramData" Target="../diagrams/data26.xml"/><Relationship Id="rId17" Type="http://schemas.openxmlformats.org/officeDocument/2006/relationships/diagramData" Target="../diagrams/data27.xml"/><Relationship Id="rId25" Type="http://schemas.openxmlformats.org/officeDocument/2006/relationships/diagramColors" Target="../diagrams/colors28.xml"/><Relationship Id="rId33" Type="http://schemas.openxmlformats.org/officeDocument/2006/relationships/diagramLayout" Target="../diagrams/layout30.xml"/><Relationship Id="rId2" Type="http://schemas.openxmlformats.org/officeDocument/2006/relationships/diagramData" Target="../diagrams/data24.xml"/><Relationship Id="rId16" Type="http://schemas.microsoft.com/office/2007/relationships/diagramDrawing" Target="../diagrams/drawing26.xml"/><Relationship Id="rId20" Type="http://schemas.openxmlformats.org/officeDocument/2006/relationships/diagramColors" Target="../diagrams/colors27.xml"/><Relationship Id="rId29" Type="http://schemas.openxmlformats.org/officeDocument/2006/relationships/diagramQuickStyle" Target="../diagrams/quickStyle29.xml"/><Relationship Id="rId1" Type="http://schemas.openxmlformats.org/officeDocument/2006/relationships/slideLayout" Target="../slideLayouts/slideLayout2.xml"/><Relationship Id="rId6" Type="http://schemas.microsoft.com/office/2007/relationships/diagramDrawing" Target="../diagrams/drawing24.xml"/><Relationship Id="rId11" Type="http://schemas.microsoft.com/office/2007/relationships/diagramDrawing" Target="../diagrams/drawing25.xml"/><Relationship Id="rId24" Type="http://schemas.openxmlformats.org/officeDocument/2006/relationships/diagramQuickStyle" Target="../diagrams/quickStyle28.xml"/><Relationship Id="rId32" Type="http://schemas.openxmlformats.org/officeDocument/2006/relationships/diagramData" Target="../diagrams/data30.xml"/><Relationship Id="rId5" Type="http://schemas.openxmlformats.org/officeDocument/2006/relationships/diagramColors" Target="../diagrams/colors24.xml"/><Relationship Id="rId15" Type="http://schemas.openxmlformats.org/officeDocument/2006/relationships/diagramColors" Target="../diagrams/colors26.xml"/><Relationship Id="rId23" Type="http://schemas.openxmlformats.org/officeDocument/2006/relationships/diagramLayout" Target="../diagrams/layout28.xml"/><Relationship Id="rId28" Type="http://schemas.openxmlformats.org/officeDocument/2006/relationships/diagramLayout" Target="../diagrams/layout29.xml"/><Relationship Id="rId36" Type="http://schemas.microsoft.com/office/2007/relationships/diagramDrawing" Target="../diagrams/drawing30.xml"/><Relationship Id="rId10" Type="http://schemas.openxmlformats.org/officeDocument/2006/relationships/diagramColors" Target="../diagrams/colors25.xml"/><Relationship Id="rId19" Type="http://schemas.openxmlformats.org/officeDocument/2006/relationships/diagramQuickStyle" Target="../diagrams/quickStyle27.xml"/><Relationship Id="rId31" Type="http://schemas.microsoft.com/office/2007/relationships/diagramDrawing" Target="../diagrams/drawing29.xml"/><Relationship Id="rId4" Type="http://schemas.openxmlformats.org/officeDocument/2006/relationships/diagramQuickStyle" Target="../diagrams/quickStyle24.xml"/><Relationship Id="rId9" Type="http://schemas.openxmlformats.org/officeDocument/2006/relationships/diagramQuickStyle" Target="../diagrams/quickStyle25.xml"/><Relationship Id="rId14" Type="http://schemas.openxmlformats.org/officeDocument/2006/relationships/diagramQuickStyle" Target="../diagrams/quickStyle26.xml"/><Relationship Id="rId22" Type="http://schemas.openxmlformats.org/officeDocument/2006/relationships/diagramData" Target="../diagrams/data28.xml"/><Relationship Id="rId27" Type="http://schemas.openxmlformats.org/officeDocument/2006/relationships/diagramData" Target="../diagrams/data29.xml"/><Relationship Id="rId30" Type="http://schemas.openxmlformats.org/officeDocument/2006/relationships/diagramColors" Target="../diagrams/colors29.xml"/><Relationship Id="rId35" Type="http://schemas.openxmlformats.org/officeDocument/2006/relationships/diagramColors" Target="../diagrams/colors30.xml"/><Relationship Id="rId8" Type="http://schemas.openxmlformats.org/officeDocument/2006/relationships/diagramLayout" Target="../diagrams/layout25.xml"/></Relationships>
</file>

<file path=ppt/slides/_rels/slide1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971800" y="914400"/>
            <a:ext cx="6400800" cy="1752600"/>
          </a:xfrm>
          <a:ln>
            <a:solidFill>
              <a:schemeClr val="accent2">
                <a:lumMod val="60000"/>
                <a:lumOff val="40000"/>
              </a:schemeClr>
            </a:solidFill>
          </a:ln>
        </p:spPr>
        <p:style>
          <a:lnRef idx="2">
            <a:schemeClr val="accent5"/>
          </a:lnRef>
          <a:fillRef idx="1">
            <a:schemeClr val="lt1"/>
          </a:fillRef>
          <a:effectRef idx="0">
            <a:schemeClr val="accent5"/>
          </a:effectRef>
          <a:fontRef idx="minor">
            <a:schemeClr val="dk1"/>
          </a:fontRef>
        </p:style>
        <p:txBody>
          <a:bodyPr anchor="ctr">
            <a:normAutofit/>
          </a:bodyPr>
          <a:lstStyle/>
          <a:p>
            <a:r>
              <a:rPr lang="en-US" sz="3600" dirty="0">
                <a:solidFill>
                  <a:schemeClr val="tx1"/>
                </a:solidFill>
              </a:rPr>
              <a:t>Design Pattern</a:t>
            </a:r>
          </a:p>
        </p:txBody>
      </p:sp>
      <p:sp>
        <p:nvSpPr>
          <p:cNvPr id="6" name="Subtitle 2"/>
          <p:cNvSpPr txBox="1">
            <a:spLocks/>
          </p:cNvSpPr>
          <p:nvPr/>
        </p:nvSpPr>
        <p:spPr>
          <a:xfrm>
            <a:off x="8382000" y="4038600"/>
            <a:ext cx="3048000" cy="1752600"/>
          </a:xfrm>
          <a:prstGeom prst="rect">
            <a:avLst/>
          </a:prstGeom>
          <a:ln>
            <a:solidFill>
              <a:schemeClr val="accent2">
                <a:lumMod val="60000"/>
                <a:lumOff val="40000"/>
              </a:schemeClr>
            </a:solidFill>
          </a:ln>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lnSpcReduction="10000"/>
          </a:bodyPr>
          <a:lstStyle/>
          <a:p>
            <a:pPr algn="ctr">
              <a:spcBef>
                <a:spcPct val="20000"/>
              </a:spcBef>
              <a:defRPr/>
            </a:pPr>
            <a:endParaRPr lang="en-US" sz="2400" dirty="0">
              <a:solidFill>
                <a:schemeClr val="tx1"/>
              </a:solidFill>
            </a:endParaRPr>
          </a:p>
          <a:p>
            <a:pPr algn="ctr">
              <a:spcBef>
                <a:spcPct val="20000"/>
              </a:spcBef>
              <a:defRPr/>
            </a:pPr>
            <a:r>
              <a:rPr lang="en-US" sz="2400" dirty="0">
                <a:solidFill>
                  <a:schemeClr val="tx1"/>
                </a:solidFill>
              </a:rPr>
              <a:t>Pooja Kumari </a:t>
            </a:r>
          </a:p>
          <a:p>
            <a:pPr algn="ctr">
              <a:spcBef>
                <a:spcPct val="20000"/>
              </a:spcBef>
              <a:defRPr/>
            </a:pPr>
            <a:r>
              <a:rPr lang="en-US" sz="2400" dirty="0">
                <a:solidFill>
                  <a:schemeClr val="tx1"/>
                </a:solidFill>
              </a:rPr>
              <a:t>(Asst. Professor)</a:t>
            </a:r>
          </a:p>
          <a:p>
            <a:pPr algn="ctr">
              <a:spcBef>
                <a:spcPct val="20000"/>
              </a:spcBef>
              <a:defRPr/>
            </a:pPr>
            <a:r>
              <a:rPr lang="en-US" sz="2400" dirty="0">
                <a:solidFill>
                  <a:schemeClr val="tx1"/>
                </a:solidFill>
              </a:rPr>
              <a:t>CSE Department</a:t>
            </a:r>
          </a:p>
        </p:txBody>
      </p:sp>
      <p:pic>
        <p:nvPicPr>
          <p:cNvPr id="1027" name="Picture 3" descr="C:\Users\Manks\Downloads\128_calendar-schedule-credit-mortgage-date-512.png"/>
          <p:cNvPicPr>
            <a:picLocks noChangeAspect="1" noChangeArrowheads="1"/>
          </p:cNvPicPr>
          <p:nvPr/>
        </p:nvPicPr>
        <p:blipFill>
          <a:blip r:embed="rId3" cstate="print"/>
          <a:srcRect/>
          <a:stretch>
            <a:fillRect/>
          </a:stretch>
        </p:blipFill>
        <p:spPr bwMode="auto">
          <a:xfrm flipH="1">
            <a:off x="1417320" y="5897568"/>
            <a:ext cx="533400" cy="533400"/>
          </a:xfrm>
          <a:prstGeom prst="rect">
            <a:avLst/>
          </a:prstGeom>
          <a:noFill/>
        </p:spPr>
      </p:pic>
      <p:sp>
        <p:nvSpPr>
          <p:cNvPr id="9" name="Date Placeholder 8"/>
          <p:cNvSpPr>
            <a:spLocks noGrp="1"/>
          </p:cNvSpPr>
          <p:nvPr>
            <p:ph type="dt" sz="half" idx="10"/>
          </p:nvPr>
        </p:nvSpPr>
        <p:spPr>
          <a:xfrm>
            <a:off x="1482634" y="6430968"/>
            <a:ext cx="2133600" cy="365125"/>
          </a:xfrm>
        </p:spPr>
        <p:txBody>
          <a:bodyPr/>
          <a:lstStyle/>
          <a:p>
            <a:fld id="{FEB9F457-48C9-4009-A2A9-56E8B8BDD3DA}" type="datetime1">
              <a:rPr lang="en-US" smtClean="0"/>
              <a:t>6/27/2024</a:t>
            </a:fld>
            <a:endParaRPr lang="en-US" dirty="0"/>
          </a:p>
        </p:txBody>
      </p:sp>
      <p:sp>
        <p:nvSpPr>
          <p:cNvPr id="10" name="Slide Number Placeholder 9"/>
          <p:cNvSpPr>
            <a:spLocks noGrp="1"/>
          </p:cNvSpPr>
          <p:nvPr>
            <p:ph type="sldNum" sz="quarter" idx="12"/>
          </p:nvPr>
        </p:nvSpPr>
        <p:spPr/>
        <p:txBody>
          <a:bodyPr/>
          <a:lstStyle/>
          <a:p>
            <a:fld id="{B6F15528-21DE-4FAA-801E-634DDDAF4B2B}" type="slidenum">
              <a:rPr lang="en-US" smtClean="0"/>
              <a:pPr/>
              <a:t>1</a:t>
            </a:fld>
            <a:endParaRPr lang="en-US" dirty="0"/>
          </a:p>
        </p:txBody>
      </p:sp>
      <p:pic>
        <p:nvPicPr>
          <p:cNvPr id="11" name="Picture 4" descr="C:\Users\Manks\Downloads\speak.png"/>
          <p:cNvPicPr>
            <a:picLocks noChangeAspect="1" noChangeArrowheads="1"/>
          </p:cNvPicPr>
          <p:nvPr/>
        </p:nvPicPr>
        <p:blipFill>
          <a:blip r:embed="rId4" cstate="print"/>
          <a:srcRect/>
          <a:stretch>
            <a:fillRect/>
          </a:stretch>
        </p:blipFill>
        <p:spPr bwMode="auto">
          <a:xfrm>
            <a:off x="8839200" y="2590800"/>
            <a:ext cx="1524000" cy="1524000"/>
          </a:xfrm>
          <a:prstGeom prst="rect">
            <a:avLst/>
          </a:prstGeom>
          <a:noFill/>
        </p:spPr>
      </p:pic>
      <p:sp>
        <p:nvSpPr>
          <p:cNvPr id="12" name="Subtitle 2"/>
          <p:cNvSpPr txBox="1">
            <a:spLocks/>
          </p:cNvSpPr>
          <p:nvPr/>
        </p:nvSpPr>
        <p:spPr>
          <a:xfrm>
            <a:off x="1447800" y="2971800"/>
            <a:ext cx="2057400" cy="533400"/>
          </a:xfrm>
          <a:prstGeom prst="rect">
            <a:avLst/>
          </a:prstGeom>
          <a:ln>
            <a:solidFill>
              <a:schemeClr val="accent2">
                <a:lumMod val="60000"/>
                <a:lumOff val="40000"/>
              </a:schemeClr>
            </a:solidFill>
          </a:ln>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algn="ctr">
              <a:spcBef>
                <a:spcPct val="20000"/>
              </a:spcBef>
              <a:defRPr/>
            </a:pPr>
            <a:r>
              <a:rPr lang="en-US" sz="2500" dirty="0">
                <a:solidFill>
                  <a:schemeClr val="tx1"/>
                </a:solidFill>
              </a:rPr>
              <a:t>Unit: 5</a:t>
            </a:r>
          </a:p>
        </p:txBody>
      </p:sp>
      <p:sp>
        <p:nvSpPr>
          <p:cNvPr id="14" name="Subtitle 2"/>
          <p:cNvSpPr txBox="1">
            <a:spLocks/>
          </p:cNvSpPr>
          <p:nvPr/>
        </p:nvSpPr>
        <p:spPr>
          <a:xfrm>
            <a:off x="1447800" y="3810000"/>
            <a:ext cx="4191000" cy="838200"/>
          </a:xfrm>
          <a:prstGeom prst="rect">
            <a:avLst/>
          </a:prstGeom>
          <a:ln>
            <a:solidFill>
              <a:schemeClr val="accent2">
                <a:lumMod val="60000"/>
                <a:lumOff val="40000"/>
              </a:schemeClr>
            </a:solidFill>
          </a:ln>
        </p:spPr>
        <p:style>
          <a:lnRef idx="2">
            <a:schemeClr val="accent5"/>
          </a:lnRef>
          <a:fillRef idx="1">
            <a:schemeClr val="lt1"/>
          </a:fillRef>
          <a:effectRef idx="0">
            <a:schemeClr val="accent5"/>
          </a:effectRef>
          <a:fontRef idx="minor">
            <a:schemeClr val="dk1"/>
          </a:fontRef>
        </p:style>
        <p:txBody>
          <a:bodyPr vert="horz" lIns="91440" tIns="45720" rIns="91440" bIns="45720" rtlCol="0" anchor="ctr">
            <a:normAutofit/>
          </a:bodyPr>
          <a:lstStyle/>
          <a:p>
            <a:r>
              <a:rPr lang="en-US" sz="2300" dirty="0">
                <a:solidFill>
                  <a:schemeClr val="tx1"/>
                </a:solidFill>
              </a:rPr>
              <a:t> Design Pattern : </a:t>
            </a:r>
            <a:r>
              <a:rPr lang="en-US" sz="2000" dirty="0">
                <a:solidFill>
                  <a:schemeClr val="tx1"/>
                </a:solidFill>
                <a:latin typeface="Times New Roman" panose="02020603050405020304" pitchFamily="18" charset="0"/>
                <a:cs typeface="Times New Roman" panose="02020603050405020304" pitchFamily="18" charset="0"/>
              </a:rPr>
              <a:t>ACSE0514</a:t>
            </a:r>
            <a:endParaRPr lang="en-US" sz="2300" b="1" dirty="0">
              <a:solidFill>
                <a:schemeClr val="tx1"/>
              </a:solidFill>
            </a:endParaRPr>
          </a:p>
        </p:txBody>
      </p:sp>
      <p:sp>
        <p:nvSpPr>
          <p:cNvPr id="15" name="Subtitle 2"/>
          <p:cNvSpPr txBox="1">
            <a:spLocks/>
          </p:cNvSpPr>
          <p:nvPr/>
        </p:nvSpPr>
        <p:spPr>
          <a:xfrm>
            <a:off x="1447800" y="4876800"/>
            <a:ext cx="4191000" cy="838200"/>
          </a:xfrm>
          <a:prstGeom prst="rect">
            <a:avLst/>
          </a:prstGeom>
          <a:ln>
            <a:solidFill>
              <a:schemeClr val="accent2">
                <a:lumMod val="60000"/>
                <a:lumOff val="40000"/>
              </a:schemeClr>
            </a:solidFill>
          </a:ln>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algn="ctr">
              <a:spcBef>
                <a:spcPct val="20000"/>
              </a:spcBef>
              <a:defRPr/>
            </a:pPr>
            <a:r>
              <a:rPr lang="en-US" sz="2000" dirty="0">
                <a:solidFill>
                  <a:schemeClr val="tx1"/>
                </a:solidFill>
              </a:rPr>
              <a:t>Course Details</a:t>
            </a:r>
            <a:br>
              <a:rPr lang="en-US" sz="2000" dirty="0">
                <a:solidFill>
                  <a:schemeClr val="tx1"/>
                </a:solidFill>
              </a:rPr>
            </a:br>
            <a:r>
              <a:rPr lang="en-US" sz="2000" dirty="0">
                <a:solidFill>
                  <a:schemeClr val="tx1"/>
                </a:solidFill>
              </a:rPr>
              <a:t>(B. Tech. 5</a:t>
            </a:r>
            <a:r>
              <a:rPr lang="en-US" sz="2000" baseline="30000" dirty="0">
                <a:solidFill>
                  <a:schemeClr val="tx1"/>
                </a:solidFill>
              </a:rPr>
              <a:t>th</a:t>
            </a:r>
            <a:r>
              <a:rPr lang="en-US" sz="2000" dirty="0">
                <a:solidFill>
                  <a:schemeClr val="tx1"/>
                </a:solidFill>
              </a:rPr>
              <a:t> Sem)</a:t>
            </a:r>
          </a:p>
        </p:txBody>
      </p:sp>
      <p:sp>
        <p:nvSpPr>
          <p:cNvPr id="16" name="Footer Placeholder 4"/>
          <p:cNvSpPr>
            <a:spLocks noGrp="1"/>
          </p:cNvSpPr>
          <p:nvPr>
            <p:ph type="ftr" sz="quarter" idx="11"/>
          </p:nvPr>
        </p:nvSpPr>
        <p:spPr>
          <a:xfrm>
            <a:off x="4038600" y="6356356"/>
            <a:ext cx="5029200" cy="365125"/>
          </a:xfrm>
        </p:spPr>
        <p:txBody>
          <a:bodyPr/>
          <a:lstStyle/>
          <a:p>
            <a:r>
              <a:rPr lang="en-US" dirty="0"/>
              <a:t>Pooja Kumari      Design Pattern          Unit V</a:t>
            </a:r>
          </a:p>
        </p:txBody>
      </p:sp>
      <p:sp>
        <p:nvSpPr>
          <p:cNvPr id="8" name="TextBox 7">
            <a:extLst>
              <a:ext uri="{FF2B5EF4-FFF2-40B4-BE49-F238E27FC236}">
                <a16:creationId xmlns:a16="http://schemas.microsoft.com/office/drawing/2014/main" id="{B12AA3C9-57FF-9307-B720-DF694DEA1D61}"/>
              </a:ext>
            </a:extLst>
          </p:cNvPr>
          <p:cNvSpPr txBox="1"/>
          <p:nvPr/>
        </p:nvSpPr>
        <p:spPr>
          <a:xfrm>
            <a:off x="2440641" y="84777"/>
            <a:ext cx="9601200" cy="523220"/>
          </a:xfrm>
          <a:prstGeom prst="rect">
            <a:avLst/>
          </a:prstGeom>
          <a:noFill/>
        </p:spPr>
        <p:txBody>
          <a:bodyPr wrap="square">
            <a:spAutoFit/>
          </a:bodyPr>
          <a:lstStyle/>
          <a:p>
            <a:r>
              <a:rPr lang="en-US" sz="2800" dirty="0"/>
              <a:t>Noida Institute of Engineering and Technology, Greater Noida</a:t>
            </a:r>
            <a:endParaRPr lang="en-IN" sz="2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76400" y="3115686"/>
            <a:ext cx="8534400" cy="3024764"/>
          </a:xfrm>
        </p:spPr>
        <p:txBody>
          <a:bodyPr>
            <a:normAutofit lnSpcReduction="10000"/>
          </a:bodyPr>
          <a:lstStyle/>
          <a:p>
            <a:r>
              <a:rPr lang="en-US" sz="2000" dirty="0">
                <a:latin typeface="Times New Roman" panose="02020603050405020304" pitchFamily="18" charset="0"/>
                <a:cs typeface="Times New Roman" panose="02020603050405020304" pitchFamily="18" charset="0"/>
              </a:rPr>
              <a:t>Certificate of Recognition for role as </a:t>
            </a:r>
            <a:r>
              <a:rPr lang="en-US" sz="2000" b="1" dirty="0">
                <a:latin typeface="Times New Roman" panose="02020603050405020304" pitchFamily="18" charset="0"/>
                <a:cs typeface="Times New Roman" panose="02020603050405020304" pitchFamily="18" charset="0"/>
              </a:rPr>
              <a:t>Faculty</a:t>
            </a:r>
            <a:r>
              <a:rPr lang="en-US" sz="2000" dirty="0">
                <a:latin typeface="Times New Roman" panose="02020603050405020304" pitchFamily="18" charset="0"/>
                <a:cs typeface="Times New Roman" panose="02020603050405020304" pitchFamily="18" charset="0"/>
              </a:rPr>
              <a:t> in DU </a:t>
            </a:r>
          </a:p>
          <a:p>
            <a:r>
              <a:rPr lang="en-US" sz="2000" dirty="0">
                <a:latin typeface="Times New Roman" panose="02020603050405020304" pitchFamily="18" charset="0"/>
                <a:cs typeface="Times New Roman" panose="02020603050405020304" pitchFamily="18" charset="0"/>
              </a:rPr>
              <a:t>Worked on Deep learning  technology under the topic </a:t>
            </a:r>
            <a:r>
              <a:rPr lang="en-IN" sz="2000" b="1" dirty="0">
                <a:effectLst/>
                <a:latin typeface="Calibri" panose="020F0502020204030204" pitchFamily="34" charset="0"/>
                <a:ea typeface="Calibri" panose="020F0502020204030204" pitchFamily="34" charset="0"/>
                <a:cs typeface="Times New Roman" panose="02020603050405020304" pitchFamily="18" charset="0"/>
              </a:rPr>
              <a:t>Mining  suggestions  from  imbalanced  datasets  of  online  reviews  using  SMOTE-Random  multi-model  Deep Learning</a:t>
            </a:r>
            <a:r>
              <a:rPr lang="en-US" sz="20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in </a:t>
            </a:r>
            <a:r>
              <a:rPr lang="en-US" sz="2000" dirty="0" err="1">
                <a:latin typeface="Times New Roman" panose="02020603050405020304" pitchFamily="18" charset="0"/>
                <a:cs typeface="Times New Roman" panose="02020603050405020304" pitchFamily="18" charset="0"/>
              </a:rPr>
              <a:t>M.Tech</a:t>
            </a:r>
            <a:r>
              <a:rPr lang="en-US" sz="2000" dirty="0">
                <a:latin typeface="Times New Roman" panose="02020603050405020304" pitchFamily="18" charset="0"/>
                <a:cs typeface="Times New Roman" panose="02020603050405020304" pitchFamily="18" charset="0"/>
              </a:rPr>
              <a:t>.</a:t>
            </a:r>
          </a:p>
          <a:p>
            <a:r>
              <a:rPr lang="en-US" sz="2000" dirty="0">
                <a:latin typeface="Times New Roman" panose="02020603050405020304" pitchFamily="18" charset="0"/>
                <a:cs typeface="Times New Roman" panose="02020603050405020304" pitchFamily="18" charset="0"/>
              </a:rPr>
              <a:t> Published paper in International journal of research computer  science engineering </a:t>
            </a:r>
            <a:r>
              <a:rPr lang="en-US" sz="2000" b="1" dirty="0">
                <a:latin typeface="Times New Roman" panose="02020603050405020304" pitchFamily="18" charset="0"/>
                <a:cs typeface="Times New Roman" panose="02020603050405020304" pitchFamily="18" charset="0"/>
              </a:rPr>
              <a:t>(IJRECE)</a:t>
            </a:r>
            <a:r>
              <a:rPr lang="en-US" sz="2000" dirty="0">
                <a:latin typeface="Times New Roman" panose="02020603050405020304" pitchFamily="18" charset="0"/>
                <a:cs typeface="Times New Roman" panose="02020603050405020304" pitchFamily="18" charset="0"/>
              </a:rPr>
              <a:t> on </a:t>
            </a:r>
            <a:r>
              <a:rPr lang="en-US" sz="2000" b="1" dirty="0">
                <a:latin typeface="Times New Roman" panose="02020603050405020304" pitchFamily="18" charset="0"/>
                <a:cs typeface="Times New Roman" panose="02020603050405020304" pitchFamily="18" charset="0"/>
              </a:rPr>
              <a:t>“</a:t>
            </a:r>
            <a:r>
              <a:rPr lang="en-IN" sz="2000" b="1" dirty="0">
                <a:effectLst/>
                <a:latin typeface="Calibri" panose="020F0502020204030204" pitchFamily="34" charset="0"/>
                <a:ea typeface="Calibri" panose="020F0502020204030204" pitchFamily="34" charset="0"/>
                <a:cs typeface="Times New Roman" panose="02020603050405020304" pitchFamily="18" charset="0"/>
              </a:rPr>
              <a:t>Mining  suggestions  from  imbalanced  datasets  of  online  reviews  using  SMOTE-Random  multi-model  Deep Learning</a:t>
            </a:r>
            <a:r>
              <a:rPr lang="en-US" sz="2000" b="1" dirty="0">
                <a:latin typeface="Times New Roman" panose="02020603050405020304" pitchFamily="18" charset="0"/>
                <a:cs typeface="Times New Roman" panose="02020603050405020304" pitchFamily="18" charset="0"/>
              </a:rPr>
              <a:t>”</a:t>
            </a:r>
            <a:r>
              <a:rPr lang="en-US" sz="2000" dirty="0">
                <a:latin typeface="Times New Roman" panose="02020603050405020304" pitchFamily="18" charset="0"/>
                <a:cs typeface="Times New Roman" panose="02020603050405020304" pitchFamily="18" charset="0"/>
              </a:rPr>
              <a:t> (April-June 2021).</a:t>
            </a:r>
          </a:p>
          <a:p>
            <a:r>
              <a:rPr lang="en-US" sz="2000" b="1" dirty="0">
                <a:latin typeface="Times New Roman" panose="02020603050405020304" pitchFamily="18" charset="0"/>
                <a:cs typeface="Times New Roman" panose="02020603050405020304" pitchFamily="18" charset="0"/>
              </a:rPr>
              <a:t>Area of Interest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Fullstack</a:t>
            </a:r>
            <a:r>
              <a:rPr lang="en-US" sz="2000" dirty="0">
                <a:latin typeface="Times New Roman" panose="02020603050405020304" pitchFamily="18" charset="0"/>
                <a:cs typeface="Times New Roman" panose="02020603050405020304" pitchFamily="18" charset="0"/>
              </a:rPr>
              <a:t>  Web Development, Machine Learning, </a:t>
            </a:r>
            <a:r>
              <a:rPr lang="en-US" sz="2000" dirty="0" err="1">
                <a:latin typeface="Times New Roman" panose="02020603050405020304" pitchFamily="18" charset="0"/>
                <a:cs typeface="Times New Roman" panose="02020603050405020304" pitchFamily="18" charset="0"/>
              </a:rPr>
              <a:t>IOT,python</a:t>
            </a:r>
            <a:endParaRPr lang="en-US" sz="2000" dirty="0">
              <a:latin typeface="Times New Roman" panose="02020603050405020304" pitchFamily="18" charset="0"/>
              <a:cs typeface="Times New Roman" panose="02020603050405020304" pitchFamily="18" charset="0"/>
            </a:endParaRPr>
          </a:p>
        </p:txBody>
      </p:sp>
      <p:sp>
        <p:nvSpPr>
          <p:cNvPr id="6" name="Date Placeholder 5"/>
          <p:cNvSpPr>
            <a:spLocks noGrp="1"/>
          </p:cNvSpPr>
          <p:nvPr>
            <p:ph type="dt" sz="half" idx="10"/>
          </p:nvPr>
        </p:nvSpPr>
        <p:spPr/>
        <p:txBody>
          <a:bodyPr/>
          <a:lstStyle/>
          <a:p>
            <a:fld id="{1EA5F286-7DED-4C9A-B719-A0E4078F7DCA}" type="datetime1">
              <a:rPr lang="en-US" smtClean="0"/>
              <a:t>6/27/2024</a:t>
            </a:fld>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2</a:t>
            </a:fld>
            <a:endParaRPr lang="en-US" dirty="0"/>
          </a:p>
        </p:txBody>
      </p:sp>
      <p:sp>
        <p:nvSpPr>
          <p:cNvPr id="11" name="Footer Placeholder 12"/>
          <p:cNvSpPr>
            <a:spLocks noGrp="1"/>
          </p:cNvSpPr>
          <p:nvPr>
            <p:ph type="ftr" sz="quarter" idx="11"/>
          </p:nvPr>
        </p:nvSpPr>
        <p:spPr>
          <a:xfrm>
            <a:off x="2286000" y="6248401"/>
            <a:ext cx="7010400" cy="365125"/>
          </a:xfrm>
        </p:spPr>
        <p:txBody>
          <a:bodyPr/>
          <a:lstStyle/>
          <a:p>
            <a:r>
              <a:rPr lang="en-US" dirty="0"/>
              <a:t>Pooja Kumari  Design Pattern                            Unit I</a:t>
            </a:r>
          </a:p>
        </p:txBody>
      </p:sp>
      <p:graphicFrame>
        <p:nvGraphicFramePr>
          <p:cNvPr id="2" name="Table 1"/>
          <p:cNvGraphicFramePr>
            <a:graphicFrameLocks noGrp="1"/>
          </p:cNvGraphicFramePr>
          <p:nvPr/>
        </p:nvGraphicFramePr>
        <p:xfrm>
          <a:off x="1981200" y="1055388"/>
          <a:ext cx="6629400" cy="1800838"/>
        </p:xfrm>
        <a:graphic>
          <a:graphicData uri="http://schemas.openxmlformats.org/drawingml/2006/table">
            <a:tbl>
              <a:tblPr firstRow="1" firstCol="1" bandRow="1">
                <a:tableStyleId>{5C22544A-7EE6-4342-B048-85BDC9FD1C3A}</a:tableStyleId>
              </a:tblPr>
              <a:tblGrid>
                <a:gridCol w="1354583">
                  <a:extLst>
                    <a:ext uri="{9D8B030D-6E8A-4147-A177-3AD203B41FA5}">
                      <a16:colId xmlns:a16="http://schemas.microsoft.com/office/drawing/2014/main" val="20000"/>
                    </a:ext>
                  </a:extLst>
                </a:gridCol>
                <a:gridCol w="2966395">
                  <a:extLst>
                    <a:ext uri="{9D8B030D-6E8A-4147-A177-3AD203B41FA5}">
                      <a16:colId xmlns:a16="http://schemas.microsoft.com/office/drawing/2014/main" val="20001"/>
                    </a:ext>
                  </a:extLst>
                </a:gridCol>
                <a:gridCol w="2308422">
                  <a:extLst>
                    <a:ext uri="{9D8B030D-6E8A-4147-A177-3AD203B41FA5}">
                      <a16:colId xmlns:a16="http://schemas.microsoft.com/office/drawing/2014/main" val="20002"/>
                    </a:ext>
                  </a:extLst>
                </a:gridCol>
              </a:tblGrid>
              <a:tr h="706022">
                <a:tc>
                  <a:txBody>
                    <a:bodyPr/>
                    <a:lstStyle/>
                    <a:p>
                      <a:pPr marL="0" marR="0" algn="just">
                        <a:lnSpc>
                          <a:spcPct val="115000"/>
                        </a:lnSpc>
                        <a:spcBef>
                          <a:spcPts val="0"/>
                        </a:spcBef>
                        <a:spcAft>
                          <a:spcPts val="0"/>
                        </a:spcAft>
                      </a:pPr>
                      <a:r>
                        <a:rPr lang="en-US" sz="1600" dirty="0">
                          <a:effectLst/>
                        </a:rPr>
                        <a:t>COURSE</a:t>
                      </a:r>
                    </a:p>
                    <a:p>
                      <a:pPr marL="0" marR="0" algn="just">
                        <a:lnSpc>
                          <a:spcPct val="115000"/>
                        </a:lnSpc>
                        <a:spcBef>
                          <a:spcPts val="0"/>
                        </a:spcBef>
                        <a:spcAft>
                          <a:spcPts val="0"/>
                        </a:spcAft>
                      </a:pPr>
                      <a:r>
                        <a:rPr lang="en-US" sz="1600" dirty="0">
                          <a:effectLst/>
                        </a:rPr>
                        <a:t> </a:t>
                      </a:r>
                      <a:endParaRPr lang="en-US" sz="16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tc>
                <a:tc>
                  <a:txBody>
                    <a:bodyPr/>
                    <a:lstStyle/>
                    <a:p>
                      <a:pPr marL="0" marR="0" algn="just">
                        <a:lnSpc>
                          <a:spcPct val="115000"/>
                        </a:lnSpc>
                        <a:spcBef>
                          <a:spcPts val="0"/>
                        </a:spcBef>
                        <a:spcAft>
                          <a:spcPts val="0"/>
                        </a:spcAft>
                      </a:pPr>
                      <a:r>
                        <a:rPr lang="en-US" sz="1600" dirty="0">
                          <a:effectLst/>
                        </a:rPr>
                        <a:t>BOARD/UNIVERSITY</a:t>
                      </a:r>
                      <a:endParaRPr lang="en-US" sz="16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tc>
                <a:tc>
                  <a:txBody>
                    <a:bodyPr/>
                    <a:lstStyle/>
                    <a:p>
                      <a:pPr marL="0" marR="0" algn="just">
                        <a:lnSpc>
                          <a:spcPct val="115000"/>
                        </a:lnSpc>
                        <a:spcBef>
                          <a:spcPts val="0"/>
                        </a:spcBef>
                        <a:spcAft>
                          <a:spcPts val="0"/>
                        </a:spcAft>
                      </a:pPr>
                      <a:r>
                        <a:rPr lang="en-US" sz="1600" dirty="0">
                          <a:effectLst/>
                        </a:rPr>
                        <a:t>YEAR OF PASSING</a:t>
                      </a:r>
                      <a:endParaRPr lang="en-US" sz="16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tc>
                <a:extLst>
                  <a:ext uri="{0D108BD9-81ED-4DB2-BD59-A6C34878D82A}">
                    <a16:rowId xmlns:a16="http://schemas.microsoft.com/office/drawing/2014/main" val="10000"/>
                  </a:ext>
                </a:extLst>
              </a:tr>
              <a:tr h="547408">
                <a:tc>
                  <a:txBody>
                    <a:bodyPr/>
                    <a:lstStyle/>
                    <a:p>
                      <a:pPr marL="0" marR="0" algn="just">
                        <a:lnSpc>
                          <a:spcPct val="115000"/>
                        </a:lnSpc>
                        <a:spcBef>
                          <a:spcPts val="0"/>
                        </a:spcBef>
                        <a:spcAft>
                          <a:spcPts val="0"/>
                        </a:spcAft>
                      </a:pPr>
                      <a:r>
                        <a:rPr lang="en-US" sz="1600" dirty="0">
                          <a:effectLst/>
                        </a:rPr>
                        <a:t>M.Tech</a:t>
                      </a:r>
                      <a:endParaRPr lang="en-US" sz="16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tc>
                <a:tc>
                  <a:txBody>
                    <a:bodyPr/>
                    <a:lstStyle/>
                    <a:p>
                      <a:pPr marL="0" marR="0" algn="just">
                        <a:lnSpc>
                          <a:spcPct val="115000"/>
                        </a:lnSpc>
                        <a:spcBef>
                          <a:spcPts val="0"/>
                        </a:spcBef>
                        <a:spcAft>
                          <a:spcPts val="0"/>
                        </a:spcAft>
                      </a:pPr>
                      <a:r>
                        <a:rPr lang="en-US" sz="1600" dirty="0">
                          <a:effectLst/>
                        </a:rPr>
                        <a:t>PCST,RGPV,</a:t>
                      </a:r>
                      <a:r>
                        <a:rPr lang="en-US" sz="1600" baseline="0" dirty="0">
                          <a:effectLst/>
                        </a:rPr>
                        <a:t> Bhopal</a:t>
                      </a:r>
                      <a:endParaRPr lang="en-US" sz="16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tc>
                <a:tc>
                  <a:txBody>
                    <a:bodyPr/>
                    <a:lstStyle/>
                    <a:p>
                      <a:pPr marL="0" marR="0" algn="just">
                        <a:lnSpc>
                          <a:spcPct val="115000"/>
                        </a:lnSpc>
                        <a:spcBef>
                          <a:spcPts val="0"/>
                        </a:spcBef>
                        <a:spcAft>
                          <a:spcPts val="0"/>
                        </a:spcAft>
                      </a:pPr>
                      <a:r>
                        <a:rPr lang="en-US" sz="1600" dirty="0">
                          <a:effectLst/>
                        </a:rPr>
                        <a:t>2021</a:t>
                      </a:r>
                      <a:endParaRPr lang="en-US" sz="16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tc>
                <a:extLst>
                  <a:ext uri="{0D108BD9-81ED-4DB2-BD59-A6C34878D82A}">
                    <a16:rowId xmlns:a16="http://schemas.microsoft.com/office/drawing/2014/main" val="10001"/>
                  </a:ext>
                </a:extLst>
              </a:tr>
              <a:tr h="547408">
                <a:tc>
                  <a:txBody>
                    <a:bodyPr/>
                    <a:lstStyle/>
                    <a:p>
                      <a:pPr marL="0" marR="0" algn="just">
                        <a:lnSpc>
                          <a:spcPct val="115000"/>
                        </a:lnSpc>
                        <a:spcBef>
                          <a:spcPts val="0"/>
                        </a:spcBef>
                        <a:spcAft>
                          <a:spcPts val="0"/>
                        </a:spcAft>
                      </a:pPr>
                      <a:r>
                        <a:rPr lang="en-US" sz="1600">
                          <a:effectLst/>
                        </a:rPr>
                        <a:t>B.Tech</a:t>
                      </a:r>
                      <a:endParaRPr lang="en-US" sz="160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tc>
                <a:tc>
                  <a:txBody>
                    <a:bodyPr/>
                    <a:lstStyle/>
                    <a:p>
                      <a:pPr marL="0" marR="0" algn="just">
                        <a:lnSpc>
                          <a:spcPct val="115000"/>
                        </a:lnSpc>
                        <a:spcBef>
                          <a:spcPts val="0"/>
                        </a:spcBef>
                        <a:spcAft>
                          <a:spcPts val="0"/>
                        </a:spcAft>
                      </a:pPr>
                      <a:r>
                        <a:rPr lang="en-US" sz="1600" dirty="0">
                          <a:effectLst/>
                        </a:rPr>
                        <a:t> SKP,</a:t>
                      </a:r>
                      <a:r>
                        <a:rPr lang="en-US" sz="1600" baseline="0" dirty="0">
                          <a:effectLst/>
                        </a:rPr>
                        <a:t> ANNA, CHENNAI</a:t>
                      </a:r>
                      <a:endParaRPr lang="en-US" sz="16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tc>
                <a:tc>
                  <a:txBody>
                    <a:bodyPr/>
                    <a:lstStyle/>
                    <a:p>
                      <a:pPr marL="0" marR="0" algn="just">
                        <a:lnSpc>
                          <a:spcPct val="115000"/>
                        </a:lnSpc>
                        <a:spcBef>
                          <a:spcPts val="0"/>
                        </a:spcBef>
                        <a:spcAft>
                          <a:spcPts val="0"/>
                        </a:spcAft>
                      </a:pPr>
                      <a:r>
                        <a:rPr lang="en-US" sz="1600" dirty="0">
                          <a:effectLst/>
                        </a:rPr>
                        <a:t>2015</a:t>
                      </a:r>
                      <a:endParaRPr lang="en-US" sz="16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tc>
                <a:extLst>
                  <a:ext uri="{0D108BD9-81ED-4DB2-BD59-A6C34878D82A}">
                    <a16:rowId xmlns:a16="http://schemas.microsoft.com/office/drawing/2014/main" val="10002"/>
                  </a:ext>
                </a:extLst>
              </a:tr>
            </a:tbl>
          </a:graphicData>
        </a:graphic>
      </p:graphicFrame>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08688" y="761683"/>
            <a:ext cx="1569744" cy="2374725"/>
          </a:xfrm>
          <a:prstGeom prst="rect">
            <a:avLst/>
          </a:prstGeom>
        </p:spPr>
      </p:pic>
      <p:pic>
        <p:nvPicPr>
          <p:cNvPr id="9" name="Picture 8">
            <a:extLst>
              <a:ext uri="{FF2B5EF4-FFF2-40B4-BE49-F238E27FC236}">
                <a16:creationId xmlns:a16="http://schemas.microsoft.com/office/drawing/2014/main" id="{7A267FD7-97A2-6C03-6924-1F9E3FEC610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737600" y="730466"/>
            <a:ext cx="1930400" cy="2405942"/>
          </a:xfrm>
          <a:prstGeom prst="rect">
            <a:avLst/>
          </a:prstGeom>
        </p:spPr>
      </p:pic>
      <p:sp>
        <p:nvSpPr>
          <p:cNvPr id="10" name="TextBox 9">
            <a:extLst>
              <a:ext uri="{FF2B5EF4-FFF2-40B4-BE49-F238E27FC236}">
                <a16:creationId xmlns:a16="http://schemas.microsoft.com/office/drawing/2014/main" id="{19CF8F4A-82C8-460B-DCD9-D1105FD9D3B8}"/>
              </a:ext>
            </a:extLst>
          </p:cNvPr>
          <p:cNvSpPr txBox="1"/>
          <p:nvPr/>
        </p:nvSpPr>
        <p:spPr>
          <a:xfrm>
            <a:off x="3200400" y="65479"/>
            <a:ext cx="6096000" cy="523220"/>
          </a:xfrm>
          <a:prstGeom prst="rect">
            <a:avLst/>
          </a:prstGeom>
          <a:noFill/>
        </p:spPr>
        <p:txBody>
          <a:bodyPr wrap="square">
            <a:spAutoFit/>
          </a:bodyPr>
          <a:lstStyle/>
          <a:p>
            <a:pPr algn="ctr">
              <a:spcBef>
                <a:spcPct val="0"/>
              </a:spcBef>
              <a:defRPr/>
            </a:pPr>
            <a:r>
              <a:rPr lang="en-US" sz="2800" dirty="0"/>
              <a:t>Brief Introduction of Faculty</a:t>
            </a:r>
          </a:p>
        </p:txBody>
      </p:sp>
    </p:spTree>
    <p:extLst>
      <p:ext uri="{BB962C8B-B14F-4D97-AF65-F5344CB8AC3E}">
        <p14:creationId xmlns:p14="http://schemas.microsoft.com/office/powerpoint/2010/main" val="39573433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166CCF3-1022-44B9-9DE6-214CD273FDC2}" type="datetime1">
              <a:rPr lang="en-US" smtClean="0"/>
              <a:t>6/27/2024</a:t>
            </a:fld>
            <a:endParaRPr lang="en-US" dirty="0"/>
          </a:p>
        </p:txBody>
      </p:sp>
      <p:sp>
        <p:nvSpPr>
          <p:cNvPr id="5" name="Footer Placeholder 4"/>
          <p:cNvSpPr>
            <a:spLocks noGrp="1"/>
          </p:cNvSpPr>
          <p:nvPr>
            <p:ph type="ftr" sz="quarter" idx="11"/>
          </p:nvPr>
        </p:nvSpPr>
        <p:spPr>
          <a:xfrm>
            <a:off x="4343400" y="6248406"/>
            <a:ext cx="4724400" cy="365125"/>
          </a:xfrm>
        </p:spPr>
        <p:txBody>
          <a:bodyPr/>
          <a:lstStyle/>
          <a:p>
            <a:r>
              <a:rPr lang="en-US"/>
              <a:t>Rajat Kumar       Design Pattern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a:t>
            </a:fld>
            <a:endParaRPr lang="en-US" dirty="0"/>
          </a:p>
        </p:txBody>
      </p:sp>
      <p:pic>
        <p:nvPicPr>
          <p:cNvPr id="2" name="Picture 1"/>
          <p:cNvPicPr>
            <a:picLocks noChangeAspect="1"/>
          </p:cNvPicPr>
          <p:nvPr/>
        </p:nvPicPr>
        <p:blipFill>
          <a:blip r:embed="rId2"/>
          <a:stretch>
            <a:fillRect/>
          </a:stretch>
        </p:blipFill>
        <p:spPr>
          <a:xfrm>
            <a:off x="1676400" y="793757"/>
            <a:ext cx="9390164" cy="5855044"/>
          </a:xfrm>
          <a:prstGeom prst="rect">
            <a:avLst/>
          </a:prstGeom>
          <a:ln>
            <a:solidFill>
              <a:schemeClr val="accent1"/>
            </a:solidFill>
          </a:ln>
        </p:spPr>
      </p:pic>
      <p:sp>
        <p:nvSpPr>
          <p:cNvPr id="9" name="TextBox 8"/>
          <p:cNvSpPr txBox="1"/>
          <p:nvPr/>
        </p:nvSpPr>
        <p:spPr>
          <a:xfrm>
            <a:off x="2933700" y="4114800"/>
            <a:ext cx="2819400" cy="461665"/>
          </a:xfrm>
          <a:prstGeom prst="rect">
            <a:avLst/>
          </a:prstGeom>
          <a:solidFill>
            <a:srgbClr val="C00000"/>
          </a:solidFill>
          <a:ln>
            <a:solidFill>
              <a:schemeClr val="bg1"/>
            </a:solidFill>
          </a:ln>
        </p:spPr>
        <p:txBody>
          <a:bodyPr wrap="square" rtlCol="0">
            <a:spAutoFit/>
          </a:bodyPr>
          <a:lstStyle/>
          <a:p>
            <a:r>
              <a:rPr lang="en-US" sz="1200" dirty="0"/>
              <a:t>Python Web development with Django</a:t>
            </a:r>
          </a:p>
          <a:p>
            <a:r>
              <a:rPr lang="en-US" sz="1200" dirty="0"/>
              <a:t>Design Pattern</a:t>
            </a:r>
          </a:p>
        </p:txBody>
      </p:sp>
      <p:sp>
        <p:nvSpPr>
          <p:cNvPr id="8" name="TextBox 7">
            <a:extLst>
              <a:ext uri="{FF2B5EF4-FFF2-40B4-BE49-F238E27FC236}">
                <a16:creationId xmlns:a16="http://schemas.microsoft.com/office/drawing/2014/main" id="{6BE62DFC-A438-523E-4637-08C101941DA5}"/>
              </a:ext>
            </a:extLst>
          </p:cNvPr>
          <p:cNvSpPr txBox="1"/>
          <p:nvPr/>
        </p:nvSpPr>
        <p:spPr>
          <a:xfrm>
            <a:off x="3810000" y="29905"/>
            <a:ext cx="6096000" cy="523220"/>
          </a:xfrm>
          <a:prstGeom prst="rect">
            <a:avLst/>
          </a:prstGeom>
          <a:noFill/>
        </p:spPr>
        <p:txBody>
          <a:bodyPr wrap="square">
            <a:spAutoFit/>
          </a:bodyPr>
          <a:lstStyle/>
          <a:p>
            <a:pPr algn="ctr">
              <a:spcBef>
                <a:spcPct val="0"/>
              </a:spcBef>
              <a:defRPr/>
            </a:pPr>
            <a:r>
              <a:rPr lang="en-US" sz="2800" dirty="0"/>
              <a:t>Evaluation Scheme</a:t>
            </a:r>
          </a:p>
        </p:txBody>
      </p:sp>
    </p:spTree>
    <p:extLst>
      <p:ext uri="{BB962C8B-B14F-4D97-AF65-F5344CB8AC3E}">
        <p14:creationId xmlns:p14="http://schemas.microsoft.com/office/powerpoint/2010/main" val="12705605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E9301-AC8A-6D8B-768B-A760703590D7}"/>
              </a:ext>
            </a:extLst>
          </p:cNvPr>
          <p:cNvSpPr txBox="1">
            <a:spLocks/>
          </p:cNvSpPr>
          <p:nvPr/>
        </p:nvSpPr>
        <p:spPr>
          <a:xfrm>
            <a:off x="2209800" y="2"/>
            <a:ext cx="99822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r>
              <a:rPr lang="en-US" sz="2400" dirty="0">
                <a:latin typeface="Times New Roman" panose="02020603050405020304" pitchFamily="18" charset="0"/>
                <a:cs typeface="Times New Roman" panose="02020603050405020304" pitchFamily="18" charset="0"/>
              </a:rPr>
              <a:t>Syllabus </a:t>
            </a:r>
          </a:p>
        </p:txBody>
      </p:sp>
      <p:pic>
        <p:nvPicPr>
          <p:cNvPr id="3" name="Picture 2" descr="A black and red logo&#10;&#10;Description automatically generated">
            <a:extLst>
              <a:ext uri="{FF2B5EF4-FFF2-40B4-BE49-F238E27FC236}">
                <a16:creationId xmlns:a16="http://schemas.microsoft.com/office/drawing/2014/main" id="{55A7DD11-D765-8451-07D5-756EEBA1F8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graphicFrame>
        <p:nvGraphicFramePr>
          <p:cNvPr id="11" name="Diagram 10">
            <a:extLst>
              <a:ext uri="{FF2B5EF4-FFF2-40B4-BE49-F238E27FC236}">
                <a16:creationId xmlns:a16="http://schemas.microsoft.com/office/drawing/2014/main" id="{A8B8EE91-248F-03D6-3AB5-A8062153E985}"/>
              </a:ext>
            </a:extLst>
          </p:cNvPr>
          <p:cNvGraphicFramePr/>
          <p:nvPr/>
        </p:nvGraphicFramePr>
        <p:xfrm>
          <a:off x="3588782" y="1245679"/>
          <a:ext cx="8475407" cy="540092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2" name="TextBox 11">
            <a:extLst>
              <a:ext uri="{FF2B5EF4-FFF2-40B4-BE49-F238E27FC236}">
                <a16:creationId xmlns:a16="http://schemas.microsoft.com/office/drawing/2014/main" id="{E903C9C0-1DEC-FC13-921D-298E2B03C103}"/>
              </a:ext>
            </a:extLst>
          </p:cNvPr>
          <p:cNvSpPr txBox="1"/>
          <p:nvPr/>
        </p:nvSpPr>
        <p:spPr>
          <a:xfrm>
            <a:off x="0" y="3264139"/>
            <a:ext cx="4090220" cy="815608"/>
          </a:xfrm>
          <a:prstGeom prst="rect">
            <a:avLst/>
          </a:prstGeom>
          <a:noFill/>
        </p:spPr>
        <p:txBody>
          <a:bodyPr wrap="square" rtlCol="0">
            <a:spAutoFit/>
          </a:bodyPr>
          <a:lstStyle/>
          <a:p>
            <a:pPr algn="ctr"/>
            <a:r>
              <a:rPr lang="en-US" sz="2200" b="1" dirty="0">
                <a:latin typeface="Times New Roman" panose="02020603050405020304" pitchFamily="18" charset="0"/>
                <a:cs typeface="Times New Roman" panose="02020603050405020304" pitchFamily="18" charset="0"/>
              </a:rPr>
              <a:t>UNIT I</a:t>
            </a:r>
            <a:r>
              <a:rPr lang="en-US" sz="2800" b="1"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a:p>
            <a:pPr algn="ctr"/>
            <a:r>
              <a:rPr lang="en-US" sz="1900" b="1" dirty="0">
                <a:latin typeface="Times New Roman" panose="02020603050405020304" pitchFamily="18" charset="0"/>
                <a:cs typeface="Times New Roman" panose="02020603050405020304" pitchFamily="18" charset="0"/>
              </a:rPr>
              <a:t>INTRODUCTION</a:t>
            </a:r>
            <a:endParaRPr lang="en-IN" sz="1900" b="1" dirty="0">
              <a:latin typeface="Times New Roman" panose="02020603050405020304" pitchFamily="18" charset="0"/>
              <a:cs typeface="Times New Roman" panose="02020603050405020304" pitchFamily="18" charset="0"/>
            </a:endParaRPr>
          </a:p>
        </p:txBody>
      </p:sp>
      <p:sp>
        <p:nvSpPr>
          <p:cNvPr id="7" name="Date Placeholder 8">
            <a:extLst>
              <a:ext uri="{FF2B5EF4-FFF2-40B4-BE49-F238E27FC236}">
                <a16:creationId xmlns:a16="http://schemas.microsoft.com/office/drawing/2014/main" id="{B41D572F-1D41-A80D-3851-256D9F8E1FA9}"/>
              </a:ext>
            </a:extLst>
          </p:cNvPr>
          <p:cNvSpPr>
            <a:spLocks noGrp="1"/>
          </p:cNvSpPr>
          <p:nvPr>
            <p:ph type="dt" sz="half" idx="10"/>
          </p:nvPr>
        </p:nvSpPr>
        <p:spPr>
          <a:xfrm>
            <a:off x="2209800" y="6475522"/>
            <a:ext cx="2133600" cy="365125"/>
          </a:xfrm>
        </p:spPr>
        <p:txBody>
          <a:bodyPr/>
          <a:lstStyle/>
          <a:p>
            <a:fld id="{D03A9178-A193-474D-B1A9-E69043C2C3E6}" type="datetime1">
              <a:rPr lang="en-US" smtClean="0">
                <a:latin typeface="Times New Roman" panose="02020603050405020304" pitchFamily="18" charset="0"/>
                <a:cs typeface="Times New Roman" panose="02020603050405020304" pitchFamily="18" charset="0"/>
              </a:rPr>
              <a:t>6/27/2024</a:t>
            </a:fld>
            <a:endParaRPr lang="en-US" dirty="0">
              <a:latin typeface="Times New Roman" panose="02020603050405020304" pitchFamily="18" charset="0"/>
              <a:cs typeface="Times New Roman" panose="02020603050405020304" pitchFamily="18" charset="0"/>
            </a:endParaRPr>
          </a:p>
        </p:txBody>
      </p:sp>
      <p:sp>
        <p:nvSpPr>
          <p:cNvPr id="8" name="Footer Placeholder 12">
            <a:extLst>
              <a:ext uri="{FF2B5EF4-FFF2-40B4-BE49-F238E27FC236}">
                <a16:creationId xmlns:a16="http://schemas.microsoft.com/office/drawing/2014/main" id="{F4951045-FDAD-A02F-3044-58C406C54735}"/>
              </a:ext>
            </a:extLst>
          </p:cNvPr>
          <p:cNvSpPr>
            <a:spLocks noGrp="1"/>
          </p:cNvSpPr>
          <p:nvPr>
            <p:ph type="ftr" sz="quarter" idx="11"/>
          </p:nvPr>
        </p:nvSpPr>
        <p:spPr>
          <a:xfrm>
            <a:off x="4090220" y="6464043"/>
            <a:ext cx="5029200" cy="365125"/>
          </a:xfrm>
        </p:spPr>
        <p:txBody>
          <a:bodyPr/>
          <a:lstStyle/>
          <a:p>
            <a:r>
              <a:rPr lang="en-US" dirty="0">
                <a:latin typeface="Times New Roman" panose="02020603050405020304" pitchFamily="18" charset="0"/>
                <a:cs typeface="Times New Roman" panose="02020603050405020304" pitchFamily="18" charset="0"/>
              </a:rPr>
              <a:t>Pooja Kumari             ACSE0514 (Design Patterns)                Unit 1</a:t>
            </a:r>
          </a:p>
        </p:txBody>
      </p:sp>
      <p:sp>
        <p:nvSpPr>
          <p:cNvPr id="4" name="Slide Number Placeholder 3">
            <a:extLst>
              <a:ext uri="{FF2B5EF4-FFF2-40B4-BE49-F238E27FC236}">
                <a16:creationId xmlns:a16="http://schemas.microsoft.com/office/drawing/2014/main" id="{75EBAC75-DB69-6114-FA42-7B553D270BE8}"/>
              </a:ext>
            </a:extLst>
          </p:cNvPr>
          <p:cNvSpPr>
            <a:spLocks noGrp="1"/>
          </p:cNvSpPr>
          <p:nvPr>
            <p:ph type="sldNum" sz="quarter" idx="12"/>
          </p:nvPr>
        </p:nvSpPr>
        <p:spPr/>
        <p:txBody>
          <a:bodyPr/>
          <a:lstStyle/>
          <a:p>
            <a:fld id="{1C240D67-9971-404E-B037-96858983E437}" type="slidenum">
              <a:rPr lang="en-IN" smtClean="0">
                <a:latin typeface="Times New Roman" panose="02020603050405020304" pitchFamily="18" charset="0"/>
                <a:cs typeface="Times New Roman" panose="02020603050405020304" pitchFamily="18" charset="0"/>
              </a:rPr>
              <a:t>4</a:t>
            </a:fld>
            <a:endParaRPr lang="en-IN">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481386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E9301-AC8A-6D8B-768B-A760703590D7}"/>
              </a:ext>
            </a:extLst>
          </p:cNvPr>
          <p:cNvSpPr txBox="1">
            <a:spLocks/>
          </p:cNvSpPr>
          <p:nvPr/>
        </p:nvSpPr>
        <p:spPr>
          <a:xfrm>
            <a:off x="2209800" y="2"/>
            <a:ext cx="99822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r>
              <a:rPr lang="en-US" dirty="0">
                <a:latin typeface="Times New Roman" panose="02020603050405020304" pitchFamily="18" charset="0"/>
                <a:cs typeface="Times New Roman" panose="02020603050405020304" pitchFamily="18" charset="0"/>
              </a:rPr>
              <a:t>Syllabus </a:t>
            </a:r>
          </a:p>
        </p:txBody>
      </p:sp>
      <p:pic>
        <p:nvPicPr>
          <p:cNvPr id="3" name="Picture 2" descr="A black and red logo&#10;&#10;Description automatically generated">
            <a:extLst>
              <a:ext uri="{FF2B5EF4-FFF2-40B4-BE49-F238E27FC236}">
                <a16:creationId xmlns:a16="http://schemas.microsoft.com/office/drawing/2014/main" id="{55A7DD11-D765-8451-07D5-756EEBA1F8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graphicFrame>
        <p:nvGraphicFramePr>
          <p:cNvPr id="11" name="Diagram 10">
            <a:extLst>
              <a:ext uri="{FF2B5EF4-FFF2-40B4-BE49-F238E27FC236}">
                <a16:creationId xmlns:a16="http://schemas.microsoft.com/office/drawing/2014/main" id="{A8B8EE91-248F-03D6-3AB5-A8062153E985}"/>
              </a:ext>
            </a:extLst>
          </p:cNvPr>
          <p:cNvGraphicFramePr/>
          <p:nvPr/>
        </p:nvGraphicFramePr>
        <p:xfrm>
          <a:off x="3588782" y="1245679"/>
          <a:ext cx="8475407" cy="540092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2" name="TextBox 11">
            <a:extLst>
              <a:ext uri="{FF2B5EF4-FFF2-40B4-BE49-F238E27FC236}">
                <a16:creationId xmlns:a16="http://schemas.microsoft.com/office/drawing/2014/main" id="{E903C9C0-1DEC-FC13-921D-298E2B03C103}"/>
              </a:ext>
            </a:extLst>
          </p:cNvPr>
          <p:cNvSpPr txBox="1"/>
          <p:nvPr/>
        </p:nvSpPr>
        <p:spPr>
          <a:xfrm>
            <a:off x="0" y="3264139"/>
            <a:ext cx="4090220" cy="815608"/>
          </a:xfrm>
          <a:prstGeom prst="rect">
            <a:avLst/>
          </a:prstGeom>
          <a:noFill/>
        </p:spPr>
        <p:txBody>
          <a:bodyPr wrap="square" rtlCol="0">
            <a:spAutoFit/>
          </a:bodyPr>
          <a:lstStyle/>
          <a:p>
            <a:pPr algn="ctr"/>
            <a:r>
              <a:rPr lang="en-US" sz="2800" b="1" dirty="0">
                <a:latin typeface="Times New Roman" panose="02020603050405020304" pitchFamily="18" charset="0"/>
                <a:cs typeface="Times New Roman" panose="02020603050405020304" pitchFamily="18" charset="0"/>
              </a:rPr>
              <a:t>UNIT II </a:t>
            </a:r>
            <a:endParaRPr lang="en-US" dirty="0">
              <a:latin typeface="Times New Roman" panose="02020603050405020304" pitchFamily="18" charset="0"/>
              <a:cs typeface="Times New Roman" panose="02020603050405020304" pitchFamily="18" charset="0"/>
            </a:endParaRPr>
          </a:p>
          <a:p>
            <a:pPr algn="ctr"/>
            <a:r>
              <a:rPr lang="en-US" sz="1900" b="1" dirty="0">
                <a:latin typeface="Times New Roman" panose="02020603050405020304" pitchFamily="18" charset="0"/>
                <a:cs typeface="Times New Roman" panose="02020603050405020304" pitchFamily="18" charset="0"/>
              </a:rPr>
              <a:t>CREATIONAL DESIGN PATTERNS</a:t>
            </a:r>
            <a:endParaRPr lang="en-IN" sz="1900" b="1" dirty="0">
              <a:latin typeface="Times New Roman" panose="02020603050405020304" pitchFamily="18" charset="0"/>
              <a:cs typeface="Times New Roman" panose="02020603050405020304" pitchFamily="18" charset="0"/>
            </a:endParaRPr>
          </a:p>
        </p:txBody>
      </p:sp>
      <p:sp>
        <p:nvSpPr>
          <p:cNvPr id="4" name="Date Placeholder 8">
            <a:extLst>
              <a:ext uri="{FF2B5EF4-FFF2-40B4-BE49-F238E27FC236}">
                <a16:creationId xmlns:a16="http://schemas.microsoft.com/office/drawing/2014/main" id="{E7FBB543-0011-9F4E-610A-04D665AF8F8B}"/>
              </a:ext>
            </a:extLst>
          </p:cNvPr>
          <p:cNvSpPr>
            <a:spLocks noGrp="1"/>
          </p:cNvSpPr>
          <p:nvPr>
            <p:ph type="dt" sz="half" idx="10"/>
          </p:nvPr>
        </p:nvSpPr>
        <p:spPr>
          <a:xfrm>
            <a:off x="2209800" y="6475522"/>
            <a:ext cx="2133600" cy="365125"/>
          </a:xfrm>
        </p:spPr>
        <p:txBody>
          <a:bodyPr/>
          <a:lstStyle/>
          <a:p>
            <a:fld id="{5466DD66-F326-4635-97A5-9B980D6F3773}" type="datetime1">
              <a:rPr lang="en-US" smtClean="0">
                <a:latin typeface="Times New Roman" panose="02020603050405020304" pitchFamily="18" charset="0"/>
                <a:cs typeface="Times New Roman" panose="02020603050405020304" pitchFamily="18" charset="0"/>
              </a:rPr>
              <a:t>6/27/2024</a:t>
            </a:fld>
            <a:endParaRPr lang="en-US" dirty="0">
              <a:latin typeface="Times New Roman" panose="02020603050405020304" pitchFamily="18" charset="0"/>
              <a:cs typeface="Times New Roman" panose="02020603050405020304" pitchFamily="18" charset="0"/>
            </a:endParaRPr>
          </a:p>
        </p:txBody>
      </p:sp>
      <p:sp>
        <p:nvSpPr>
          <p:cNvPr id="5" name="Footer Placeholder 12">
            <a:extLst>
              <a:ext uri="{FF2B5EF4-FFF2-40B4-BE49-F238E27FC236}">
                <a16:creationId xmlns:a16="http://schemas.microsoft.com/office/drawing/2014/main" id="{A3F71A58-C557-12B5-79E7-4E29EDFBB3C3}"/>
              </a:ext>
            </a:extLst>
          </p:cNvPr>
          <p:cNvSpPr>
            <a:spLocks noGrp="1"/>
          </p:cNvSpPr>
          <p:nvPr>
            <p:ph type="ftr" sz="quarter" idx="11"/>
          </p:nvPr>
        </p:nvSpPr>
        <p:spPr>
          <a:xfrm>
            <a:off x="4090220" y="6464043"/>
            <a:ext cx="5029200" cy="365125"/>
          </a:xfrm>
        </p:spPr>
        <p:txBody>
          <a:bodyPr/>
          <a:lstStyle/>
          <a:p>
            <a:r>
              <a:rPr lang="en-US" dirty="0">
                <a:latin typeface="Times New Roman" panose="02020603050405020304" pitchFamily="18" charset="0"/>
                <a:cs typeface="Times New Roman" panose="02020603050405020304" pitchFamily="18" charset="0"/>
              </a:rPr>
              <a:t>Pooja Kumari         ACSE0514 (Design Patterns)                Unit 1</a:t>
            </a:r>
          </a:p>
        </p:txBody>
      </p:sp>
      <p:sp>
        <p:nvSpPr>
          <p:cNvPr id="6" name="Slide Number Placeholder 5">
            <a:extLst>
              <a:ext uri="{FF2B5EF4-FFF2-40B4-BE49-F238E27FC236}">
                <a16:creationId xmlns:a16="http://schemas.microsoft.com/office/drawing/2014/main" id="{9BBC03A9-CD63-7298-52C9-A1F623619DBF}"/>
              </a:ext>
            </a:extLst>
          </p:cNvPr>
          <p:cNvSpPr>
            <a:spLocks noGrp="1"/>
          </p:cNvSpPr>
          <p:nvPr>
            <p:ph type="sldNum" sz="quarter" idx="12"/>
          </p:nvPr>
        </p:nvSpPr>
        <p:spPr/>
        <p:txBody>
          <a:bodyPr/>
          <a:lstStyle/>
          <a:p>
            <a:fld id="{1C240D67-9971-404E-B037-96858983E437}" type="slidenum">
              <a:rPr lang="en-IN" smtClean="0">
                <a:latin typeface="Times New Roman" panose="02020603050405020304" pitchFamily="18" charset="0"/>
                <a:cs typeface="Times New Roman" panose="02020603050405020304" pitchFamily="18" charset="0"/>
              </a:rPr>
              <a:t>5</a:t>
            </a:fld>
            <a:endParaRPr lang="en-IN">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317016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E9301-AC8A-6D8B-768B-A760703590D7}"/>
              </a:ext>
            </a:extLst>
          </p:cNvPr>
          <p:cNvSpPr txBox="1">
            <a:spLocks/>
          </p:cNvSpPr>
          <p:nvPr/>
        </p:nvSpPr>
        <p:spPr>
          <a:xfrm>
            <a:off x="2209800" y="2"/>
            <a:ext cx="99822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r>
              <a:rPr lang="en-US" sz="2400" dirty="0">
                <a:latin typeface="Times New Roman" panose="02020603050405020304" pitchFamily="18" charset="0"/>
                <a:cs typeface="Times New Roman" panose="02020603050405020304" pitchFamily="18" charset="0"/>
              </a:rPr>
              <a:t>Syllabus </a:t>
            </a:r>
          </a:p>
        </p:txBody>
      </p:sp>
      <p:pic>
        <p:nvPicPr>
          <p:cNvPr id="3" name="Picture 2" descr="A black and red logo&#10;&#10;Description automatically generated">
            <a:extLst>
              <a:ext uri="{FF2B5EF4-FFF2-40B4-BE49-F238E27FC236}">
                <a16:creationId xmlns:a16="http://schemas.microsoft.com/office/drawing/2014/main" id="{55A7DD11-D765-8451-07D5-756EEBA1F8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graphicFrame>
        <p:nvGraphicFramePr>
          <p:cNvPr id="11" name="Diagram 10">
            <a:extLst>
              <a:ext uri="{FF2B5EF4-FFF2-40B4-BE49-F238E27FC236}">
                <a16:creationId xmlns:a16="http://schemas.microsoft.com/office/drawing/2014/main" id="{A8B8EE91-248F-03D6-3AB5-A8062153E985}"/>
              </a:ext>
            </a:extLst>
          </p:cNvPr>
          <p:cNvGraphicFramePr/>
          <p:nvPr/>
        </p:nvGraphicFramePr>
        <p:xfrm>
          <a:off x="3529787" y="1147355"/>
          <a:ext cx="8475407" cy="540092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2" name="TextBox 11">
            <a:extLst>
              <a:ext uri="{FF2B5EF4-FFF2-40B4-BE49-F238E27FC236}">
                <a16:creationId xmlns:a16="http://schemas.microsoft.com/office/drawing/2014/main" id="{E903C9C0-1DEC-FC13-921D-298E2B03C103}"/>
              </a:ext>
            </a:extLst>
          </p:cNvPr>
          <p:cNvSpPr txBox="1"/>
          <p:nvPr/>
        </p:nvSpPr>
        <p:spPr>
          <a:xfrm>
            <a:off x="-687061" y="3130534"/>
            <a:ext cx="5523332" cy="815608"/>
          </a:xfrm>
          <a:prstGeom prst="rect">
            <a:avLst/>
          </a:prstGeom>
          <a:noFill/>
        </p:spPr>
        <p:txBody>
          <a:bodyPr wrap="square" rtlCol="0">
            <a:spAutoFit/>
          </a:bodyPr>
          <a:lstStyle/>
          <a:p>
            <a:pPr algn="ctr"/>
            <a:r>
              <a:rPr lang="en-US" sz="2200" b="1" dirty="0">
                <a:latin typeface="Times New Roman" panose="02020603050405020304" pitchFamily="18" charset="0"/>
                <a:cs typeface="Times New Roman" panose="02020603050405020304" pitchFamily="18" charset="0"/>
              </a:rPr>
              <a:t>UNIT III</a:t>
            </a:r>
            <a:r>
              <a:rPr lang="en-US" sz="2800" b="1"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a:p>
            <a:pPr algn="ctr"/>
            <a:r>
              <a:rPr lang="en-US" sz="1900" b="1" dirty="0">
                <a:latin typeface="Times New Roman" panose="02020603050405020304" pitchFamily="18" charset="0"/>
                <a:cs typeface="Times New Roman" panose="02020603050405020304" pitchFamily="18" charset="0"/>
              </a:rPr>
              <a:t>STRACTURAL DESIGN PATTERNS</a:t>
            </a:r>
            <a:endParaRPr lang="en-IN" sz="1900" b="1" dirty="0">
              <a:latin typeface="Times New Roman" panose="02020603050405020304" pitchFamily="18" charset="0"/>
              <a:cs typeface="Times New Roman" panose="02020603050405020304" pitchFamily="18" charset="0"/>
            </a:endParaRPr>
          </a:p>
        </p:txBody>
      </p:sp>
      <p:sp>
        <p:nvSpPr>
          <p:cNvPr id="4" name="Date Placeholder 8">
            <a:extLst>
              <a:ext uri="{FF2B5EF4-FFF2-40B4-BE49-F238E27FC236}">
                <a16:creationId xmlns:a16="http://schemas.microsoft.com/office/drawing/2014/main" id="{468CD47F-B4B2-174C-4473-1096BA561D31}"/>
              </a:ext>
            </a:extLst>
          </p:cNvPr>
          <p:cNvSpPr>
            <a:spLocks noGrp="1"/>
          </p:cNvSpPr>
          <p:nvPr>
            <p:ph type="dt" sz="half" idx="10"/>
          </p:nvPr>
        </p:nvSpPr>
        <p:spPr>
          <a:xfrm>
            <a:off x="2209800" y="6475522"/>
            <a:ext cx="2133600" cy="365125"/>
          </a:xfrm>
        </p:spPr>
        <p:txBody>
          <a:bodyPr/>
          <a:lstStyle/>
          <a:p>
            <a:fld id="{2AD298B9-7302-4C17-B259-5F363A303846}" type="datetime1">
              <a:rPr lang="en-US" smtClean="0">
                <a:latin typeface="Times New Roman" panose="02020603050405020304" pitchFamily="18" charset="0"/>
                <a:cs typeface="Times New Roman" panose="02020603050405020304" pitchFamily="18" charset="0"/>
              </a:rPr>
              <a:t>6/27/2024</a:t>
            </a:fld>
            <a:endParaRPr lang="en-US" dirty="0">
              <a:latin typeface="Times New Roman" panose="02020603050405020304" pitchFamily="18" charset="0"/>
              <a:cs typeface="Times New Roman" panose="02020603050405020304" pitchFamily="18" charset="0"/>
            </a:endParaRPr>
          </a:p>
        </p:txBody>
      </p:sp>
      <p:sp>
        <p:nvSpPr>
          <p:cNvPr id="5" name="Footer Placeholder 12">
            <a:extLst>
              <a:ext uri="{FF2B5EF4-FFF2-40B4-BE49-F238E27FC236}">
                <a16:creationId xmlns:a16="http://schemas.microsoft.com/office/drawing/2014/main" id="{24969DD4-FE63-B949-4052-1B3761775868}"/>
              </a:ext>
            </a:extLst>
          </p:cNvPr>
          <p:cNvSpPr>
            <a:spLocks noGrp="1"/>
          </p:cNvSpPr>
          <p:nvPr>
            <p:ph type="ftr" sz="quarter" idx="11"/>
          </p:nvPr>
        </p:nvSpPr>
        <p:spPr>
          <a:xfrm>
            <a:off x="4090220" y="6464043"/>
            <a:ext cx="5029200" cy="365125"/>
          </a:xfrm>
        </p:spPr>
        <p:txBody>
          <a:bodyPr/>
          <a:lstStyle/>
          <a:p>
            <a:r>
              <a:rPr lang="en-US" dirty="0"/>
              <a:t>Pooja Kumari </a:t>
            </a:r>
            <a:r>
              <a:rPr lang="en-US" dirty="0">
                <a:latin typeface="Times New Roman" panose="02020603050405020304" pitchFamily="18" charset="0"/>
                <a:cs typeface="Times New Roman" panose="02020603050405020304" pitchFamily="18" charset="0"/>
              </a:rPr>
              <a:t>ACSE0514 (Design Patterns)                Unit 1</a:t>
            </a:r>
          </a:p>
        </p:txBody>
      </p:sp>
      <p:sp>
        <p:nvSpPr>
          <p:cNvPr id="6" name="Slide Number Placeholder 5">
            <a:extLst>
              <a:ext uri="{FF2B5EF4-FFF2-40B4-BE49-F238E27FC236}">
                <a16:creationId xmlns:a16="http://schemas.microsoft.com/office/drawing/2014/main" id="{0D02B77C-2ADB-E107-381F-E268CEA14B5C}"/>
              </a:ext>
            </a:extLst>
          </p:cNvPr>
          <p:cNvSpPr>
            <a:spLocks noGrp="1"/>
          </p:cNvSpPr>
          <p:nvPr>
            <p:ph type="sldNum" sz="quarter" idx="12"/>
          </p:nvPr>
        </p:nvSpPr>
        <p:spPr/>
        <p:txBody>
          <a:bodyPr/>
          <a:lstStyle/>
          <a:p>
            <a:fld id="{1C240D67-9971-404E-B037-96858983E437}" type="slidenum">
              <a:rPr lang="en-IN" smtClean="0">
                <a:latin typeface="Times New Roman" panose="02020603050405020304" pitchFamily="18" charset="0"/>
                <a:cs typeface="Times New Roman" panose="02020603050405020304" pitchFamily="18" charset="0"/>
              </a:rPr>
              <a:t>6</a:t>
            </a:fld>
            <a:endParaRPr lang="en-IN">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891916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E9301-AC8A-6D8B-768B-A760703590D7}"/>
              </a:ext>
            </a:extLst>
          </p:cNvPr>
          <p:cNvSpPr txBox="1">
            <a:spLocks/>
          </p:cNvSpPr>
          <p:nvPr/>
        </p:nvSpPr>
        <p:spPr>
          <a:xfrm>
            <a:off x="2209800" y="2"/>
            <a:ext cx="99822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r>
              <a:rPr lang="en-US" sz="2400" dirty="0">
                <a:latin typeface="Times New Roman" panose="02020603050405020304" pitchFamily="18" charset="0"/>
                <a:cs typeface="Times New Roman" panose="02020603050405020304" pitchFamily="18" charset="0"/>
              </a:rPr>
              <a:t>Syllabus </a:t>
            </a:r>
          </a:p>
        </p:txBody>
      </p:sp>
      <p:pic>
        <p:nvPicPr>
          <p:cNvPr id="3" name="Picture 2" descr="A black and red logo&#10;&#10;Description automatically generated">
            <a:extLst>
              <a:ext uri="{FF2B5EF4-FFF2-40B4-BE49-F238E27FC236}">
                <a16:creationId xmlns:a16="http://schemas.microsoft.com/office/drawing/2014/main" id="{55A7DD11-D765-8451-07D5-756EEBA1F8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graphicFrame>
        <p:nvGraphicFramePr>
          <p:cNvPr id="11" name="Diagram 10">
            <a:extLst>
              <a:ext uri="{FF2B5EF4-FFF2-40B4-BE49-F238E27FC236}">
                <a16:creationId xmlns:a16="http://schemas.microsoft.com/office/drawing/2014/main" id="{A8B8EE91-248F-03D6-3AB5-A8062153E985}"/>
              </a:ext>
            </a:extLst>
          </p:cNvPr>
          <p:cNvGraphicFramePr/>
          <p:nvPr/>
        </p:nvGraphicFramePr>
        <p:xfrm>
          <a:off x="3529787" y="1147355"/>
          <a:ext cx="8475407" cy="540092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2" name="TextBox 11">
            <a:extLst>
              <a:ext uri="{FF2B5EF4-FFF2-40B4-BE49-F238E27FC236}">
                <a16:creationId xmlns:a16="http://schemas.microsoft.com/office/drawing/2014/main" id="{E903C9C0-1DEC-FC13-921D-298E2B03C103}"/>
              </a:ext>
            </a:extLst>
          </p:cNvPr>
          <p:cNvSpPr txBox="1"/>
          <p:nvPr/>
        </p:nvSpPr>
        <p:spPr>
          <a:xfrm>
            <a:off x="-588741" y="3130534"/>
            <a:ext cx="5523332" cy="815608"/>
          </a:xfrm>
          <a:prstGeom prst="rect">
            <a:avLst/>
          </a:prstGeom>
          <a:noFill/>
        </p:spPr>
        <p:txBody>
          <a:bodyPr wrap="square" rtlCol="0">
            <a:spAutoFit/>
          </a:bodyPr>
          <a:lstStyle/>
          <a:p>
            <a:pPr algn="ctr"/>
            <a:r>
              <a:rPr lang="en-US" sz="2200" b="1" dirty="0">
                <a:latin typeface="Times New Roman" panose="02020603050405020304" pitchFamily="18" charset="0"/>
                <a:cs typeface="Times New Roman" panose="02020603050405020304" pitchFamily="18" charset="0"/>
              </a:rPr>
              <a:t>UNIT IV</a:t>
            </a:r>
            <a:r>
              <a:rPr lang="en-US" sz="2800" b="1"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a:p>
            <a:pPr algn="ctr"/>
            <a:r>
              <a:rPr lang="en-US" sz="1900" b="1" dirty="0">
                <a:latin typeface="Times New Roman" panose="02020603050405020304" pitchFamily="18" charset="0"/>
                <a:cs typeface="Times New Roman" panose="02020603050405020304" pitchFamily="18" charset="0"/>
              </a:rPr>
              <a:t>BEHAVIOURAL DESIGN PATTERN – I </a:t>
            </a:r>
            <a:endParaRPr lang="en-IN" sz="1900" b="1" dirty="0">
              <a:latin typeface="Times New Roman" panose="02020603050405020304" pitchFamily="18" charset="0"/>
              <a:cs typeface="Times New Roman" panose="02020603050405020304" pitchFamily="18" charset="0"/>
            </a:endParaRPr>
          </a:p>
        </p:txBody>
      </p:sp>
      <p:sp>
        <p:nvSpPr>
          <p:cNvPr id="4" name="Date Placeholder 8">
            <a:extLst>
              <a:ext uri="{FF2B5EF4-FFF2-40B4-BE49-F238E27FC236}">
                <a16:creationId xmlns:a16="http://schemas.microsoft.com/office/drawing/2014/main" id="{313F5054-7A9C-F6B3-D023-F5807FC8CF03}"/>
              </a:ext>
            </a:extLst>
          </p:cNvPr>
          <p:cNvSpPr>
            <a:spLocks noGrp="1"/>
          </p:cNvSpPr>
          <p:nvPr>
            <p:ph type="dt" sz="half" idx="10"/>
          </p:nvPr>
        </p:nvSpPr>
        <p:spPr>
          <a:xfrm>
            <a:off x="2209800" y="6475522"/>
            <a:ext cx="2133600" cy="365125"/>
          </a:xfrm>
        </p:spPr>
        <p:txBody>
          <a:bodyPr/>
          <a:lstStyle/>
          <a:p>
            <a:fld id="{9182A052-A699-4EBD-833F-C8491F46AE5D}" type="datetime1">
              <a:rPr lang="en-US" smtClean="0">
                <a:latin typeface="Times New Roman" panose="02020603050405020304" pitchFamily="18" charset="0"/>
                <a:cs typeface="Times New Roman" panose="02020603050405020304" pitchFamily="18" charset="0"/>
              </a:rPr>
              <a:t>6/27/2024</a:t>
            </a:fld>
            <a:endParaRPr lang="en-US" dirty="0">
              <a:latin typeface="Times New Roman" panose="02020603050405020304" pitchFamily="18" charset="0"/>
              <a:cs typeface="Times New Roman" panose="02020603050405020304" pitchFamily="18" charset="0"/>
            </a:endParaRPr>
          </a:p>
        </p:txBody>
      </p:sp>
      <p:sp>
        <p:nvSpPr>
          <p:cNvPr id="5" name="Footer Placeholder 12">
            <a:extLst>
              <a:ext uri="{FF2B5EF4-FFF2-40B4-BE49-F238E27FC236}">
                <a16:creationId xmlns:a16="http://schemas.microsoft.com/office/drawing/2014/main" id="{527A2DAC-B9D6-C0DE-5F47-04D35BD4E460}"/>
              </a:ext>
            </a:extLst>
          </p:cNvPr>
          <p:cNvSpPr>
            <a:spLocks noGrp="1"/>
          </p:cNvSpPr>
          <p:nvPr>
            <p:ph type="ftr" sz="quarter" idx="11"/>
          </p:nvPr>
        </p:nvSpPr>
        <p:spPr>
          <a:xfrm>
            <a:off x="4090220" y="6464043"/>
            <a:ext cx="5029200" cy="365125"/>
          </a:xfrm>
        </p:spPr>
        <p:txBody>
          <a:bodyPr/>
          <a:lstStyle/>
          <a:p>
            <a:r>
              <a:rPr lang="en-US" dirty="0"/>
              <a:t>Pooja Kumari </a:t>
            </a:r>
            <a:r>
              <a:rPr lang="en-US" dirty="0">
                <a:latin typeface="Times New Roman" panose="02020603050405020304" pitchFamily="18" charset="0"/>
                <a:cs typeface="Times New Roman" panose="02020603050405020304" pitchFamily="18" charset="0"/>
              </a:rPr>
              <a:t>ACSE0514 (Design Patterns)                Unit 1</a:t>
            </a:r>
          </a:p>
        </p:txBody>
      </p:sp>
      <p:sp>
        <p:nvSpPr>
          <p:cNvPr id="6" name="Slide Number Placeholder 5">
            <a:extLst>
              <a:ext uri="{FF2B5EF4-FFF2-40B4-BE49-F238E27FC236}">
                <a16:creationId xmlns:a16="http://schemas.microsoft.com/office/drawing/2014/main" id="{0FA1FEB8-329B-4797-9515-EDA4FFF1853F}"/>
              </a:ext>
            </a:extLst>
          </p:cNvPr>
          <p:cNvSpPr>
            <a:spLocks noGrp="1"/>
          </p:cNvSpPr>
          <p:nvPr>
            <p:ph type="sldNum" sz="quarter" idx="12"/>
          </p:nvPr>
        </p:nvSpPr>
        <p:spPr/>
        <p:txBody>
          <a:bodyPr/>
          <a:lstStyle/>
          <a:p>
            <a:fld id="{1C240D67-9971-404E-B037-96858983E437}" type="slidenum">
              <a:rPr lang="en-IN" smtClean="0"/>
              <a:t>7</a:t>
            </a:fld>
            <a:endParaRPr lang="en-IN"/>
          </a:p>
        </p:txBody>
      </p:sp>
    </p:spTree>
    <p:extLst>
      <p:ext uri="{BB962C8B-B14F-4D97-AF65-F5344CB8AC3E}">
        <p14:creationId xmlns:p14="http://schemas.microsoft.com/office/powerpoint/2010/main" val="39548715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E9301-AC8A-6D8B-768B-A760703590D7}"/>
              </a:ext>
            </a:extLst>
          </p:cNvPr>
          <p:cNvSpPr txBox="1">
            <a:spLocks/>
          </p:cNvSpPr>
          <p:nvPr/>
        </p:nvSpPr>
        <p:spPr>
          <a:xfrm>
            <a:off x="2209800" y="2"/>
            <a:ext cx="99822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r>
              <a:rPr lang="en-US" sz="2400" dirty="0">
                <a:latin typeface="Times New Roman" panose="02020603050405020304" pitchFamily="18" charset="0"/>
                <a:cs typeface="Times New Roman" panose="02020603050405020304" pitchFamily="18" charset="0"/>
              </a:rPr>
              <a:t>Syllabus </a:t>
            </a:r>
          </a:p>
        </p:txBody>
      </p:sp>
      <p:pic>
        <p:nvPicPr>
          <p:cNvPr id="3" name="Picture 2" descr="A black and red logo&#10;&#10;Description automatically generated">
            <a:extLst>
              <a:ext uri="{FF2B5EF4-FFF2-40B4-BE49-F238E27FC236}">
                <a16:creationId xmlns:a16="http://schemas.microsoft.com/office/drawing/2014/main" id="{55A7DD11-D765-8451-07D5-756EEBA1F8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graphicFrame>
        <p:nvGraphicFramePr>
          <p:cNvPr id="11" name="Diagram 10">
            <a:extLst>
              <a:ext uri="{FF2B5EF4-FFF2-40B4-BE49-F238E27FC236}">
                <a16:creationId xmlns:a16="http://schemas.microsoft.com/office/drawing/2014/main" id="{A8B8EE91-248F-03D6-3AB5-A8062153E985}"/>
              </a:ext>
            </a:extLst>
          </p:cNvPr>
          <p:cNvGraphicFramePr/>
          <p:nvPr/>
        </p:nvGraphicFramePr>
        <p:xfrm>
          <a:off x="3696936" y="1147355"/>
          <a:ext cx="8475407" cy="540092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2" name="TextBox 11">
            <a:extLst>
              <a:ext uri="{FF2B5EF4-FFF2-40B4-BE49-F238E27FC236}">
                <a16:creationId xmlns:a16="http://schemas.microsoft.com/office/drawing/2014/main" id="{E903C9C0-1DEC-FC13-921D-298E2B03C103}"/>
              </a:ext>
            </a:extLst>
          </p:cNvPr>
          <p:cNvSpPr txBox="1"/>
          <p:nvPr/>
        </p:nvSpPr>
        <p:spPr>
          <a:xfrm>
            <a:off x="-588741" y="3130534"/>
            <a:ext cx="5523332" cy="815608"/>
          </a:xfrm>
          <a:prstGeom prst="rect">
            <a:avLst/>
          </a:prstGeom>
          <a:noFill/>
        </p:spPr>
        <p:txBody>
          <a:bodyPr wrap="square" rtlCol="0">
            <a:spAutoFit/>
          </a:bodyPr>
          <a:lstStyle/>
          <a:p>
            <a:pPr algn="ctr"/>
            <a:r>
              <a:rPr lang="en-US" sz="2200" b="1" dirty="0">
                <a:latin typeface="Times New Roman" panose="02020603050405020304" pitchFamily="18" charset="0"/>
                <a:cs typeface="Times New Roman" panose="02020603050405020304" pitchFamily="18" charset="0"/>
              </a:rPr>
              <a:t>UNIT V</a:t>
            </a:r>
            <a:r>
              <a:rPr lang="en-US" sz="2800" b="1"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a:p>
            <a:pPr algn="ctr"/>
            <a:r>
              <a:rPr lang="en-US" sz="1900" b="1" dirty="0">
                <a:latin typeface="Times New Roman" panose="02020603050405020304" pitchFamily="18" charset="0"/>
                <a:cs typeface="Times New Roman" panose="02020603050405020304" pitchFamily="18" charset="0"/>
              </a:rPr>
              <a:t>BEHAVIOURAL DESIGN PATTERN – II </a:t>
            </a:r>
            <a:endParaRPr lang="en-IN" sz="1900" b="1" dirty="0">
              <a:latin typeface="Times New Roman" panose="02020603050405020304" pitchFamily="18" charset="0"/>
              <a:cs typeface="Times New Roman" panose="02020603050405020304" pitchFamily="18" charset="0"/>
            </a:endParaRPr>
          </a:p>
        </p:txBody>
      </p:sp>
      <p:sp>
        <p:nvSpPr>
          <p:cNvPr id="4" name="Date Placeholder 8">
            <a:extLst>
              <a:ext uri="{FF2B5EF4-FFF2-40B4-BE49-F238E27FC236}">
                <a16:creationId xmlns:a16="http://schemas.microsoft.com/office/drawing/2014/main" id="{9D8FFC1A-B054-FC9C-5FBE-7700CB36DB3A}"/>
              </a:ext>
            </a:extLst>
          </p:cNvPr>
          <p:cNvSpPr>
            <a:spLocks noGrp="1"/>
          </p:cNvSpPr>
          <p:nvPr>
            <p:ph type="dt" sz="half" idx="10"/>
          </p:nvPr>
        </p:nvSpPr>
        <p:spPr>
          <a:xfrm>
            <a:off x="2209800" y="6475522"/>
            <a:ext cx="2133600" cy="365125"/>
          </a:xfrm>
        </p:spPr>
        <p:txBody>
          <a:bodyPr/>
          <a:lstStyle/>
          <a:p>
            <a:fld id="{AB427727-1A94-497F-ADA1-63C3C784857C}" type="datetime1">
              <a:rPr lang="en-US" smtClean="0">
                <a:latin typeface="Times New Roman" panose="02020603050405020304" pitchFamily="18" charset="0"/>
                <a:cs typeface="Times New Roman" panose="02020603050405020304" pitchFamily="18" charset="0"/>
              </a:rPr>
              <a:t>6/27/2024</a:t>
            </a:fld>
            <a:endParaRPr lang="en-US" dirty="0">
              <a:latin typeface="Times New Roman" panose="02020603050405020304" pitchFamily="18" charset="0"/>
              <a:cs typeface="Times New Roman" panose="02020603050405020304" pitchFamily="18" charset="0"/>
            </a:endParaRPr>
          </a:p>
        </p:txBody>
      </p:sp>
      <p:sp>
        <p:nvSpPr>
          <p:cNvPr id="5" name="Footer Placeholder 12">
            <a:extLst>
              <a:ext uri="{FF2B5EF4-FFF2-40B4-BE49-F238E27FC236}">
                <a16:creationId xmlns:a16="http://schemas.microsoft.com/office/drawing/2014/main" id="{62E4B7F3-F272-D32D-060E-B73EFB1C67FB}"/>
              </a:ext>
            </a:extLst>
          </p:cNvPr>
          <p:cNvSpPr>
            <a:spLocks noGrp="1"/>
          </p:cNvSpPr>
          <p:nvPr>
            <p:ph type="ftr" sz="quarter" idx="11"/>
          </p:nvPr>
        </p:nvSpPr>
        <p:spPr>
          <a:xfrm>
            <a:off x="4090220" y="6464043"/>
            <a:ext cx="5029200" cy="365125"/>
          </a:xfrm>
        </p:spPr>
        <p:txBody>
          <a:bodyPr/>
          <a:lstStyle/>
          <a:p>
            <a:r>
              <a:rPr lang="en-US" dirty="0"/>
              <a:t>Pooja Kumari </a:t>
            </a:r>
            <a:r>
              <a:rPr lang="en-US" dirty="0">
                <a:latin typeface="Times New Roman" panose="02020603050405020304" pitchFamily="18" charset="0"/>
                <a:cs typeface="Times New Roman" panose="02020603050405020304" pitchFamily="18" charset="0"/>
              </a:rPr>
              <a:t>ACSE0514 (Design Patterns)                Unit 1</a:t>
            </a:r>
          </a:p>
        </p:txBody>
      </p:sp>
      <p:sp>
        <p:nvSpPr>
          <p:cNvPr id="6" name="Slide Number Placeholder 5">
            <a:extLst>
              <a:ext uri="{FF2B5EF4-FFF2-40B4-BE49-F238E27FC236}">
                <a16:creationId xmlns:a16="http://schemas.microsoft.com/office/drawing/2014/main" id="{0FFD0DE3-26BB-DE71-BF6D-B62EEE89F52F}"/>
              </a:ext>
            </a:extLst>
          </p:cNvPr>
          <p:cNvSpPr>
            <a:spLocks noGrp="1"/>
          </p:cNvSpPr>
          <p:nvPr>
            <p:ph type="sldNum" sz="quarter" idx="12"/>
          </p:nvPr>
        </p:nvSpPr>
        <p:spPr/>
        <p:txBody>
          <a:bodyPr/>
          <a:lstStyle/>
          <a:p>
            <a:fld id="{1C240D67-9971-404E-B037-96858983E437}" type="slidenum">
              <a:rPr lang="en-IN" smtClean="0"/>
              <a:t>8</a:t>
            </a:fld>
            <a:endParaRPr lang="en-IN"/>
          </a:p>
        </p:txBody>
      </p:sp>
    </p:spTree>
    <p:extLst>
      <p:ext uri="{BB962C8B-B14F-4D97-AF65-F5344CB8AC3E}">
        <p14:creationId xmlns:p14="http://schemas.microsoft.com/office/powerpoint/2010/main" val="31444547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1180185-9524-4FA3-84A0-04371591448A}" type="datetime1">
              <a:rPr lang="en-US" smtClean="0"/>
              <a:t>6/27/2024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a:t>
            </a:fld>
            <a:endParaRPr lang="en-US" dirty="0"/>
          </a:p>
        </p:txBody>
      </p:sp>
      <p:graphicFrame>
        <p:nvGraphicFramePr>
          <p:cNvPr id="9" name="Table 8"/>
          <p:cNvGraphicFramePr>
            <a:graphicFrameLocks noGrp="1"/>
          </p:cNvGraphicFramePr>
          <p:nvPr>
            <p:extLst>
              <p:ext uri="{D42A27DB-BD31-4B8C-83A1-F6EECF244321}">
                <p14:modId xmlns:p14="http://schemas.microsoft.com/office/powerpoint/2010/main" val="2822357236"/>
              </p:ext>
            </p:extLst>
          </p:nvPr>
        </p:nvGraphicFramePr>
        <p:xfrm>
          <a:off x="1143000" y="1317623"/>
          <a:ext cx="10134600" cy="4703637"/>
        </p:xfrm>
        <a:graphic>
          <a:graphicData uri="http://schemas.openxmlformats.org/drawingml/2006/table">
            <a:tbl>
              <a:tblPr firstRow="1" bandRow="1">
                <a:tableStyleId>{5C22544A-7EE6-4342-B048-85BDC9FD1C3A}</a:tableStyleId>
              </a:tblPr>
              <a:tblGrid>
                <a:gridCol w="10134600">
                  <a:extLst>
                    <a:ext uri="{9D8B030D-6E8A-4147-A177-3AD203B41FA5}">
                      <a16:colId xmlns:a16="http://schemas.microsoft.com/office/drawing/2014/main" val="3381697907"/>
                    </a:ext>
                  </a:extLst>
                </a:gridCol>
              </a:tblGrid>
              <a:tr h="370840">
                <a:tc>
                  <a:txBody>
                    <a:bodyPr/>
                    <a:lstStyle/>
                    <a:p>
                      <a:r>
                        <a:rPr lang="en-US" sz="2400" b="0" dirty="0">
                          <a:solidFill>
                            <a:schemeClr val="accent4">
                              <a:lumMod val="50000"/>
                            </a:schemeClr>
                          </a:solidFill>
                        </a:rPr>
                        <a:t>1. Real time web analytics</a:t>
                      </a:r>
                    </a:p>
                  </a:txBody>
                  <a:tcPr/>
                </a:tc>
                <a:extLst>
                  <a:ext uri="{0D108BD9-81ED-4DB2-BD59-A6C34878D82A}">
                    <a16:rowId xmlns:a16="http://schemas.microsoft.com/office/drawing/2014/main" val="2041522289"/>
                  </a:ext>
                </a:extLst>
              </a:tr>
              <a:tr h="370840">
                <a:tc>
                  <a:txBody>
                    <a:bodyPr/>
                    <a:lstStyle/>
                    <a:p>
                      <a:pPr marL="0" indent="0">
                        <a:lnSpc>
                          <a:spcPct val="120000"/>
                        </a:lnSpc>
                        <a:buNone/>
                      </a:pPr>
                      <a:r>
                        <a:rPr lang="en-US" sz="2400" b="0" dirty="0">
                          <a:solidFill>
                            <a:schemeClr val="accent4">
                              <a:lumMod val="50000"/>
                            </a:schemeClr>
                          </a:solidFill>
                        </a:rPr>
                        <a:t>2. Digital Advertising</a:t>
                      </a:r>
                    </a:p>
                  </a:txBody>
                  <a:tcPr/>
                </a:tc>
                <a:extLst>
                  <a:ext uri="{0D108BD9-81ED-4DB2-BD59-A6C34878D82A}">
                    <a16:rowId xmlns:a16="http://schemas.microsoft.com/office/drawing/2014/main" val="4237819354"/>
                  </a:ext>
                </a:extLst>
              </a:tr>
              <a:tr h="370840">
                <a:tc>
                  <a:txBody>
                    <a:bodyPr/>
                    <a:lstStyle/>
                    <a:p>
                      <a:r>
                        <a:rPr lang="en-US" sz="2400" b="0" dirty="0">
                          <a:solidFill>
                            <a:schemeClr val="accent4">
                              <a:lumMod val="50000"/>
                            </a:schemeClr>
                          </a:solidFill>
                        </a:rPr>
                        <a:t>3. E-Commerce</a:t>
                      </a:r>
                    </a:p>
                  </a:txBody>
                  <a:tcPr/>
                </a:tc>
                <a:extLst>
                  <a:ext uri="{0D108BD9-81ED-4DB2-BD59-A6C34878D82A}">
                    <a16:rowId xmlns:a16="http://schemas.microsoft.com/office/drawing/2014/main" val="3364231830"/>
                  </a:ext>
                </a:extLst>
              </a:tr>
              <a:tr h="370840">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2400" b="0" dirty="0">
                          <a:solidFill>
                            <a:schemeClr val="accent4">
                              <a:lumMod val="50000"/>
                            </a:schemeClr>
                          </a:solidFill>
                        </a:rPr>
                        <a:t>4. Publishing</a:t>
                      </a:r>
                    </a:p>
                  </a:txBody>
                  <a:tcPr/>
                </a:tc>
                <a:extLst>
                  <a:ext uri="{0D108BD9-81ED-4DB2-BD59-A6C34878D82A}">
                    <a16:rowId xmlns:a16="http://schemas.microsoft.com/office/drawing/2014/main" val="859735425"/>
                  </a:ext>
                </a:extLst>
              </a:tr>
              <a:tr h="370840">
                <a:tc>
                  <a:txBody>
                    <a:bodyPr/>
                    <a:lstStyle/>
                    <a:p>
                      <a:pPr marL="0" indent="0">
                        <a:lnSpc>
                          <a:spcPct val="120000"/>
                        </a:lnSpc>
                        <a:buNone/>
                      </a:pPr>
                      <a:r>
                        <a:rPr lang="en-US" sz="2400" b="0" dirty="0">
                          <a:solidFill>
                            <a:schemeClr val="accent4">
                              <a:lumMod val="50000"/>
                            </a:schemeClr>
                          </a:solidFill>
                        </a:rPr>
                        <a:t>5. Massively Multiplayer Online Games</a:t>
                      </a:r>
                    </a:p>
                  </a:txBody>
                  <a:tcPr/>
                </a:tc>
                <a:extLst>
                  <a:ext uri="{0D108BD9-81ED-4DB2-BD59-A6C34878D82A}">
                    <a16:rowId xmlns:a16="http://schemas.microsoft.com/office/drawing/2014/main" val="3838202114"/>
                  </a:ext>
                </a:extLst>
              </a:tr>
              <a:tr h="370840">
                <a:tc>
                  <a:txBody>
                    <a:bodyPr/>
                    <a:lstStyle/>
                    <a:p>
                      <a:r>
                        <a:rPr lang="en-US" sz="2400" b="0" dirty="0">
                          <a:solidFill>
                            <a:schemeClr val="accent4">
                              <a:lumMod val="50000"/>
                            </a:schemeClr>
                          </a:solidFill>
                        </a:rPr>
                        <a:t>6. Backend Services and Messaging</a:t>
                      </a:r>
                    </a:p>
                  </a:txBody>
                  <a:tcPr/>
                </a:tc>
                <a:extLst>
                  <a:ext uri="{0D108BD9-81ED-4DB2-BD59-A6C34878D82A}">
                    <a16:rowId xmlns:a16="http://schemas.microsoft.com/office/drawing/2014/main" val="2179510869"/>
                  </a:ext>
                </a:extLst>
              </a:tr>
              <a:tr h="370840">
                <a:tc>
                  <a:txBody>
                    <a:bodyPr/>
                    <a:lstStyle/>
                    <a:p>
                      <a:r>
                        <a:rPr lang="en-US" sz="2400" b="0" dirty="0">
                          <a:solidFill>
                            <a:schemeClr val="accent4">
                              <a:lumMod val="50000"/>
                            </a:schemeClr>
                          </a:solidFill>
                        </a:rPr>
                        <a:t>7. Project Management &amp; Collaboration</a:t>
                      </a:r>
                    </a:p>
                  </a:txBody>
                  <a:tcPr/>
                </a:tc>
                <a:extLst>
                  <a:ext uri="{0D108BD9-81ED-4DB2-BD59-A6C34878D82A}">
                    <a16:rowId xmlns:a16="http://schemas.microsoft.com/office/drawing/2014/main" val="4231919225"/>
                  </a:ext>
                </a:extLst>
              </a:tr>
              <a:tr h="370840">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2400" b="0" dirty="0">
                          <a:solidFill>
                            <a:schemeClr val="accent4">
                              <a:lumMod val="50000"/>
                            </a:schemeClr>
                          </a:solidFill>
                        </a:rPr>
                        <a:t>8. Real time Monitoring Services</a:t>
                      </a:r>
                    </a:p>
                  </a:txBody>
                  <a:tcPr/>
                </a:tc>
                <a:extLst>
                  <a:ext uri="{0D108BD9-81ED-4DB2-BD59-A6C34878D82A}">
                    <a16:rowId xmlns:a16="http://schemas.microsoft.com/office/drawing/2014/main" val="2668177381"/>
                  </a:ext>
                </a:extLst>
              </a:tr>
              <a:tr h="370840">
                <a:tc>
                  <a:txBody>
                    <a:bodyPr/>
                    <a:lstStyle/>
                    <a:p>
                      <a:r>
                        <a:rPr lang="en-US" sz="2400" b="0" dirty="0">
                          <a:solidFill>
                            <a:schemeClr val="accent4">
                              <a:lumMod val="50000"/>
                            </a:schemeClr>
                          </a:solidFill>
                        </a:rPr>
                        <a:t>9.Live Charting and Graphing</a:t>
                      </a:r>
                    </a:p>
                  </a:txBody>
                  <a:tcPr/>
                </a:tc>
                <a:extLst>
                  <a:ext uri="{0D108BD9-81ED-4DB2-BD59-A6C34878D82A}">
                    <a16:rowId xmlns:a16="http://schemas.microsoft.com/office/drawing/2014/main" val="3851611393"/>
                  </a:ext>
                </a:extLst>
              </a:tr>
              <a:tr h="370840">
                <a:tc>
                  <a:txBody>
                    <a:bodyPr/>
                    <a:lstStyle/>
                    <a:p>
                      <a:pPr marL="0" indent="0">
                        <a:lnSpc>
                          <a:spcPct val="120000"/>
                        </a:lnSpc>
                        <a:buNone/>
                      </a:pPr>
                      <a:r>
                        <a:rPr lang="en-US" sz="2400" b="0" dirty="0">
                          <a:solidFill>
                            <a:schemeClr val="accent4">
                              <a:lumMod val="50000"/>
                            </a:schemeClr>
                          </a:solidFill>
                        </a:rPr>
                        <a:t>10. Group and Private Chat</a:t>
                      </a:r>
                    </a:p>
                  </a:txBody>
                  <a:tcPr/>
                </a:tc>
                <a:extLst>
                  <a:ext uri="{0D108BD9-81ED-4DB2-BD59-A6C34878D82A}">
                    <a16:rowId xmlns:a16="http://schemas.microsoft.com/office/drawing/2014/main" val="3340821400"/>
                  </a:ext>
                </a:extLst>
              </a:tr>
            </a:tbl>
          </a:graphicData>
        </a:graphic>
      </p:graphicFrame>
      <p:sp>
        <p:nvSpPr>
          <p:cNvPr id="8" name="Footer Placeholder 4"/>
          <p:cNvSpPr>
            <a:spLocks noGrp="1"/>
          </p:cNvSpPr>
          <p:nvPr>
            <p:ph type="ftr" sz="quarter" idx="11"/>
          </p:nvPr>
        </p:nvSpPr>
        <p:spPr>
          <a:xfrm>
            <a:off x="4038600" y="6356356"/>
            <a:ext cx="5029200" cy="365125"/>
          </a:xfrm>
        </p:spPr>
        <p:txBody>
          <a:bodyPr/>
          <a:lstStyle/>
          <a:p>
            <a:r>
              <a:rPr lang="en-US" dirty="0"/>
              <a:t>Pooja Kumari   Design Pattern          Unit V</a:t>
            </a:r>
          </a:p>
        </p:txBody>
      </p:sp>
      <p:sp>
        <p:nvSpPr>
          <p:cNvPr id="2" name="TextBox 1">
            <a:extLst>
              <a:ext uri="{FF2B5EF4-FFF2-40B4-BE49-F238E27FC236}">
                <a16:creationId xmlns:a16="http://schemas.microsoft.com/office/drawing/2014/main" id="{FBB62D0C-B282-4E46-80C7-B64B2D458FB0}"/>
              </a:ext>
            </a:extLst>
          </p:cNvPr>
          <p:cNvSpPr txBox="1"/>
          <p:nvPr/>
        </p:nvSpPr>
        <p:spPr>
          <a:xfrm>
            <a:off x="3810000" y="-15882"/>
            <a:ext cx="7315200" cy="523220"/>
          </a:xfrm>
          <a:prstGeom prst="rect">
            <a:avLst/>
          </a:prstGeom>
          <a:noFill/>
        </p:spPr>
        <p:txBody>
          <a:bodyPr wrap="square" rtlCol="0">
            <a:spAutoFit/>
          </a:bodyPr>
          <a:lstStyle/>
          <a:p>
            <a:r>
              <a:rPr lang="en-IN" sz="2800" dirty="0"/>
              <a:t>Applications  Areas</a:t>
            </a:r>
          </a:p>
        </p:txBody>
      </p:sp>
    </p:spTree>
    <p:extLst>
      <p:ext uri="{BB962C8B-B14F-4D97-AF65-F5344CB8AC3E}">
        <p14:creationId xmlns:p14="http://schemas.microsoft.com/office/powerpoint/2010/main" val="25791245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FC02E9B-323D-49BA-AFF1-C15416E22F78}" type="datetime1">
              <a:rPr lang="en-US" smtClean="0"/>
              <a:t>6/27/2024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a:t>
            </a:fld>
            <a:endParaRPr lang="en-US" dirty="0"/>
          </a:p>
        </p:txBody>
      </p:sp>
      <p:graphicFrame>
        <p:nvGraphicFramePr>
          <p:cNvPr id="18" name="Diagram 17">
            <a:extLst>
              <a:ext uri="{FF2B5EF4-FFF2-40B4-BE49-F238E27FC236}">
                <a16:creationId xmlns:a16="http://schemas.microsoft.com/office/drawing/2014/main" id="{9543BB0E-4B34-41A6-8377-ED0BEFF27559}"/>
              </a:ext>
            </a:extLst>
          </p:cNvPr>
          <p:cNvGraphicFramePr/>
          <p:nvPr>
            <p:extLst>
              <p:ext uri="{D42A27DB-BD31-4B8C-83A1-F6EECF244321}">
                <p14:modId xmlns:p14="http://schemas.microsoft.com/office/powerpoint/2010/main" val="3057098176"/>
              </p:ext>
            </p:extLst>
          </p:nvPr>
        </p:nvGraphicFramePr>
        <p:xfrm>
          <a:off x="1447800" y="990600"/>
          <a:ext cx="6172200" cy="5232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17" name="Diagram 16">
            <a:extLst>
              <a:ext uri="{FF2B5EF4-FFF2-40B4-BE49-F238E27FC236}">
                <a16:creationId xmlns:a16="http://schemas.microsoft.com/office/drawing/2014/main" id="{DE6980AE-8C03-45D0-8DE7-A5C1FF65544F}"/>
              </a:ext>
            </a:extLst>
          </p:cNvPr>
          <p:cNvGraphicFramePr/>
          <p:nvPr>
            <p:extLst>
              <p:ext uri="{D42A27DB-BD31-4B8C-83A1-F6EECF244321}">
                <p14:modId xmlns:p14="http://schemas.microsoft.com/office/powerpoint/2010/main" val="225117650"/>
              </p:ext>
            </p:extLst>
          </p:nvPr>
        </p:nvGraphicFramePr>
        <p:xfrm>
          <a:off x="1452154" y="1621771"/>
          <a:ext cx="10134600" cy="882649"/>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aphicFrame>
        <p:nvGraphicFramePr>
          <p:cNvPr id="21" name="Diagram 20">
            <a:extLst>
              <a:ext uri="{FF2B5EF4-FFF2-40B4-BE49-F238E27FC236}">
                <a16:creationId xmlns:a16="http://schemas.microsoft.com/office/drawing/2014/main" id="{9B70875F-83EC-41AC-90E2-352EB6BEB0EE}"/>
              </a:ext>
            </a:extLst>
          </p:cNvPr>
          <p:cNvGraphicFramePr/>
          <p:nvPr>
            <p:extLst>
              <p:ext uri="{D42A27DB-BD31-4B8C-83A1-F6EECF244321}">
                <p14:modId xmlns:p14="http://schemas.microsoft.com/office/powerpoint/2010/main" val="4083944047"/>
              </p:ext>
            </p:extLst>
          </p:nvPr>
        </p:nvGraphicFramePr>
        <p:xfrm>
          <a:off x="1447800" y="2667000"/>
          <a:ext cx="10134600" cy="954107"/>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graphicFrame>
        <p:nvGraphicFramePr>
          <p:cNvPr id="24" name="Diagram 23">
            <a:extLst>
              <a:ext uri="{FF2B5EF4-FFF2-40B4-BE49-F238E27FC236}">
                <a16:creationId xmlns:a16="http://schemas.microsoft.com/office/drawing/2014/main" id="{48C4ED4A-4AA9-4E26-97D5-1E626AAFF23D}"/>
              </a:ext>
            </a:extLst>
          </p:cNvPr>
          <p:cNvGraphicFramePr/>
          <p:nvPr>
            <p:extLst>
              <p:ext uri="{D42A27DB-BD31-4B8C-83A1-F6EECF244321}">
                <p14:modId xmlns:p14="http://schemas.microsoft.com/office/powerpoint/2010/main" val="431849320"/>
              </p:ext>
            </p:extLst>
          </p:nvPr>
        </p:nvGraphicFramePr>
        <p:xfrm>
          <a:off x="1417320" y="3287731"/>
          <a:ext cx="10165080" cy="1526474"/>
        </p:xfrm>
        <a:graphic>
          <a:graphicData uri="http://schemas.openxmlformats.org/drawingml/2006/diagram">
            <dgm:relIds xmlns:dgm="http://schemas.openxmlformats.org/drawingml/2006/diagram" xmlns:r="http://schemas.openxmlformats.org/officeDocument/2006/relationships" r:dm="rId17" r:lo="rId18" r:qs="rId19" r:cs="rId20"/>
          </a:graphicData>
        </a:graphic>
      </p:graphicFrame>
      <p:graphicFrame>
        <p:nvGraphicFramePr>
          <p:cNvPr id="27" name="Diagram 26">
            <a:extLst>
              <a:ext uri="{FF2B5EF4-FFF2-40B4-BE49-F238E27FC236}">
                <a16:creationId xmlns:a16="http://schemas.microsoft.com/office/drawing/2014/main" id="{72B28E27-B03F-4901-8614-B7F4E6B51B27}"/>
              </a:ext>
            </a:extLst>
          </p:cNvPr>
          <p:cNvGraphicFramePr/>
          <p:nvPr>
            <p:extLst>
              <p:ext uri="{D42A27DB-BD31-4B8C-83A1-F6EECF244321}">
                <p14:modId xmlns:p14="http://schemas.microsoft.com/office/powerpoint/2010/main" val="2385116822"/>
              </p:ext>
            </p:extLst>
          </p:nvPr>
        </p:nvGraphicFramePr>
        <p:xfrm>
          <a:off x="1417320" y="4690132"/>
          <a:ext cx="10165080" cy="1184980"/>
        </p:xfrm>
        <a:graphic>
          <a:graphicData uri="http://schemas.openxmlformats.org/drawingml/2006/diagram">
            <dgm:relIds xmlns:dgm="http://schemas.openxmlformats.org/drawingml/2006/diagram" xmlns:r="http://schemas.openxmlformats.org/officeDocument/2006/relationships" r:dm="rId22" r:lo="rId23" r:qs="rId24" r:cs="rId25"/>
          </a:graphicData>
        </a:graphic>
      </p:graphicFrame>
      <p:sp>
        <p:nvSpPr>
          <p:cNvPr id="11" name="Footer Placeholder 4"/>
          <p:cNvSpPr>
            <a:spLocks noGrp="1"/>
          </p:cNvSpPr>
          <p:nvPr>
            <p:ph type="ftr" sz="quarter" idx="11"/>
          </p:nvPr>
        </p:nvSpPr>
        <p:spPr>
          <a:xfrm>
            <a:off x="4038600" y="6356356"/>
            <a:ext cx="5029200" cy="365125"/>
          </a:xfrm>
        </p:spPr>
        <p:txBody>
          <a:bodyPr/>
          <a:lstStyle/>
          <a:p>
            <a:r>
              <a:rPr lang="en-US" dirty="0"/>
              <a:t>Pooja Kumari      Design Pattern          Unit V</a:t>
            </a:r>
          </a:p>
        </p:txBody>
      </p:sp>
      <p:sp>
        <p:nvSpPr>
          <p:cNvPr id="3" name="TextBox 2">
            <a:extLst>
              <a:ext uri="{FF2B5EF4-FFF2-40B4-BE49-F238E27FC236}">
                <a16:creationId xmlns:a16="http://schemas.microsoft.com/office/drawing/2014/main" id="{5BD3E79B-8764-DECD-348C-94C33A676D86}"/>
              </a:ext>
            </a:extLst>
          </p:cNvPr>
          <p:cNvSpPr txBox="1"/>
          <p:nvPr/>
        </p:nvSpPr>
        <p:spPr>
          <a:xfrm>
            <a:off x="3048000" y="58001"/>
            <a:ext cx="6096000" cy="523220"/>
          </a:xfrm>
          <a:prstGeom prst="rect">
            <a:avLst/>
          </a:prstGeom>
          <a:noFill/>
        </p:spPr>
        <p:txBody>
          <a:bodyPr wrap="square">
            <a:spAutoFit/>
          </a:bodyPr>
          <a:lstStyle/>
          <a:p>
            <a:pPr algn="ctr">
              <a:spcBef>
                <a:spcPct val="0"/>
              </a:spcBef>
              <a:defRPr/>
            </a:pPr>
            <a:r>
              <a:rPr lang="en-US" sz="2800" dirty="0"/>
              <a:t>Course Objective</a:t>
            </a:r>
          </a:p>
        </p:txBody>
      </p:sp>
    </p:spTree>
    <p:extLst>
      <p:ext uri="{BB962C8B-B14F-4D97-AF65-F5344CB8AC3E}">
        <p14:creationId xmlns:p14="http://schemas.microsoft.com/office/powerpoint/2010/main" val="14341724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05409AC-25AD-4FB1-AA0B-F01D9BC06DB9}" type="datetime1">
              <a:rPr lang="en-US" smtClean="0"/>
              <a:t>6/27/2024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a:t>
            </a:fld>
            <a:endParaRPr lang="en-US" dirty="0"/>
          </a:p>
        </p:txBody>
      </p:sp>
      <p:graphicFrame>
        <p:nvGraphicFramePr>
          <p:cNvPr id="3" name="Diagram 2">
            <a:extLst>
              <a:ext uri="{FF2B5EF4-FFF2-40B4-BE49-F238E27FC236}">
                <a16:creationId xmlns:a16="http://schemas.microsoft.com/office/drawing/2014/main" id="{9639769C-859C-4B3D-A306-7CB7BFEFB437}"/>
              </a:ext>
            </a:extLst>
          </p:cNvPr>
          <p:cNvGraphicFramePr/>
          <p:nvPr>
            <p:extLst>
              <p:ext uri="{D42A27DB-BD31-4B8C-83A1-F6EECF244321}">
                <p14:modId xmlns:p14="http://schemas.microsoft.com/office/powerpoint/2010/main" val="628112404"/>
              </p:ext>
            </p:extLst>
          </p:nvPr>
        </p:nvGraphicFramePr>
        <p:xfrm>
          <a:off x="1447800" y="915993"/>
          <a:ext cx="9601200" cy="68579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12" name="Diagram 11">
            <a:extLst>
              <a:ext uri="{FF2B5EF4-FFF2-40B4-BE49-F238E27FC236}">
                <a16:creationId xmlns:a16="http://schemas.microsoft.com/office/drawing/2014/main" id="{82B6EEB3-4F7D-4058-90BF-7686C05591A5}"/>
              </a:ext>
            </a:extLst>
          </p:cNvPr>
          <p:cNvGraphicFramePr/>
          <p:nvPr>
            <p:extLst>
              <p:ext uri="{D42A27DB-BD31-4B8C-83A1-F6EECF244321}">
                <p14:modId xmlns:p14="http://schemas.microsoft.com/office/powerpoint/2010/main" val="1974493893"/>
              </p:ext>
            </p:extLst>
          </p:nvPr>
        </p:nvGraphicFramePr>
        <p:xfrm>
          <a:off x="1447800" y="1676400"/>
          <a:ext cx="9601200" cy="671851"/>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aphicFrame>
        <p:nvGraphicFramePr>
          <p:cNvPr id="29" name="Diagram 28">
            <a:extLst>
              <a:ext uri="{FF2B5EF4-FFF2-40B4-BE49-F238E27FC236}">
                <a16:creationId xmlns:a16="http://schemas.microsoft.com/office/drawing/2014/main" id="{7DDBDBF2-72B4-47F6-A244-B190878D7661}"/>
              </a:ext>
            </a:extLst>
          </p:cNvPr>
          <p:cNvGraphicFramePr/>
          <p:nvPr>
            <p:extLst>
              <p:ext uri="{D42A27DB-BD31-4B8C-83A1-F6EECF244321}">
                <p14:modId xmlns:p14="http://schemas.microsoft.com/office/powerpoint/2010/main" val="3253094169"/>
              </p:ext>
            </p:extLst>
          </p:nvPr>
        </p:nvGraphicFramePr>
        <p:xfrm>
          <a:off x="1447800" y="2485503"/>
          <a:ext cx="9601200" cy="671851"/>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graphicFrame>
        <p:nvGraphicFramePr>
          <p:cNvPr id="28" name="Diagram 27">
            <a:extLst>
              <a:ext uri="{FF2B5EF4-FFF2-40B4-BE49-F238E27FC236}">
                <a16:creationId xmlns:a16="http://schemas.microsoft.com/office/drawing/2014/main" id="{FF18B9EF-2226-465D-A86F-AEDC37127CE3}"/>
              </a:ext>
            </a:extLst>
          </p:cNvPr>
          <p:cNvGraphicFramePr/>
          <p:nvPr>
            <p:extLst>
              <p:ext uri="{D42A27DB-BD31-4B8C-83A1-F6EECF244321}">
                <p14:modId xmlns:p14="http://schemas.microsoft.com/office/powerpoint/2010/main" val="1597937318"/>
              </p:ext>
            </p:extLst>
          </p:nvPr>
        </p:nvGraphicFramePr>
        <p:xfrm>
          <a:off x="1447800" y="3255316"/>
          <a:ext cx="9601200" cy="671851"/>
        </p:xfrm>
        <a:graphic>
          <a:graphicData uri="http://schemas.openxmlformats.org/drawingml/2006/diagram">
            <dgm:relIds xmlns:dgm="http://schemas.openxmlformats.org/drawingml/2006/diagram" xmlns:r="http://schemas.openxmlformats.org/officeDocument/2006/relationships" r:dm="rId17" r:lo="rId18" r:qs="rId19" r:cs="rId20"/>
          </a:graphicData>
        </a:graphic>
      </p:graphicFrame>
      <p:graphicFrame>
        <p:nvGraphicFramePr>
          <p:cNvPr id="27" name="Diagram 26">
            <a:extLst>
              <a:ext uri="{FF2B5EF4-FFF2-40B4-BE49-F238E27FC236}">
                <a16:creationId xmlns:a16="http://schemas.microsoft.com/office/drawing/2014/main" id="{9879EC82-C476-479D-8C4F-E39117AEE719}"/>
              </a:ext>
            </a:extLst>
          </p:cNvPr>
          <p:cNvGraphicFramePr/>
          <p:nvPr>
            <p:extLst>
              <p:ext uri="{D42A27DB-BD31-4B8C-83A1-F6EECF244321}">
                <p14:modId xmlns:p14="http://schemas.microsoft.com/office/powerpoint/2010/main" val="3458575934"/>
              </p:ext>
            </p:extLst>
          </p:nvPr>
        </p:nvGraphicFramePr>
        <p:xfrm>
          <a:off x="1447799" y="4043442"/>
          <a:ext cx="9601201" cy="671851"/>
        </p:xfrm>
        <a:graphic>
          <a:graphicData uri="http://schemas.openxmlformats.org/drawingml/2006/diagram">
            <dgm:relIds xmlns:dgm="http://schemas.openxmlformats.org/drawingml/2006/diagram" xmlns:r="http://schemas.openxmlformats.org/officeDocument/2006/relationships" r:dm="rId22" r:lo="rId23" r:qs="rId24" r:cs="rId25"/>
          </a:graphicData>
        </a:graphic>
      </p:graphicFrame>
      <p:graphicFrame>
        <p:nvGraphicFramePr>
          <p:cNvPr id="26" name="Diagram 25">
            <a:extLst>
              <a:ext uri="{FF2B5EF4-FFF2-40B4-BE49-F238E27FC236}">
                <a16:creationId xmlns:a16="http://schemas.microsoft.com/office/drawing/2014/main" id="{E7000E0B-B671-48F3-B4D0-69245DF1D7B7}"/>
              </a:ext>
            </a:extLst>
          </p:cNvPr>
          <p:cNvGraphicFramePr/>
          <p:nvPr>
            <p:extLst>
              <p:ext uri="{D42A27DB-BD31-4B8C-83A1-F6EECF244321}">
                <p14:modId xmlns:p14="http://schemas.microsoft.com/office/powerpoint/2010/main" val="137346555"/>
              </p:ext>
            </p:extLst>
          </p:nvPr>
        </p:nvGraphicFramePr>
        <p:xfrm>
          <a:off x="1447800" y="4644732"/>
          <a:ext cx="9601200" cy="1537949"/>
        </p:xfrm>
        <a:graphic>
          <a:graphicData uri="http://schemas.openxmlformats.org/drawingml/2006/diagram">
            <dgm:relIds xmlns:dgm="http://schemas.openxmlformats.org/drawingml/2006/diagram" xmlns:r="http://schemas.openxmlformats.org/officeDocument/2006/relationships" r:dm="rId27" r:lo="rId28" r:qs="rId29" r:cs="rId30"/>
          </a:graphicData>
        </a:graphic>
      </p:graphicFrame>
      <p:sp>
        <p:nvSpPr>
          <p:cNvPr id="13" name="Footer Placeholder 4"/>
          <p:cNvSpPr>
            <a:spLocks noGrp="1"/>
          </p:cNvSpPr>
          <p:nvPr>
            <p:ph type="ftr" sz="quarter" idx="11"/>
          </p:nvPr>
        </p:nvSpPr>
        <p:spPr>
          <a:xfrm>
            <a:off x="4038600" y="6356356"/>
            <a:ext cx="5029200" cy="365125"/>
          </a:xfrm>
        </p:spPr>
        <p:txBody>
          <a:bodyPr/>
          <a:lstStyle/>
          <a:p>
            <a:r>
              <a:rPr lang="en-US" dirty="0"/>
              <a:t>Pooja Kumari     Design Pattern          Unit V</a:t>
            </a:r>
          </a:p>
        </p:txBody>
      </p:sp>
      <p:sp>
        <p:nvSpPr>
          <p:cNvPr id="5" name="TextBox 4">
            <a:extLst>
              <a:ext uri="{FF2B5EF4-FFF2-40B4-BE49-F238E27FC236}">
                <a16:creationId xmlns:a16="http://schemas.microsoft.com/office/drawing/2014/main" id="{9F8C9FF1-593C-D68B-2961-84FC2ADB99B3}"/>
              </a:ext>
            </a:extLst>
          </p:cNvPr>
          <p:cNvSpPr txBox="1"/>
          <p:nvPr/>
        </p:nvSpPr>
        <p:spPr>
          <a:xfrm>
            <a:off x="3454400" y="28419"/>
            <a:ext cx="6096000" cy="523220"/>
          </a:xfrm>
          <a:prstGeom prst="rect">
            <a:avLst/>
          </a:prstGeom>
          <a:noFill/>
        </p:spPr>
        <p:txBody>
          <a:bodyPr wrap="square">
            <a:spAutoFit/>
          </a:bodyPr>
          <a:lstStyle/>
          <a:p>
            <a:pPr algn="ctr">
              <a:spcBef>
                <a:spcPct val="0"/>
              </a:spcBef>
              <a:defRPr/>
            </a:pPr>
            <a:r>
              <a:rPr lang="en-US" sz="2800" dirty="0"/>
              <a:t>Course  Outcomes (COs)</a:t>
            </a:r>
          </a:p>
        </p:txBody>
      </p:sp>
    </p:spTree>
    <p:extLst>
      <p:ext uri="{BB962C8B-B14F-4D97-AF65-F5344CB8AC3E}">
        <p14:creationId xmlns:p14="http://schemas.microsoft.com/office/powerpoint/2010/main" val="14393684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B993A9D-8A75-4338-866F-7D0F70924B76}" type="datetime1">
              <a:rPr lang="en-US" smtClean="0"/>
              <a:t>6/27/2024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12</a:t>
            </a:fld>
            <a:endParaRPr lang="en-US" dirty="0"/>
          </a:p>
        </p:txBody>
      </p:sp>
      <p:graphicFrame>
        <p:nvGraphicFramePr>
          <p:cNvPr id="3" name="Diagram 2">
            <a:extLst>
              <a:ext uri="{FF2B5EF4-FFF2-40B4-BE49-F238E27FC236}">
                <a16:creationId xmlns:a16="http://schemas.microsoft.com/office/drawing/2014/main" id="{9639769C-859C-4B3D-A306-7CB7BFEFB437}"/>
              </a:ext>
            </a:extLst>
          </p:cNvPr>
          <p:cNvGraphicFramePr/>
          <p:nvPr>
            <p:extLst>
              <p:ext uri="{D42A27DB-BD31-4B8C-83A1-F6EECF244321}">
                <p14:modId xmlns:p14="http://schemas.microsoft.com/office/powerpoint/2010/main" val="2942743533"/>
              </p:ext>
            </p:extLst>
          </p:nvPr>
        </p:nvGraphicFramePr>
        <p:xfrm>
          <a:off x="1447800" y="915993"/>
          <a:ext cx="7620000" cy="68579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12" name="Diagram 11">
            <a:extLst>
              <a:ext uri="{FF2B5EF4-FFF2-40B4-BE49-F238E27FC236}">
                <a16:creationId xmlns:a16="http://schemas.microsoft.com/office/drawing/2014/main" id="{82B6EEB3-4F7D-4058-90BF-7686C05591A5}"/>
              </a:ext>
            </a:extLst>
          </p:cNvPr>
          <p:cNvGraphicFramePr/>
          <p:nvPr>
            <p:extLst>
              <p:ext uri="{D42A27DB-BD31-4B8C-83A1-F6EECF244321}">
                <p14:modId xmlns:p14="http://schemas.microsoft.com/office/powerpoint/2010/main" val="726987132"/>
              </p:ext>
            </p:extLst>
          </p:nvPr>
        </p:nvGraphicFramePr>
        <p:xfrm>
          <a:off x="1447800" y="1676400"/>
          <a:ext cx="7620000" cy="671851"/>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aphicFrame>
        <p:nvGraphicFramePr>
          <p:cNvPr id="29" name="Diagram 28">
            <a:extLst>
              <a:ext uri="{FF2B5EF4-FFF2-40B4-BE49-F238E27FC236}">
                <a16:creationId xmlns:a16="http://schemas.microsoft.com/office/drawing/2014/main" id="{7DDBDBF2-72B4-47F6-A244-B190878D7661}"/>
              </a:ext>
            </a:extLst>
          </p:cNvPr>
          <p:cNvGraphicFramePr/>
          <p:nvPr>
            <p:extLst>
              <p:ext uri="{D42A27DB-BD31-4B8C-83A1-F6EECF244321}">
                <p14:modId xmlns:p14="http://schemas.microsoft.com/office/powerpoint/2010/main" val="1338360237"/>
              </p:ext>
            </p:extLst>
          </p:nvPr>
        </p:nvGraphicFramePr>
        <p:xfrm>
          <a:off x="1447800" y="2438400"/>
          <a:ext cx="7620000" cy="671851"/>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graphicFrame>
        <p:nvGraphicFramePr>
          <p:cNvPr id="28" name="Diagram 27">
            <a:extLst>
              <a:ext uri="{FF2B5EF4-FFF2-40B4-BE49-F238E27FC236}">
                <a16:creationId xmlns:a16="http://schemas.microsoft.com/office/drawing/2014/main" id="{FF18B9EF-2226-465D-A86F-AEDC37127CE3}"/>
              </a:ext>
            </a:extLst>
          </p:cNvPr>
          <p:cNvGraphicFramePr/>
          <p:nvPr>
            <p:extLst>
              <p:ext uri="{D42A27DB-BD31-4B8C-83A1-F6EECF244321}">
                <p14:modId xmlns:p14="http://schemas.microsoft.com/office/powerpoint/2010/main" val="4117994087"/>
              </p:ext>
            </p:extLst>
          </p:nvPr>
        </p:nvGraphicFramePr>
        <p:xfrm>
          <a:off x="1447800" y="3214349"/>
          <a:ext cx="7620000" cy="671851"/>
        </p:xfrm>
        <a:graphic>
          <a:graphicData uri="http://schemas.openxmlformats.org/drawingml/2006/diagram">
            <dgm:relIds xmlns:dgm="http://schemas.openxmlformats.org/drawingml/2006/diagram" xmlns:r="http://schemas.openxmlformats.org/officeDocument/2006/relationships" r:dm="rId17" r:lo="rId18" r:qs="rId19" r:cs="rId20"/>
          </a:graphicData>
        </a:graphic>
      </p:graphicFrame>
      <p:graphicFrame>
        <p:nvGraphicFramePr>
          <p:cNvPr id="27" name="Diagram 26">
            <a:extLst>
              <a:ext uri="{FF2B5EF4-FFF2-40B4-BE49-F238E27FC236}">
                <a16:creationId xmlns:a16="http://schemas.microsoft.com/office/drawing/2014/main" id="{9879EC82-C476-479D-8C4F-E39117AEE719}"/>
              </a:ext>
            </a:extLst>
          </p:cNvPr>
          <p:cNvGraphicFramePr/>
          <p:nvPr>
            <p:extLst>
              <p:ext uri="{D42A27DB-BD31-4B8C-83A1-F6EECF244321}">
                <p14:modId xmlns:p14="http://schemas.microsoft.com/office/powerpoint/2010/main" val="2609242599"/>
              </p:ext>
            </p:extLst>
          </p:nvPr>
        </p:nvGraphicFramePr>
        <p:xfrm>
          <a:off x="1447799" y="3976349"/>
          <a:ext cx="7619999" cy="671851"/>
        </p:xfrm>
        <a:graphic>
          <a:graphicData uri="http://schemas.openxmlformats.org/drawingml/2006/diagram">
            <dgm:relIds xmlns:dgm="http://schemas.openxmlformats.org/drawingml/2006/diagram" xmlns:r="http://schemas.openxmlformats.org/officeDocument/2006/relationships" r:dm="rId22" r:lo="rId23" r:qs="rId24" r:cs="rId25"/>
          </a:graphicData>
        </a:graphic>
      </p:graphicFrame>
      <p:graphicFrame>
        <p:nvGraphicFramePr>
          <p:cNvPr id="26" name="Diagram 25">
            <a:extLst>
              <a:ext uri="{FF2B5EF4-FFF2-40B4-BE49-F238E27FC236}">
                <a16:creationId xmlns:a16="http://schemas.microsoft.com/office/drawing/2014/main" id="{E7000E0B-B671-48F3-B4D0-69245DF1D7B7}"/>
              </a:ext>
            </a:extLst>
          </p:cNvPr>
          <p:cNvGraphicFramePr/>
          <p:nvPr>
            <p:extLst>
              <p:ext uri="{D42A27DB-BD31-4B8C-83A1-F6EECF244321}">
                <p14:modId xmlns:p14="http://schemas.microsoft.com/office/powerpoint/2010/main" val="2971043659"/>
              </p:ext>
            </p:extLst>
          </p:nvPr>
        </p:nvGraphicFramePr>
        <p:xfrm>
          <a:off x="1447800" y="4738349"/>
          <a:ext cx="7620000" cy="671851"/>
        </p:xfrm>
        <a:graphic>
          <a:graphicData uri="http://schemas.openxmlformats.org/drawingml/2006/diagram">
            <dgm:relIds xmlns:dgm="http://schemas.openxmlformats.org/drawingml/2006/diagram" xmlns:r="http://schemas.openxmlformats.org/officeDocument/2006/relationships" r:dm="rId27" r:lo="rId28" r:qs="rId29" r:cs="rId30"/>
          </a:graphicData>
        </a:graphic>
      </p:graphicFrame>
      <p:graphicFrame>
        <p:nvGraphicFramePr>
          <p:cNvPr id="25" name="Diagram 24">
            <a:extLst>
              <a:ext uri="{FF2B5EF4-FFF2-40B4-BE49-F238E27FC236}">
                <a16:creationId xmlns:a16="http://schemas.microsoft.com/office/drawing/2014/main" id="{584BFB67-A290-4345-B380-C21BA1F5C217}"/>
              </a:ext>
            </a:extLst>
          </p:cNvPr>
          <p:cNvGraphicFramePr/>
          <p:nvPr>
            <p:extLst>
              <p:ext uri="{D42A27DB-BD31-4B8C-83A1-F6EECF244321}">
                <p14:modId xmlns:p14="http://schemas.microsoft.com/office/powerpoint/2010/main" val="1837845583"/>
              </p:ext>
            </p:extLst>
          </p:nvPr>
        </p:nvGraphicFramePr>
        <p:xfrm>
          <a:off x="1447800" y="5486400"/>
          <a:ext cx="7620000" cy="671851"/>
        </p:xfrm>
        <a:graphic>
          <a:graphicData uri="http://schemas.openxmlformats.org/drawingml/2006/diagram">
            <dgm:relIds xmlns:dgm="http://schemas.openxmlformats.org/drawingml/2006/diagram" xmlns:r="http://schemas.openxmlformats.org/officeDocument/2006/relationships" r:dm="rId32" r:lo="rId33" r:qs="rId34" r:cs="rId35"/>
          </a:graphicData>
        </a:graphic>
      </p:graphicFrame>
      <p:sp>
        <p:nvSpPr>
          <p:cNvPr id="13" name="Footer Placeholder 4"/>
          <p:cNvSpPr>
            <a:spLocks noGrp="1"/>
          </p:cNvSpPr>
          <p:nvPr>
            <p:ph type="ftr" sz="quarter" idx="11"/>
          </p:nvPr>
        </p:nvSpPr>
        <p:spPr>
          <a:xfrm>
            <a:off x="4038600" y="6356356"/>
            <a:ext cx="5029200" cy="365125"/>
          </a:xfrm>
        </p:spPr>
        <p:txBody>
          <a:bodyPr/>
          <a:lstStyle/>
          <a:p>
            <a:r>
              <a:rPr lang="en-US" dirty="0"/>
              <a:t>Pooja Kumari      Design Pattern          Unit V</a:t>
            </a:r>
          </a:p>
        </p:txBody>
      </p:sp>
      <p:sp>
        <p:nvSpPr>
          <p:cNvPr id="5" name="TextBox 4">
            <a:extLst>
              <a:ext uri="{FF2B5EF4-FFF2-40B4-BE49-F238E27FC236}">
                <a16:creationId xmlns:a16="http://schemas.microsoft.com/office/drawing/2014/main" id="{B5657A07-93DF-2B1E-5A77-FA9FC17B57DB}"/>
              </a:ext>
            </a:extLst>
          </p:cNvPr>
          <p:cNvSpPr txBox="1"/>
          <p:nvPr/>
        </p:nvSpPr>
        <p:spPr>
          <a:xfrm>
            <a:off x="3505200" y="93063"/>
            <a:ext cx="6096000" cy="523220"/>
          </a:xfrm>
          <a:prstGeom prst="rect">
            <a:avLst/>
          </a:prstGeom>
          <a:noFill/>
        </p:spPr>
        <p:txBody>
          <a:bodyPr wrap="square">
            <a:spAutoFit/>
          </a:bodyPr>
          <a:lstStyle/>
          <a:p>
            <a:pPr algn="ctr">
              <a:spcBef>
                <a:spcPct val="0"/>
              </a:spcBef>
              <a:defRPr/>
            </a:pPr>
            <a:r>
              <a:rPr lang="en-US" sz="2800" dirty="0"/>
              <a:t>Program Outcomes (POs)</a:t>
            </a:r>
          </a:p>
        </p:txBody>
      </p:sp>
    </p:spTree>
    <p:extLst>
      <p:ext uri="{BB962C8B-B14F-4D97-AF65-F5344CB8AC3E}">
        <p14:creationId xmlns:p14="http://schemas.microsoft.com/office/powerpoint/2010/main" val="26987591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B5631C6F-0DBA-43FD-9CEB-FC18B97B45D8}" type="datetime1">
              <a:rPr lang="en-US" smtClean="0"/>
              <a:t>6/27/2024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13</a:t>
            </a:fld>
            <a:endParaRPr lang="en-US" dirty="0"/>
          </a:p>
        </p:txBody>
      </p:sp>
      <p:graphicFrame>
        <p:nvGraphicFramePr>
          <p:cNvPr id="3" name="Diagram 2">
            <a:extLst>
              <a:ext uri="{FF2B5EF4-FFF2-40B4-BE49-F238E27FC236}">
                <a16:creationId xmlns:a16="http://schemas.microsoft.com/office/drawing/2014/main" id="{9639769C-859C-4B3D-A306-7CB7BFEFB437}"/>
              </a:ext>
            </a:extLst>
          </p:cNvPr>
          <p:cNvGraphicFramePr/>
          <p:nvPr/>
        </p:nvGraphicFramePr>
        <p:xfrm>
          <a:off x="1447800" y="915993"/>
          <a:ext cx="7620000" cy="68579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12" name="Diagram 11">
            <a:extLst>
              <a:ext uri="{FF2B5EF4-FFF2-40B4-BE49-F238E27FC236}">
                <a16:creationId xmlns:a16="http://schemas.microsoft.com/office/drawing/2014/main" id="{82B6EEB3-4F7D-4058-90BF-7686C05591A5}"/>
              </a:ext>
            </a:extLst>
          </p:cNvPr>
          <p:cNvGraphicFramePr/>
          <p:nvPr>
            <p:extLst>
              <p:ext uri="{D42A27DB-BD31-4B8C-83A1-F6EECF244321}">
                <p14:modId xmlns:p14="http://schemas.microsoft.com/office/powerpoint/2010/main" val="1885651136"/>
              </p:ext>
            </p:extLst>
          </p:nvPr>
        </p:nvGraphicFramePr>
        <p:xfrm>
          <a:off x="1447800" y="1676400"/>
          <a:ext cx="7620000" cy="671851"/>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aphicFrame>
        <p:nvGraphicFramePr>
          <p:cNvPr id="29" name="Diagram 28">
            <a:extLst>
              <a:ext uri="{FF2B5EF4-FFF2-40B4-BE49-F238E27FC236}">
                <a16:creationId xmlns:a16="http://schemas.microsoft.com/office/drawing/2014/main" id="{7DDBDBF2-72B4-47F6-A244-B190878D7661}"/>
              </a:ext>
            </a:extLst>
          </p:cNvPr>
          <p:cNvGraphicFramePr/>
          <p:nvPr>
            <p:extLst>
              <p:ext uri="{D42A27DB-BD31-4B8C-83A1-F6EECF244321}">
                <p14:modId xmlns:p14="http://schemas.microsoft.com/office/powerpoint/2010/main" val="413529852"/>
              </p:ext>
            </p:extLst>
          </p:nvPr>
        </p:nvGraphicFramePr>
        <p:xfrm>
          <a:off x="1447800" y="2438400"/>
          <a:ext cx="7620000" cy="671851"/>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graphicFrame>
        <p:nvGraphicFramePr>
          <p:cNvPr id="28" name="Diagram 27">
            <a:extLst>
              <a:ext uri="{FF2B5EF4-FFF2-40B4-BE49-F238E27FC236}">
                <a16:creationId xmlns:a16="http://schemas.microsoft.com/office/drawing/2014/main" id="{FF18B9EF-2226-465D-A86F-AEDC37127CE3}"/>
              </a:ext>
            </a:extLst>
          </p:cNvPr>
          <p:cNvGraphicFramePr/>
          <p:nvPr>
            <p:extLst>
              <p:ext uri="{D42A27DB-BD31-4B8C-83A1-F6EECF244321}">
                <p14:modId xmlns:p14="http://schemas.microsoft.com/office/powerpoint/2010/main" val="3456498700"/>
              </p:ext>
            </p:extLst>
          </p:nvPr>
        </p:nvGraphicFramePr>
        <p:xfrm>
          <a:off x="1447800" y="3214349"/>
          <a:ext cx="7620000" cy="671851"/>
        </p:xfrm>
        <a:graphic>
          <a:graphicData uri="http://schemas.openxmlformats.org/drawingml/2006/diagram">
            <dgm:relIds xmlns:dgm="http://schemas.openxmlformats.org/drawingml/2006/diagram" xmlns:r="http://schemas.openxmlformats.org/officeDocument/2006/relationships" r:dm="rId17" r:lo="rId18" r:qs="rId19" r:cs="rId20"/>
          </a:graphicData>
        </a:graphic>
      </p:graphicFrame>
      <p:graphicFrame>
        <p:nvGraphicFramePr>
          <p:cNvPr id="27" name="Diagram 26">
            <a:extLst>
              <a:ext uri="{FF2B5EF4-FFF2-40B4-BE49-F238E27FC236}">
                <a16:creationId xmlns:a16="http://schemas.microsoft.com/office/drawing/2014/main" id="{9879EC82-C476-479D-8C4F-E39117AEE719}"/>
              </a:ext>
            </a:extLst>
          </p:cNvPr>
          <p:cNvGraphicFramePr/>
          <p:nvPr>
            <p:extLst>
              <p:ext uri="{D42A27DB-BD31-4B8C-83A1-F6EECF244321}">
                <p14:modId xmlns:p14="http://schemas.microsoft.com/office/powerpoint/2010/main" val="693413557"/>
              </p:ext>
            </p:extLst>
          </p:nvPr>
        </p:nvGraphicFramePr>
        <p:xfrm>
          <a:off x="1447799" y="3976349"/>
          <a:ext cx="7619999" cy="671851"/>
        </p:xfrm>
        <a:graphic>
          <a:graphicData uri="http://schemas.openxmlformats.org/drawingml/2006/diagram">
            <dgm:relIds xmlns:dgm="http://schemas.openxmlformats.org/drawingml/2006/diagram" xmlns:r="http://schemas.openxmlformats.org/officeDocument/2006/relationships" r:dm="rId22" r:lo="rId23" r:qs="rId24" r:cs="rId25"/>
          </a:graphicData>
        </a:graphic>
      </p:graphicFrame>
      <p:graphicFrame>
        <p:nvGraphicFramePr>
          <p:cNvPr id="26" name="Diagram 25">
            <a:extLst>
              <a:ext uri="{FF2B5EF4-FFF2-40B4-BE49-F238E27FC236}">
                <a16:creationId xmlns:a16="http://schemas.microsoft.com/office/drawing/2014/main" id="{E7000E0B-B671-48F3-B4D0-69245DF1D7B7}"/>
              </a:ext>
            </a:extLst>
          </p:cNvPr>
          <p:cNvGraphicFramePr/>
          <p:nvPr>
            <p:extLst>
              <p:ext uri="{D42A27DB-BD31-4B8C-83A1-F6EECF244321}">
                <p14:modId xmlns:p14="http://schemas.microsoft.com/office/powerpoint/2010/main" val="2570014629"/>
              </p:ext>
            </p:extLst>
          </p:nvPr>
        </p:nvGraphicFramePr>
        <p:xfrm>
          <a:off x="1447800" y="4738349"/>
          <a:ext cx="7620000" cy="671851"/>
        </p:xfrm>
        <a:graphic>
          <a:graphicData uri="http://schemas.openxmlformats.org/drawingml/2006/diagram">
            <dgm:relIds xmlns:dgm="http://schemas.openxmlformats.org/drawingml/2006/diagram" xmlns:r="http://schemas.openxmlformats.org/officeDocument/2006/relationships" r:dm="rId27" r:lo="rId28" r:qs="rId29" r:cs="rId30"/>
          </a:graphicData>
        </a:graphic>
      </p:graphicFrame>
      <p:graphicFrame>
        <p:nvGraphicFramePr>
          <p:cNvPr id="25" name="Diagram 24">
            <a:extLst>
              <a:ext uri="{FF2B5EF4-FFF2-40B4-BE49-F238E27FC236}">
                <a16:creationId xmlns:a16="http://schemas.microsoft.com/office/drawing/2014/main" id="{584BFB67-A290-4345-B380-C21BA1F5C217}"/>
              </a:ext>
            </a:extLst>
          </p:cNvPr>
          <p:cNvGraphicFramePr/>
          <p:nvPr>
            <p:extLst>
              <p:ext uri="{D42A27DB-BD31-4B8C-83A1-F6EECF244321}">
                <p14:modId xmlns:p14="http://schemas.microsoft.com/office/powerpoint/2010/main" val="3778970734"/>
              </p:ext>
            </p:extLst>
          </p:nvPr>
        </p:nvGraphicFramePr>
        <p:xfrm>
          <a:off x="1447800" y="5486400"/>
          <a:ext cx="7620000" cy="671851"/>
        </p:xfrm>
        <a:graphic>
          <a:graphicData uri="http://schemas.openxmlformats.org/drawingml/2006/diagram">
            <dgm:relIds xmlns:dgm="http://schemas.openxmlformats.org/drawingml/2006/diagram" xmlns:r="http://schemas.openxmlformats.org/officeDocument/2006/relationships" r:dm="rId32" r:lo="rId33" r:qs="rId34" r:cs="rId35"/>
          </a:graphicData>
        </a:graphic>
      </p:graphicFrame>
      <p:sp>
        <p:nvSpPr>
          <p:cNvPr id="13" name="Footer Placeholder 4"/>
          <p:cNvSpPr>
            <a:spLocks noGrp="1"/>
          </p:cNvSpPr>
          <p:nvPr>
            <p:ph type="ftr" sz="quarter" idx="11"/>
          </p:nvPr>
        </p:nvSpPr>
        <p:spPr>
          <a:xfrm>
            <a:off x="4038600" y="6356356"/>
            <a:ext cx="5029200" cy="365125"/>
          </a:xfrm>
        </p:spPr>
        <p:txBody>
          <a:bodyPr/>
          <a:lstStyle/>
          <a:p>
            <a:r>
              <a:rPr lang="en-US" dirty="0"/>
              <a:t>Pooja Kumari     Design Pattern          Unit V</a:t>
            </a:r>
          </a:p>
        </p:txBody>
      </p:sp>
      <p:sp>
        <p:nvSpPr>
          <p:cNvPr id="5" name="TextBox 4">
            <a:extLst>
              <a:ext uri="{FF2B5EF4-FFF2-40B4-BE49-F238E27FC236}">
                <a16:creationId xmlns:a16="http://schemas.microsoft.com/office/drawing/2014/main" id="{1533E317-3E88-68DA-392A-8C2540C76329}"/>
              </a:ext>
            </a:extLst>
          </p:cNvPr>
          <p:cNvSpPr txBox="1"/>
          <p:nvPr/>
        </p:nvSpPr>
        <p:spPr>
          <a:xfrm>
            <a:off x="3505200" y="52654"/>
            <a:ext cx="6096000" cy="523220"/>
          </a:xfrm>
          <a:prstGeom prst="rect">
            <a:avLst/>
          </a:prstGeom>
          <a:noFill/>
        </p:spPr>
        <p:txBody>
          <a:bodyPr wrap="square">
            <a:spAutoFit/>
          </a:bodyPr>
          <a:lstStyle/>
          <a:p>
            <a:pPr algn="ctr">
              <a:spcBef>
                <a:spcPct val="0"/>
              </a:spcBef>
              <a:defRPr/>
            </a:pPr>
            <a:r>
              <a:rPr lang="en-US" sz="2800" dirty="0"/>
              <a:t>Program Outcomes (POs)</a:t>
            </a:r>
          </a:p>
        </p:txBody>
      </p:sp>
    </p:spTree>
    <p:extLst>
      <p:ext uri="{BB962C8B-B14F-4D97-AF65-F5344CB8AC3E}">
        <p14:creationId xmlns:p14="http://schemas.microsoft.com/office/powerpoint/2010/main" val="21978086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381CA928-3597-4F2E-A2F7-A3B31F5695DD}" type="datetime1">
              <a:rPr lang="en-US" smtClean="0"/>
              <a:t>6/27/2024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14</a:t>
            </a:fld>
            <a:endParaRPr lang="en-US" dirty="0"/>
          </a:p>
        </p:txBody>
      </p:sp>
      <p:graphicFrame>
        <p:nvGraphicFramePr>
          <p:cNvPr id="11" name="Table 10">
            <a:extLst>
              <a:ext uri="{FF2B5EF4-FFF2-40B4-BE49-F238E27FC236}">
                <a16:creationId xmlns:a16="http://schemas.microsoft.com/office/drawing/2014/main" id="{37BF15CC-9306-4F59-866F-B4B4CD6EC448}"/>
              </a:ext>
            </a:extLst>
          </p:cNvPr>
          <p:cNvGraphicFramePr>
            <a:graphicFrameLocks noGrp="1"/>
          </p:cNvGraphicFramePr>
          <p:nvPr>
            <p:extLst>
              <p:ext uri="{D42A27DB-BD31-4B8C-83A1-F6EECF244321}">
                <p14:modId xmlns:p14="http://schemas.microsoft.com/office/powerpoint/2010/main" val="1163488045"/>
              </p:ext>
            </p:extLst>
          </p:nvPr>
        </p:nvGraphicFramePr>
        <p:xfrm>
          <a:off x="762000" y="1066800"/>
          <a:ext cx="11049006" cy="4876802"/>
        </p:xfrm>
        <a:graphic>
          <a:graphicData uri="http://schemas.openxmlformats.org/drawingml/2006/table">
            <a:tbl>
              <a:tblPr>
                <a:effectLst>
                  <a:outerShdw blurRad="50800" dist="38100" algn="l" rotWithShape="0">
                    <a:prstClr val="black">
                      <a:alpha val="40000"/>
                    </a:prstClr>
                  </a:outerShdw>
                </a:effectLst>
                <a:tableStyleId>{35758FB7-9AC5-4552-8A53-C91805E547FA}</a:tableStyleId>
              </a:tblPr>
              <a:tblGrid>
                <a:gridCol w="1236054">
                  <a:extLst>
                    <a:ext uri="{9D8B030D-6E8A-4147-A177-3AD203B41FA5}">
                      <a16:colId xmlns:a16="http://schemas.microsoft.com/office/drawing/2014/main" val="795970929"/>
                    </a:ext>
                  </a:extLst>
                </a:gridCol>
                <a:gridCol w="817746">
                  <a:extLst>
                    <a:ext uri="{9D8B030D-6E8A-4147-A177-3AD203B41FA5}">
                      <a16:colId xmlns:a16="http://schemas.microsoft.com/office/drawing/2014/main" val="937651517"/>
                    </a:ext>
                  </a:extLst>
                </a:gridCol>
                <a:gridCol w="817746">
                  <a:extLst>
                    <a:ext uri="{9D8B030D-6E8A-4147-A177-3AD203B41FA5}">
                      <a16:colId xmlns:a16="http://schemas.microsoft.com/office/drawing/2014/main" val="2579388657"/>
                    </a:ext>
                  </a:extLst>
                </a:gridCol>
                <a:gridCol w="817746">
                  <a:extLst>
                    <a:ext uri="{9D8B030D-6E8A-4147-A177-3AD203B41FA5}">
                      <a16:colId xmlns:a16="http://schemas.microsoft.com/office/drawing/2014/main" val="4274486272"/>
                    </a:ext>
                  </a:extLst>
                </a:gridCol>
                <a:gridCol w="817746">
                  <a:extLst>
                    <a:ext uri="{9D8B030D-6E8A-4147-A177-3AD203B41FA5}">
                      <a16:colId xmlns:a16="http://schemas.microsoft.com/office/drawing/2014/main" val="117179822"/>
                    </a:ext>
                  </a:extLst>
                </a:gridCol>
                <a:gridCol w="817746">
                  <a:extLst>
                    <a:ext uri="{9D8B030D-6E8A-4147-A177-3AD203B41FA5}">
                      <a16:colId xmlns:a16="http://schemas.microsoft.com/office/drawing/2014/main" val="1944862725"/>
                    </a:ext>
                  </a:extLst>
                </a:gridCol>
                <a:gridCol w="817746">
                  <a:extLst>
                    <a:ext uri="{9D8B030D-6E8A-4147-A177-3AD203B41FA5}">
                      <a16:colId xmlns:a16="http://schemas.microsoft.com/office/drawing/2014/main" val="3301730808"/>
                    </a:ext>
                  </a:extLst>
                </a:gridCol>
                <a:gridCol w="817746">
                  <a:extLst>
                    <a:ext uri="{9D8B030D-6E8A-4147-A177-3AD203B41FA5}">
                      <a16:colId xmlns:a16="http://schemas.microsoft.com/office/drawing/2014/main" val="1019184723"/>
                    </a:ext>
                  </a:extLst>
                </a:gridCol>
                <a:gridCol w="817746">
                  <a:extLst>
                    <a:ext uri="{9D8B030D-6E8A-4147-A177-3AD203B41FA5}">
                      <a16:colId xmlns:a16="http://schemas.microsoft.com/office/drawing/2014/main" val="152610545"/>
                    </a:ext>
                  </a:extLst>
                </a:gridCol>
                <a:gridCol w="817746">
                  <a:extLst>
                    <a:ext uri="{9D8B030D-6E8A-4147-A177-3AD203B41FA5}">
                      <a16:colId xmlns:a16="http://schemas.microsoft.com/office/drawing/2014/main" val="906752748"/>
                    </a:ext>
                  </a:extLst>
                </a:gridCol>
                <a:gridCol w="817746">
                  <a:extLst>
                    <a:ext uri="{9D8B030D-6E8A-4147-A177-3AD203B41FA5}">
                      <a16:colId xmlns:a16="http://schemas.microsoft.com/office/drawing/2014/main" val="1596455435"/>
                    </a:ext>
                  </a:extLst>
                </a:gridCol>
                <a:gridCol w="817746">
                  <a:extLst>
                    <a:ext uri="{9D8B030D-6E8A-4147-A177-3AD203B41FA5}">
                      <a16:colId xmlns:a16="http://schemas.microsoft.com/office/drawing/2014/main" val="2096782459"/>
                    </a:ext>
                  </a:extLst>
                </a:gridCol>
                <a:gridCol w="817746">
                  <a:extLst>
                    <a:ext uri="{9D8B030D-6E8A-4147-A177-3AD203B41FA5}">
                      <a16:colId xmlns:a16="http://schemas.microsoft.com/office/drawing/2014/main" val="590504669"/>
                    </a:ext>
                  </a:extLst>
                </a:gridCol>
              </a:tblGrid>
              <a:tr h="748246">
                <a:tc>
                  <a:txBody>
                    <a:bodyPr/>
                    <a:lstStyle/>
                    <a:p>
                      <a:pPr algn="ctr" fontAlgn="ctr"/>
                      <a:r>
                        <a:rPr lang="en-US" sz="2100" b="1" u="none" strike="noStrike" dirty="0">
                          <a:effectLst/>
                        </a:rPr>
                        <a:t> CO.K</a:t>
                      </a:r>
                      <a:endParaRPr lang="en-US" sz="2100" b="1" i="0" u="none" strike="noStrike" dirty="0">
                        <a:solidFill>
                          <a:srgbClr val="000000"/>
                        </a:solidFill>
                        <a:effectLst/>
                        <a:latin typeface="Arial" panose="020B0604020202020204" pitchFamily="34" charset="0"/>
                      </a:endParaRP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1" u="none" strike="noStrike" dirty="0">
                          <a:effectLst/>
                        </a:rPr>
                        <a:t>PO1</a:t>
                      </a:r>
                      <a:endParaRPr lang="en-US" sz="2100" b="1" i="0" u="none" strike="noStrike" dirty="0">
                        <a:solidFill>
                          <a:srgbClr val="000000"/>
                        </a:solidFill>
                        <a:effectLst/>
                        <a:latin typeface="Calibri" panose="020F0502020204030204" pitchFamily="34" charset="0"/>
                      </a:endParaRP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1" u="none" strike="noStrike" dirty="0">
                          <a:effectLst/>
                        </a:rPr>
                        <a:t>PO2</a:t>
                      </a:r>
                      <a:endParaRPr lang="en-US" sz="2100" b="1" i="0" u="none" strike="noStrike" dirty="0">
                        <a:solidFill>
                          <a:srgbClr val="000000"/>
                        </a:solidFill>
                        <a:effectLst/>
                        <a:latin typeface="Calibri" panose="020F0502020204030204" pitchFamily="34" charset="0"/>
                      </a:endParaRP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1" u="none" strike="noStrike" dirty="0">
                          <a:effectLst/>
                        </a:rPr>
                        <a:t>PO3</a:t>
                      </a:r>
                      <a:endParaRPr lang="en-US" sz="2100" b="1" i="0" u="none" strike="noStrike" dirty="0">
                        <a:solidFill>
                          <a:srgbClr val="000000"/>
                        </a:solidFill>
                        <a:effectLst/>
                        <a:latin typeface="Calibri" panose="020F0502020204030204" pitchFamily="34" charset="0"/>
                      </a:endParaRP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1" u="none" strike="noStrike" dirty="0">
                          <a:effectLst/>
                        </a:rPr>
                        <a:t>PO4</a:t>
                      </a:r>
                      <a:endParaRPr lang="en-US" sz="2100" b="1" i="0" u="none" strike="noStrike" dirty="0">
                        <a:solidFill>
                          <a:srgbClr val="000000"/>
                        </a:solidFill>
                        <a:effectLst/>
                        <a:latin typeface="Calibri" panose="020F0502020204030204" pitchFamily="34" charset="0"/>
                      </a:endParaRP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1" u="none" strike="noStrike" dirty="0">
                          <a:effectLst/>
                        </a:rPr>
                        <a:t>PO5</a:t>
                      </a:r>
                      <a:endParaRPr lang="en-US" sz="2100" b="1" i="0" u="none" strike="noStrike" dirty="0">
                        <a:solidFill>
                          <a:srgbClr val="000000"/>
                        </a:solidFill>
                        <a:effectLst/>
                        <a:latin typeface="Calibri" panose="020F0502020204030204" pitchFamily="34" charset="0"/>
                      </a:endParaRP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1" u="none" strike="noStrike" dirty="0">
                          <a:effectLst/>
                        </a:rPr>
                        <a:t>PO6</a:t>
                      </a:r>
                      <a:endParaRPr lang="en-US" sz="2100" b="1" i="0" u="none" strike="noStrike" dirty="0">
                        <a:solidFill>
                          <a:srgbClr val="000000"/>
                        </a:solidFill>
                        <a:effectLst/>
                        <a:latin typeface="Calibri" panose="020F0502020204030204" pitchFamily="34" charset="0"/>
                      </a:endParaRP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1" u="none" strike="noStrike" dirty="0">
                          <a:effectLst/>
                        </a:rPr>
                        <a:t>PO7</a:t>
                      </a:r>
                      <a:endParaRPr lang="en-US" sz="2100" b="1" i="0" u="none" strike="noStrike" dirty="0">
                        <a:solidFill>
                          <a:srgbClr val="000000"/>
                        </a:solidFill>
                        <a:effectLst/>
                        <a:latin typeface="Calibri" panose="020F0502020204030204" pitchFamily="34" charset="0"/>
                      </a:endParaRP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1" u="none" strike="noStrike" dirty="0">
                          <a:effectLst/>
                        </a:rPr>
                        <a:t>PO8</a:t>
                      </a:r>
                      <a:endParaRPr lang="en-US" sz="2100" b="1" i="0" u="none" strike="noStrike" dirty="0">
                        <a:solidFill>
                          <a:srgbClr val="000000"/>
                        </a:solidFill>
                        <a:effectLst/>
                        <a:latin typeface="Calibri" panose="020F0502020204030204" pitchFamily="34" charset="0"/>
                      </a:endParaRP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1" u="none" strike="noStrike" dirty="0">
                          <a:effectLst/>
                        </a:rPr>
                        <a:t>PO9</a:t>
                      </a:r>
                      <a:endParaRPr lang="en-US" sz="2100" b="1" i="0" u="none" strike="noStrike" dirty="0">
                        <a:solidFill>
                          <a:srgbClr val="000000"/>
                        </a:solidFill>
                        <a:effectLst/>
                        <a:latin typeface="Calibri" panose="020F0502020204030204" pitchFamily="34" charset="0"/>
                      </a:endParaRP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1" u="none" strike="noStrike" dirty="0">
                          <a:effectLst/>
                        </a:rPr>
                        <a:t>PO10</a:t>
                      </a:r>
                      <a:endParaRPr lang="en-US" sz="2100" b="1" i="0" u="none" strike="noStrike" dirty="0">
                        <a:solidFill>
                          <a:srgbClr val="000000"/>
                        </a:solidFill>
                        <a:effectLst/>
                        <a:latin typeface="Calibri" panose="020F0502020204030204" pitchFamily="34" charset="0"/>
                      </a:endParaRP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1" u="none" strike="noStrike" dirty="0">
                          <a:effectLst/>
                        </a:rPr>
                        <a:t>PO11</a:t>
                      </a:r>
                      <a:endParaRPr lang="en-US" sz="2100" b="1" i="0" u="none" strike="noStrike" dirty="0">
                        <a:solidFill>
                          <a:srgbClr val="000000"/>
                        </a:solidFill>
                        <a:effectLst/>
                        <a:latin typeface="Calibri" panose="020F0502020204030204" pitchFamily="34" charset="0"/>
                      </a:endParaRP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1" u="none" strike="noStrike" dirty="0">
                          <a:effectLst/>
                        </a:rPr>
                        <a:t>PO12</a:t>
                      </a:r>
                      <a:endParaRPr lang="en-US" sz="2100" b="1" i="0" u="none" strike="noStrike" dirty="0">
                        <a:solidFill>
                          <a:srgbClr val="000000"/>
                        </a:solidFill>
                        <a:effectLst/>
                        <a:latin typeface="Calibri" panose="020F0502020204030204" pitchFamily="34" charset="0"/>
                      </a:endParaRP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extLst>
                  <a:ext uri="{0D108BD9-81ED-4DB2-BD59-A6C34878D82A}">
                    <a16:rowId xmlns:a16="http://schemas.microsoft.com/office/drawing/2014/main" val="3199435395"/>
                  </a:ext>
                </a:extLst>
              </a:tr>
              <a:tr h="757048">
                <a:tc>
                  <a:txBody>
                    <a:bodyPr/>
                    <a:lstStyle/>
                    <a:p>
                      <a:pPr algn="ctr" rtl="0" fontAlgn="ctr"/>
                      <a:r>
                        <a:rPr lang="en-US" sz="2100" b="1" u="none" strike="noStrike" dirty="0">
                          <a:effectLst/>
                        </a:rPr>
                        <a:t>CO1</a:t>
                      </a:r>
                      <a:endParaRPr lang="en-US" sz="2100" b="1" i="0" u="none" strike="noStrike" dirty="0">
                        <a:solidFill>
                          <a:srgbClr val="000000"/>
                        </a:solidFill>
                        <a:effectLst/>
                        <a:latin typeface="Calibri" panose="020F0502020204030204" pitchFamily="34" charset="0"/>
                      </a:endParaRP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2</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2</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2</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3</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3</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extLst>
                  <a:ext uri="{0D108BD9-81ED-4DB2-BD59-A6C34878D82A}">
                    <a16:rowId xmlns:a16="http://schemas.microsoft.com/office/drawing/2014/main" val="3079903705"/>
                  </a:ext>
                </a:extLst>
              </a:tr>
              <a:tr h="748246">
                <a:tc>
                  <a:txBody>
                    <a:bodyPr/>
                    <a:lstStyle/>
                    <a:p>
                      <a:pPr algn="ctr" rtl="0" fontAlgn="ctr"/>
                      <a:r>
                        <a:rPr lang="en-US" sz="2100" b="1" u="none" strike="noStrike" dirty="0">
                          <a:effectLst/>
                        </a:rPr>
                        <a:t>CO2</a:t>
                      </a:r>
                      <a:endParaRPr lang="en-US" sz="2100" b="1" i="0" u="none" strike="noStrike" dirty="0">
                        <a:solidFill>
                          <a:srgbClr val="000000"/>
                        </a:solidFill>
                        <a:effectLst/>
                        <a:latin typeface="Calibri" panose="020F0502020204030204" pitchFamily="34" charset="0"/>
                      </a:endParaRP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3</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2</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3</a:t>
                      </a:r>
                      <a:endParaRPr kumimoji="0" lang="en-US" sz="2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endParaRP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2</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3</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extLst>
                  <a:ext uri="{0D108BD9-81ED-4DB2-BD59-A6C34878D82A}">
                    <a16:rowId xmlns:a16="http://schemas.microsoft.com/office/drawing/2014/main" val="3041487185"/>
                  </a:ext>
                </a:extLst>
              </a:tr>
              <a:tr h="748246">
                <a:tc>
                  <a:txBody>
                    <a:bodyPr/>
                    <a:lstStyle/>
                    <a:p>
                      <a:pPr algn="ctr" rtl="0" fontAlgn="ctr"/>
                      <a:r>
                        <a:rPr lang="en-US" sz="2100" b="1" u="none" strike="noStrike" dirty="0">
                          <a:effectLst/>
                        </a:rPr>
                        <a:t>CO3</a:t>
                      </a:r>
                      <a:endParaRPr lang="en-US" sz="2100" b="1" i="0" u="none" strike="noStrike" dirty="0">
                        <a:solidFill>
                          <a:srgbClr val="000000"/>
                        </a:solidFill>
                        <a:effectLst/>
                        <a:latin typeface="Calibri" panose="020F0502020204030204" pitchFamily="34" charset="0"/>
                      </a:endParaRP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3</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2</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3</a:t>
                      </a:r>
                      <a:endParaRPr kumimoji="0" lang="en-US" sz="2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endParaRP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2</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 3</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extLst>
                  <a:ext uri="{0D108BD9-81ED-4DB2-BD59-A6C34878D82A}">
                    <a16:rowId xmlns:a16="http://schemas.microsoft.com/office/drawing/2014/main" val="3230989355"/>
                  </a:ext>
                </a:extLst>
              </a:tr>
              <a:tr h="748246">
                <a:tc>
                  <a:txBody>
                    <a:bodyPr/>
                    <a:lstStyle/>
                    <a:p>
                      <a:pPr algn="ctr" rtl="0" fontAlgn="ctr"/>
                      <a:r>
                        <a:rPr lang="en-US" sz="2100" b="1" u="none" strike="noStrike" dirty="0">
                          <a:effectLst/>
                        </a:rPr>
                        <a:t>CO4</a:t>
                      </a:r>
                      <a:endParaRPr lang="en-US" sz="2100" b="1" i="0" u="none" strike="noStrike" dirty="0">
                        <a:solidFill>
                          <a:srgbClr val="000000"/>
                        </a:solidFill>
                        <a:effectLst/>
                        <a:latin typeface="Calibri" panose="020F0502020204030204" pitchFamily="34" charset="0"/>
                      </a:endParaRP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3</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2</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3</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2</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3</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extLst>
                  <a:ext uri="{0D108BD9-81ED-4DB2-BD59-A6C34878D82A}">
                    <a16:rowId xmlns:a16="http://schemas.microsoft.com/office/drawing/2014/main" val="4294284923"/>
                  </a:ext>
                </a:extLst>
              </a:tr>
              <a:tr h="748246">
                <a:tc>
                  <a:txBody>
                    <a:bodyPr/>
                    <a:lstStyle/>
                    <a:p>
                      <a:pPr algn="ctr" rtl="0" fontAlgn="ctr"/>
                      <a:r>
                        <a:rPr lang="en-US" sz="2100" b="1" u="none" strike="noStrike" dirty="0">
                          <a:effectLst/>
                        </a:rPr>
                        <a:t>CO5</a:t>
                      </a:r>
                      <a:endParaRPr lang="en-US" sz="2100" b="1" i="0" u="none" strike="noStrike" dirty="0">
                        <a:solidFill>
                          <a:srgbClr val="000000"/>
                        </a:solidFill>
                        <a:effectLst/>
                        <a:latin typeface="Calibri" panose="020F0502020204030204" pitchFamily="34" charset="0"/>
                      </a:endParaRP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3</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2</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3</a:t>
                      </a:r>
                      <a:endParaRPr kumimoji="0" lang="en-US" sz="2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endParaRP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3</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3</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extLst>
                  <a:ext uri="{0D108BD9-81ED-4DB2-BD59-A6C34878D82A}">
                    <a16:rowId xmlns:a16="http://schemas.microsoft.com/office/drawing/2014/main" val="1022190676"/>
                  </a:ext>
                </a:extLst>
              </a:tr>
              <a:tr h="378524">
                <a:tc>
                  <a:txBody>
                    <a:bodyPr/>
                    <a:lstStyle/>
                    <a:p>
                      <a:pPr algn="ctr" fontAlgn="ctr"/>
                      <a:r>
                        <a:rPr lang="en-US" sz="2100" b="1" u="none" strike="noStrike" dirty="0">
                          <a:effectLst/>
                        </a:rPr>
                        <a:t>AVG </a:t>
                      </a:r>
                      <a:endParaRPr lang="en-US" sz="2100" b="1" i="0" u="none" strike="noStrike" dirty="0">
                        <a:solidFill>
                          <a:srgbClr val="000000"/>
                        </a:solidFill>
                        <a:effectLst/>
                        <a:latin typeface="Arial" panose="020B0604020202020204" pitchFamily="34" charset="0"/>
                      </a:endParaRP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2.8</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2.0</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2.8</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2.4</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3.0</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extLst>
                  <a:ext uri="{0D108BD9-81ED-4DB2-BD59-A6C34878D82A}">
                    <a16:rowId xmlns:a16="http://schemas.microsoft.com/office/drawing/2014/main" val="1419157533"/>
                  </a:ext>
                </a:extLst>
              </a:tr>
            </a:tbl>
          </a:graphicData>
        </a:graphic>
      </p:graphicFrame>
      <p:sp>
        <p:nvSpPr>
          <p:cNvPr id="8" name="Footer Placeholder 4"/>
          <p:cNvSpPr>
            <a:spLocks noGrp="1"/>
          </p:cNvSpPr>
          <p:nvPr>
            <p:ph type="ftr" sz="quarter" idx="11"/>
          </p:nvPr>
        </p:nvSpPr>
        <p:spPr>
          <a:xfrm>
            <a:off x="4038600" y="6356356"/>
            <a:ext cx="5029200" cy="365125"/>
          </a:xfrm>
        </p:spPr>
        <p:txBody>
          <a:bodyPr/>
          <a:lstStyle/>
          <a:p>
            <a:r>
              <a:rPr lang="en-US" dirty="0"/>
              <a:t>Pooja Kumari      Design Pattern          Unit V</a:t>
            </a:r>
          </a:p>
        </p:txBody>
      </p:sp>
      <p:sp>
        <p:nvSpPr>
          <p:cNvPr id="3" name="TextBox 2">
            <a:extLst>
              <a:ext uri="{FF2B5EF4-FFF2-40B4-BE49-F238E27FC236}">
                <a16:creationId xmlns:a16="http://schemas.microsoft.com/office/drawing/2014/main" id="{0FC463B3-213C-F838-5B92-640A44BF2846}"/>
              </a:ext>
            </a:extLst>
          </p:cNvPr>
          <p:cNvSpPr txBox="1"/>
          <p:nvPr/>
        </p:nvSpPr>
        <p:spPr>
          <a:xfrm>
            <a:off x="3581400" y="136518"/>
            <a:ext cx="6096000" cy="523220"/>
          </a:xfrm>
          <a:prstGeom prst="rect">
            <a:avLst/>
          </a:prstGeom>
          <a:noFill/>
        </p:spPr>
        <p:txBody>
          <a:bodyPr wrap="square">
            <a:spAutoFit/>
          </a:bodyPr>
          <a:lstStyle/>
          <a:p>
            <a:pPr algn="ctr">
              <a:spcBef>
                <a:spcPct val="0"/>
              </a:spcBef>
              <a:defRPr/>
            </a:pPr>
            <a:r>
              <a:rPr lang="en-US" sz="2800" dirty="0"/>
              <a:t>COs - POs  Mapping</a:t>
            </a:r>
          </a:p>
        </p:txBody>
      </p:sp>
    </p:spTree>
    <p:extLst>
      <p:ext uri="{BB962C8B-B14F-4D97-AF65-F5344CB8AC3E}">
        <p14:creationId xmlns:p14="http://schemas.microsoft.com/office/powerpoint/2010/main" val="25093718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ADB7A05-5A00-4F08-A57C-5454D2AB7ABF}" type="datetime1">
              <a:rPr lang="en-US" smtClean="0"/>
              <a:t>6/27/2024</a:t>
            </a:fld>
            <a:endParaRPr lang="en-US" dirty="0"/>
          </a:p>
        </p:txBody>
      </p:sp>
      <p:sp>
        <p:nvSpPr>
          <p:cNvPr id="5" name="Footer Placeholder 4"/>
          <p:cNvSpPr>
            <a:spLocks noGrp="1"/>
          </p:cNvSpPr>
          <p:nvPr>
            <p:ph type="ftr" sz="quarter" idx="11"/>
          </p:nvPr>
        </p:nvSpPr>
        <p:spPr>
          <a:xfrm>
            <a:off x="4038600" y="6356356"/>
            <a:ext cx="5029200" cy="365125"/>
          </a:xfrm>
        </p:spPr>
        <p:txBody>
          <a:bodyPr/>
          <a:lstStyle/>
          <a:p>
            <a:r>
              <a:rPr lang="en-US"/>
              <a:t>Rajat Kumar       Design Pattern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15</a:t>
            </a:fld>
            <a:endParaRPr lang="en-US" dirty="0"/>
          </a:p>
        </p:txBody>
      </p:sp>
      <p:graphicFrame>
        <p:nvGraphicFramePr>
          <p:cNvPr id="9" name="Table 8"/>
          <p:cNvGraphicFramePr>
            <a:graphicFrameLocks noGrp="1"/>
          </p:cNvGraphicFramePr>
          <p:nvPr>
            <p:extLst>
              <p:ext uri="{D42A27DB-BD31-4B8C-83A1-F6EECF244321}">
                <p14:modId xmlns:p14="http://schemas.microsoft.com/office/powerpoint/2010/main" val="1078432058"/>
              </p:ext>
            </p:extLst>
          </p:nvPr>
        </p:nvGraphicFramePr>
        <p:xfrm>
          <a:off x="1600200" y="840117"/>
          <a:ext cx="10210800" cy="6004877"/>
        </p:xfrm>
        <a:graphic>
          <a:graphicData uri="http://schemas.openxmlformats.org/drawingml/2006/table">
            <a:tbl>
              <a:tblPr firstRow="1" bandRow="1">
                <a:tableStyleId>{5C22544A-7EE6-4342-B048-85BDC9FD1C3A}</a:tableStyleId>
              </a:tblPr>
              <a:tblGrid>
                <a:gridCol w="1789622">
                  <a:extLst>
                    <a:ext uri="{9D8B030D-6E8A-4147-A177-3AD203B41FA5}">
                      <a16:colId xmlns:a16="http://schemas.microsoft.com/office/drawing/2014/main" val="20000"/>
                    </a:ext>
                  </a:extLst>
                </a:gridCol>
                <a:gridCol w="2848341">
                  <a:extLst>
                    <a:ext uri="{9D8B030D-6E8A-4147-A177-3AD203B41FA5}">
                      <a16:colId xmlns:a16="http://schemas.microsoft.com/office/drawing/2014/main" val="20001"/>
                    </a:ext>
                  </a:extLst>
                </a:gridCol>
                <a:gridCol w="5572837">
                  <a:extLst>
                    <a:ext uri="{9D8B030D-6E8A-4147-A177-3AD203B41FA5}">
                      <a16:colId xmlns:a16="http://schemas.microsoft.com/office/drawing/2014/main" val="20002"/>
                    </a:ext>
                  </a:extLst>
                </a:gridCol>
              </a:tblGrid>
              <a:tr h="911477">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S. No</a:t>
                      </a:r>
                      <a:r>
                        <a:rPr lang="en-IN" sz="2000" b="0" dirty="0">
                          <a:solidFill>
                            <a:schemeClr val="accent4">
                              <a:lumMod val="50000"/>
                            </a:schemeClr>
                          </a:solidFill>
                          <a:latin typeface="Times New Roman"/>
                          <a:ea typeface="Times New Roman"/>
                        </a:rPr>
                        <a:t>.</a:t>
                      </a:r>
                      <a:endParaRPr lang="en-US" sz="2000" b="0" dirty="0">
                        <a:solidFill>
                          <a:schemeClr val="accent4">
                            <a:lumMod val="50000"/>
                          </a:schemeClr>
                        </a:solidFill>
                        <a:latin typeface="Times New Roman"/>
                        <a:ea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Program Specific</a:t>
                      </a:r>
                    </a:p>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Outcomes (PSO)</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PSO Description</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10000"/>
                  </a:ext>
                </a:extLst>
              </a:tr>
              <a:tr h="1145926">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1</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PSO1</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68580" marR="0" algn="l">
                        <a:lnSpc>
                          <a:spcPts val="1235"/>
                        </a:lnSpc>
                        <a:spcBef>
                          <a:spcPts val="0"/>
                        </a:spcBef>
                        <a:spcAft>
                          <a:spcPts val="0"/>
                        </a:spcAft>
                      </a:pPr>
                      <a:endParaRPr lang="en-US" sz="2000" b="0" dirty="0">
                        <a:solidFill>
                          <a:schemeClr val="accent4">
                            <a:lumMod val="50000"/>
                          </a:schemeClr>
                        </a:solidFill>
                        <a:latin typeface="+mn-lt"/>
                        <a:ea typeface="Times New Roman"/>
                      </a:endParaRPr>
                    </a:p>
                    <a:p>
                      <a:pPr marL="68580" marR="0" algn="l">
                        <a:lnSpc>
                          <a:spcPct val="100000"/>
                        </a:lnSpc>
                        <a:spcBef>
                          <a:spcPts val="0"/>
                        </a:spcBef>
                        <a:spcAft>
                          <a:spcPts val="0"/>
                        </a:spcAft>
                      </a:pPr>
                      <a:endParaRPr lang="en-US" sz="2000" b="0" dirty="0">
                        <a:solidFill>
                          <a:schemeClr val="accent4">
                            <a:lumMod val="50000"/>
                          </a:schemeClr>
                        </a:solidFill>
                        <a:latin typeface="+mn-lt"/>
                        <a:ea typeface="Times New Roman"/>
                      </a:endParaRPr>
                    </a:p>
                    <a:p>
                      <a:pPr marL="68580" marR="0" algn="l">
                        <a:lnSpc>
                          <a:spcPct val="100000"/>
                        </a:lnSpc>
                        <a:spcBef>
                          <a:spcPts val="0"/>
                        </a:spcBef>
                        <a:spcAft>
                          <a:spcPts val="0"/>
                        </a:spcAft>
                      </a:pPr>
                      <a:r>
                        <a:rPr lang="en-US" sz="2000" b="0" dirty="0">
                          <a:solidFill>
                            <a:schemeClr val="accent4">
                              <a:lumMod val="50000"/>
                            </a:schemeClr>
                          </a:solidFill>
                          <a:latin typeface="+mn-lt"/>
                          <a:ea typeface="Times New Roman"/>
                        </a:rPr>
                        <a:t>Understand  to shows relationships and interactions</a:t>
                      </a:r>
                      <a:r>
                        <a:rPr lang="en-US" sz="2000" b="0" baseline="0" dirty="0">
                          <a:solidFill>
                            <a:schemeClr val="accent4">
                              <a:lumMod val="50000"/>
                            </a:schemeClr>
                          </a:solidFill>
                          <a:latin typeface="+mn-lt"/>
                          <a:ea typeface="Times New Roman"/>
                        </a:rPr>
                        <a:t> </a:t>
                      </a:r>
                      <a:r>
                        <a:rPr lang="en-US" sz="2000" b="0" dirty="0">
                          <a:solidFill>
                            <a:schemeClr val="accent4">
                              <a:lumMod val="50000"/>
                            </a:schemeClr>
                          </a:solidFill>
                          <a:latin typeface="+mn-lt"/>
                          <a:ea typeface="Times New Roman"/>
                        </a:rPr>
                        <a:t>between classes or objects</a:t>
                      </a:r>
                      <a:r>
                        <a:rPr lang="en-US" sz="2000" b="0" baseline="0" dirty="0">
                          <a:solidFill>
                            <a:schemeClr val="accent4">
                              <a:lumMod val="50000"/>
                            </a:schemeClr>
                          </a:solidFill>
                          <a:latin typeface="+mn-lt"/>
                          <a:ea typeface="Times New Roman"/>
                        </a:rPr>
                        <a:t> of a pattern.</a:t>
                      </a:r>
                      <a:endParaRPr lang="en-US" sz="2000" b="0" dirty="0">
                        <a:solidFill>
                          <a:schemeClr val="accent4">
                            <a:lumMod val="50000"/>
                          </a:schemeClr>
                        </a:solidFill>
                        <a:latin typeface="+mn-lt"/>
                        <a:ea typeface="Times New Roman"/>
                      </a:endParaRPr>
                    </a:p>
                    <a:p>
                      <a:pPr marL="68580" marR="0" algn="l">
                        <a:lnSpc>
                          <a:spcPct val="100000"/>
                        </a:lnSpc>
                        <a:spcBef>
                          <a:spcPts val="0"/>
                        </a:spcBef>
                        <a:spcAft>
                          <a:spcPts val="0"/>
                        </a:spcAft>
                      </a:pPr>
                      <a:r>
                        <a:rPr lang="en-US" sz="2000" b="0" dirty="0">
                          <a:solidFill>
                            <a:schemeClr val="accent4">
                              <a:lumMod val="50000"/>
                            </a:schemeClr>
                          </a:solidFill>
                          <a:latin typeface="+mn-lt"/>
                          <a:ea typeface="Times New Roman"/>
                        </a:rPr>
                        <a:t> </a:t>
                      </a:r>
                      <a:endParaRPr lang="en-US" sz="2000" b="0" baseline="0" dirty="0">
                        <a:solidFill>
                          <a:schemeClr val="accent4">
                            <a:lumMod val="50000"/>
                          </a:schemeClr>
                        </a:solidFill>
                        <a:latin typeface="+mn-lt"/>
                        <a:ea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10001"/>
                  </a:ext>
                </a:extLst>
              </a:tr>
              <a:tr h="928735">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2</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PSO2</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68580" marR="0" algn="l">
                        <a:lnSpc>
                          <a:spcPct val="100000"/>
                        </a:lnSpc>
                        <a:spcBef>
                          <a:spcPts val="0"/>
                        </a:spcBef>
                        <a:spcAft>
                          <a:spcPts val="0"/>
                        </a:spcAft>
                      </a:pPr>
                      <a:endParaRPr lang="en-US" sz="2000" b="0" dirty="0">
                        <a:solidFill>
                          <a:schemeClr val="accent4">
                            <a:lumMod val="50000"/>
                          </a:schemeClr>
                        </a:solidFill>
                        <a:latin typeface="Times New Roman"/>
                        <a:ea typeface="Times New Roman"/>
                      </a:endParaRPr>
                    </a:p>
                    <a:p>
                      <a:pPr marL="68580" marR="0" algn="l">
                        <a:lnSpc>
                          <a:spcPct val="100000"/>
                        </a:lnSpc>
                        <a:spcBef>
                          <a:spcPts val="0"/>
                        </a:spcBef>
                        <a:spcAft>
                          <a:spcPts val="0"/>
                        </a:spcAft>
                      </a:pPr>
                      <a:r>
                        <a:rPr lang="en-US" sz="2000" b="0" dirty="0">
                          <a:solidFill>
                            <a:schemeClr val="accent4">
                              <a:lumMod val="50000"/>
                            </a:schemeClr>
                          </a:solidFill>
                          <a:latin typeface="Times New Roman"/>
                          <a:ea typeface="Times New Roman"/>
                        </a:rPr>
                        <a:t>Study to speed up the development process by providing well-tested, proven development</a:t>
                      </a:r>
                    </a:p>
                    <a:p>
                      <a:pPr marL="68580" marR="0" algn="just">
                        <a:lnSpc>
                          <a:spcPts val="1235"/>
                        </a:lnSpc>
                        <a:spcBef>
                          <a:spcPts val="0"/>
                        </a:spcBef>
                        <a:spcAft>
                          <a:spcPts val="0"/>
                        </a:spcAft>
                      </a:pPr>
                      <a:endParaRPr lang="en-US" sz="2000" b="0" dirty="0">
                        <a:solidFill>
                          <a:schemeClr val="accent4">
                            <a:lumMod val="50000"/>
                          </a:schemeClr>
                        </a:solidFill>
                        <a:latin typeface="Times New Roman"/>
                        <a:ea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10002"/>
                  </a:ext>
                </a:extLst>
              </a:tr>
              <a:tr h="828952">
                <a:tc>
                  <a:txBody>
                    <a:bodyPr/>
                    <a:lstStyle/>
                    <a:p>
                      <a:pPr marL="0" marR="0" algn="ctr">
                        <a:lnSpc>
                          <a:spcPct val="115000"/>
                        </a:lnSpc>
                        <a:spcBef>
                          <a:spcPts val="0"/>
                        </a:spcBef>
                        <a:spcAft>
                          <a:spcPts val="0"/>
                        </a:spcAft>
                      </a:pPr>
                      <a:r>
                        <a:rPr lang="en-US" sz="2000" b="0">
                          <a:solidFill>
                            <a:schemeClr val="accent4">
                              <a:lumMod val="50000"/>
                            </a:schemeClr>
                          </a:solidFill>
                          <a:latin typeface="Times New Roman"/>
                          <a:ea typeface="Times New Roman"/>
                        </a:rPr>
                        <a:t>3</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PSO3</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68580" marR="0" algn="just">
                        <a:lnSpc>
                          <a:spcPts val="1235"/>
                        </a:lnSpc>
                        <a:spcBef>
                          <a:spcPts val="0"/>
                        </a:spcBef>
                        <a:spcAft>
                          <a:spcPts val="0"/>
                        </a:spcAft>
                      </a:pPr>
                      <a:endParaRPr lang="en-US" sz="2000" b="0" dirty="0">
                        <a:solidFill>
                          <a:schemeClr val="accent4">
                            <a:lumMod val="50000"/>
                          </a:schemeClr>
                        </a:solidFill>
                        <a:latin typeface="Times New Roman"/>
                        <a:ea typeface="Times New Roman"/>
                      </a:endParaRPr>
                    </a:p>
                    <a:p>
                      <a:pPr marL="68580" marR="0" algn="just">
                        <a:lnSpc>
                          <a:spcPct val="100000"/>
                        </a:lnSpc>
                        <a:spcBef>
                          <a:spcPts val="0"/>
                        </a:spcBef>
                        <a:spcAft>
                          <a:spcPts val="0"/>
                        </a:spcAft>
                      </a:pPr>
                      <a:endParaRPr lang="en-US" sz="2000" b="0" dirty="0">
                        <a:solidFill>
                          <a:schemeClr val="accent4">
                            <a:lumMod val="50000"/>
                          </a:schemeClr>
                        </a:solidFill>
                        <a:latin typeface="Times New Roman"/>
                        <a:ea typeface="Times New Roman"/>
                      </a:endParaRPr>
                    </a:p>
                    <a:p>
                      <a:pPr marL="68580" marR="0" algn="l">
                        <a:lnSpc>
                          <a:spcPct val="100000"/>
                        </a:lnSpc>
                        <a:spcBef>
                          <a:spcPts val="0"/>
                        </a:spcBef>
                        <a:spcAft>
                          <a:spcPts val="0"/>
                        </a:spcAft>
                      </a:pPr>
                      <a:r>
                        <a:rPr lang="en-US" sz="2000" b="0" baseline="0" dirty="0">
                          <a:solidFill>
                            <a:schemeClr val="accent4">
                              <a:lumMod val="50000"/>
                            </a:schemeClr>
                          </a:solidFill>
                          <a:latin typeface="+mn-lt"/>
                          <a:ea typeface="Times New Roman"/>
                        </a:rPr>
                        <a:t>Select a specific design pattern for the solution of a given design problem</a:t>
                      </a:r>
                    </a:p>
                    <a:p>
                      <a:pPr marL="68580" marR="0" algn="l">
                        <a:lnSpc>
                          <a:spcPts val="1235"/>
                        </a:lnSpc>
                        <a:spcBef>
                          <a:spcPts val="0"/>
                        </a:spcBef>
                        <a:spcAft>
                          <a:spcPts val="0"/>
                        </a:spcAft>
                      </a:pPr>
                      <a:endParaRPr lang="en-US" sz="2000" b="0" dirty="0">
                        <a:solidFill>
                          <a:schemeClr val="accent4">
                            <a:lumMod val="50000"/>
                          </a:schemeClr>
                        </a:solidFill>
                        <a:latin typeface="+mn-lt"/>
                        <a:ea typeface="Times New Roman"/>
                      </a:endParaRPr>
                    </a:p>
                    <a:p>
                      <a:pPr marL="68580" marR="0" algn="just">
                        <a:lnSpc>
                          <a:spcPts val="1235"/>
                        </a:lnSpc>
                        <a:spcBef>
                          <a:spcPts val="0"/>
                        </a:spcBef>
                        <a:spcAft>
                          <a:spcPts val="0"/>
                        </a:spcAft>
                      </a:pPr>
                      <a:endParaRPr lang="en-US" sz="2000" b="0" dirty="0">
                        <a:solidFill>
                          <a:schemeClr val="accent4">
                            <a:lumMod val="50000"/>
                          </a:schemeClr>
                        </a:solidFill>
                        <a:latin typeface="Times New Roman"/>
                        <a:ea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10003"/>
                  </a:ext>
                </a:extLst>
              </a:tr>
              <a:tr h="994741">
                <a:tc>
                  <a:txBody>
                    <a:bodyPr/>
                    <a:lstStyle/>
                    <a:p>
                      <a:pPr marL="0" marR="0" algn="ctr">
                        <a:lnSpc>
                          <a:spcPct val="115000"/>
                        </a:lnSpc>
                        <a:spcBef>
                          <a:spcPts val="0"/>
                        </a:spcBef>
                        <a:spcAft>
                          <a:spcPts val="0"/>
                        </a:spcAft>
                      </a:pPr>
                      <a:r>
                        <a:rPr lang="en-US" sz="2000" b="0">
                          <a:solidFill>
                            <a:schemeClr val="accent4">
                              <a:lumMod val="50000"/>
                            </a:schemeClr>
                          </a:solidFill>
                          <a:latin typeface="Times New Roman"/>
                          <a:ea typeface="Times New Roman"/>
                        </a:rPr>
                        <a:t>4</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PSO4</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67945" marR="0" algn="just">
                        <a:lnSpc>
                          <a:spcPts val="1235"/>
                        </a:lnSpc>
                        <a:spcBef>
                          <a:spcPts val="0"/>
                        </a:spcBef>
                        <a:spcAft>
                          <a:spcPts val="0"/>
                        </a:spcAft>
                      </a:pPr>
                      <a:endParaRPr lang="en-US" sz="2000" b="0" dirty="0">
                        <a:solidFill>
                          <a:schemeClr val="accent4">
                            <a:lumMod val="50000"/>
                          </a:schemeClr>
                        </a:solidFill>
                        <a:latin typeface="Times New Roman"/>
                        <a:ea typeface="Times New Roman"/>
                      </a:endParaRPr>
                    </a:p>
                    <a:p>
                      <a:pPr marL="67945" marR="0" algn="just">
                        <a:lnSpc>
                          <a:spcPts val="1235"/>
                        </a:lnSpc>
                        <a:spcBef>
                          <a:spcPts val="0"/>
                        </a:spcBef>
                        <a:spcAft>
                          <a:spcPts val="0"/>
                        </a:spcAft>
                      </a:pPr>
                      <a:endParaRPr lang="en-US" sz="2000" b="0" dirty="0">
                        <a:solidFill>
                          <a:schemeClr val="accent4">
                            <a:lumMod val="50000"/>
                          </a:schemeClr>
                        </a:solidFill>
                        <a:latin typeface="Times New Roman"/>
                        <a:ea typeface="Times New Roman"/>
                      </a:endParaRPr>
                    </a:p>
                    <a:p>
                      <a:pPr marL="67945" marR="0" algn="l">
                        <a:lnSpc>
                          <a:spcPct val="100000"/>
                        </a:lnSpc>
                        <a:spcBef>
                          <a:spcPts val="0"/>
                        </a:spcBef>
                        <a:spcAft>
                          <a:spcPts val="0"/>
                        </a:spcAft>
                      </a:pPr>
                      <a:r>
                        <a:rPr lang="en-US" sz="2000" b="0" dirty="0">
                          <a:solidFill>
                            <a:schemeClr val="accent4">
                              <a:lumMod val="50000"/>
                            </a:schemeClr>
                          </a:solidFill>
                          <a:latin typeface="+mn-lt"/>
                          <a:ea typeface="Times New Roman"/>
                        </a:rPr>
                        <a:t>Create a catalogue entry for a simple design pattern whose purpose and application is understood.</a:t>
                      </a:r>
                    </a:p>
                    <a:p>
                      <a:pPr marL="67945" marR="0" algn="l">
                        <a:lnSpc>
                          <a:spcPts val="1235"/>
                        </a:lnSpc>
                        <a:spcBef>
                          <a:spcPts val="0"/>
                        </a:spcBef>
                        <a:spcAft>
                          <a:spcPts val="0"/>
                        </a:spcAft>
                      </a:pPr>
                      <a:endParaRPr lang="en-US" sz="2000" b="0" dirty="0">
                        <a:solidFill>
                          <a:schemeClr val="accent4">
                            <a:lumMod val="50000"/>
                          </a:schemeClr>
                        </a:solidFill>
                        <a:latin typeface="+mn-lt"/>
                        <a:ea typeface="Times New Roman"/>
                      </a:endParaRPr>
                    </a:p>
                    <a:p>
                      <a:pPr marL="67945" marR="0" algn="just">
                        <a:lnSpc>
                          <a:spcPts val="1235"/>
                        </a:lnSpc>
                        <a:spcBef>
                          <a:spcPts val="0"/>
                        </a:spcBef>
                        <a:spcAft>
                          <a:spcPts val="0"/>
                        </a:spcAft>
                      </a:pPr>
                      <a:endParaRPr lang="en-US" sz="2000" b="0" dirty="0">
                        <a:solidFill>
                          <a:schemeClr val="accent4">
                            <a:lumMod val="50000"/>
                          </a:schemeClr>
                        </a:solidFill>
                        <a:latin typeface="Times New Roman"/>
                        <a:ea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10004"/>
                  </a:ext>
                </a:extLst>
              </a:tr>
            </a:tbl>
          </a:graphicData>
        </a:graphic>
      </p:graphicFrame>
      <p:sp>
        <p:nvSpPr>
          <p:cNvPr id="3" name="TextBox 2">
            <a:extLst>
              <a:ext uri="{FF2B5EF4-FFF2-40B4-BE49-F238E27FC236}">
                <a16:creationId xmlns:a16="http://schemas.microsoft.com/office/drawing/2014/main" id="{14061AF9-2A4F-D85C-5E95-AC921F0E0B37}"/>
              </a:ext>
            </a:extLst>
          </p:cNvPr>
          <p:cNvSpPr txBox="1"/>
          <p:nvPr/>
        </p:nvSpPr>
        <p:spPr>
          <a:xfrm>
            <a:off x="4064000" y="30440"/>
            <a:ext cx="6096000" cy="523220"/>
          </a:xfrm>
          <a:prstGeom prst="rect">
            <a:avLst/>
          </a:prstGeom>
          <a:noFill/>
        </p:spPr>
        <p:txBody>
          <a:bodyPr wrap="square">
            <a:spAutoFit/>
          </a:bodyPr>
          <a:lstStyle/>
          <a:p>
            <a:pPr algn="ctr">
              <a:spcBef>
                <a:spcPct val="0"/>
              </a:spcBef>
              <a:defRPr/>
            </a:pPr>
            <a:r>
              <a:rPr lang="en-US" sz="2800" dirty="0"/>
              <a:t>Program Specific Outcomes(PSOs)</a:t>
            </a:r>
          </a:p>
        </p:txBody>
      </p:sp>
    </p:spTree>
    <p:extLst>
      <p:ext uri="{BB962C8B-B14F-4D97-AF65-F5344CB8AC3E}">
        <p14:creationId xmlns:p14="http://schemas.microsoft.com/office/powerpoint/2010/main" val="35298152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B87B5320-2E84-4752-993E-40E75A90E131}" type="datetime1">
              <a:rPr lang="en-US" smtClean="0"/>
              <a:t>6/27/2024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16</a:t>
            </a:fld>
            <a:endParaRPr lang="en-US" dirty="0"/>
          </a:p>
        </p:txBody>
      </p:sp>
      <p:graphicFrame>
        <p:nvGraphicFramePr>
          <p:cNvPr id="9" name="Table 8"/>
          <p:cNvGraphicFramePr>
            <a:graphicFrameLocks noGrp="1"/>
          </p:cNvGraphicFramePr>
          <p:nvPr>
            <p:extLst>
              <p:ext uri="{D42A27DB-BD31-4B8C-83A1-F6EECF244321}">
                <p14:modId xmlns:p14="http://schemas.microsoft.com/office/powerpoint/2010/main" val="1260175664"/>
              </p:ext>
            </p:extLst>
          </p:nvPr>
        </p:nvGraphicFramePr>
        <p:xfrm>
          <a:off x="1447800" y="1219200"/>
          <a:ext cx="9601202" cy="4911361"/>
        </p:xfrm>
        <a:graphic>
          <a:graphicData uri="http://schemas.openxmlformats.org/drawingml/2006/table">
            <a:tbl>
              <a:tblPr firstRow="1" bandRow="1">
                <a:tableStyleId>{5C22544A-7EE6-4342-B048-85BDC9FD1C3A}</a:tableStyleId>
              </a:tblPr>
              <a:tblGrid>
                <a:gridCol w="1640541">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1981200">
                  <a:extLst>
                    <a:ext uri="{9D8B030D-6E8A-4147-A177-3AD203B41FA5}">
                      <a16:colId xmlns:a16="http://schemas.microsoft.com/office/drawing/2014/main" val="306484564"/>
                    </a:ext>
                  </a:extLst>
                </a:gridCol>
                <a:gridCol w="1864661">
                  <a:extLst>
                    <a:ext uri="{9D8B030D-6E8A-4147-A177-3AD203B41FA5}">
                      <a16:colId xmlns:a16="http://schemas.microsoft.com/office/drawing/2014/main" val="2204462268"/>
                    </a:ext>
                  </a:extLst>
                </a:gridCol>
              </a:tblGrid>
              <a:tr h="812561">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CO.K</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PSO1</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PSO2</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PSO3</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PSO4</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10000"/>
                  </a:ext>
                </a:extLst>
              </a:tr>
              <a:tr h="809549">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CO1</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3</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68580" marR="0" algn="ctr">
                        <a:lnSpc>
                          <a:spcPts val="1235"/>
                        </a:lnSpc>
                        <a:spcBef>
                          <a:spcPts val="0"/>
                        </a:spcBef>
                        <a:spcAft>
                          <a:spcPts val="0"/>
                        </a:spcAft>
                      </a:pPr>
                      <a:r>
                        <a:rPr lang="en-US" sz="2000" b="0" baseline="0" dirty="0">
                          <a:solidFill>
                            <a:schemeClr val="accent4">
                              <a:lumMod val="50000"/>
                            </a:schemeClr>
                          </a:solidFill>
                          <a:latin typeface="+mn-lt"/>
                          <a:ea typeface="Times New Roman"/>
                        </a:rPr>
                        <a: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68580" marR="0" algn="ctr">
                        <a:lnSpc>
                          <a:spcPts val="1235"/>
                        </a:lnSpc>
                        <a:spcBef>
                          <a:spcPts val="0"/>
                        </a:spcBef>
                        <a:spcAft>
                          <a:spcPts val="0"/>
                        </a:spcAft>
                      </a:pPr>
                      <a:r>
                        <a:rPr lang="en-US" sz="2000" b="0" baseline="0" dirty="0">
                          <a:solidFill>
                            <a:schemeClr val="accent4">
                              <a:lumMod val="50000"/>
                            </a:schemeClr>
                          </a:solidFill>
                          <a:latin typeface="+mn-lt"/>
                          <a:ea typeface="Times New Roman"/>
                        </a:rPr>
                        <a: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68580" marR="0" algn="ctr">
                        <a:lnSpc>
                          <a:spcPts val="1235"/>
                        </a:lnSpc>
                        <a:spcBef>
                          <a:spcPts val="0"/>
                        </a:spcBef>
                        <a:spcAft>
                          <a:spcPts val="0"/>
                        </a:spcAft>
                      </a:pPr>
                      <a:r>
                        <a:rPr lang="en-US" sz="2000" b="0" baseline="0" dirty="0">
                          <a:solidFill>
                            <a:schemeClr val="accent4">
                              <a:lumMod val="50000"/>
                            </a:schemeClr>
                          </a:solidFill>
                          <a:latin typeface="+mn-lt"/>
                          <a:ea typeface="Times New Roman"/>
                        </a:rPr>
                        <a: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10001"/>
                  </a:ext>
                </a:extLst>
              </a:tr>
              <a:tr h="827946">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CO2</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3</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68580" marR="0" algn="ctr">
                        <a:lnSpc>
                          <a:spcPts val="1235"/>
                        </a:lnSpc>
                        <a:spcBef>
                          <a:spcPts val="0"/>
                        </a:spcBef>
                        <a:spcAft>
                          <a:spcPts val="0"/>
                        </a:spcAft>
                      </a:pPr>
                      <a:r>
                        <a:rPr lang="en-US" sz="2000" b="0" dirty="0">
                          <a:solidFill>
                            <a:schemeClr val="accent4">
                              <a:lumMod val="50000"/>
                            </a:schemeClr>
                          </a:solidFill>
                          <a:latin typeface="+mn-lt"/>
                          <a:ea typeface="Times New Roman"/>
                        </a:rPr>
                        <a:t>3</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68580" marR="0" algn="ctr">
                        <a:lnSpc>
                          <a:spcPts val="1235"/>
                        </a:lnSpc>
                        <a:spcBef>
                          <a:spcPts val="0"/>
                        </a:spcBef>
                        <a:spcAft>
                          <a:spcPts val="0"/>
                        </a:spcAft>
                      </a:pPr>
                      <a:r>
                        <a:rPr lang="en-US" sz="2000" b="0" dirty="0">
                          <a:solidFill>
                            <a:schemeClr val="accent4">
                              <a:lumMod val="50000"/>
                            </a:schemeClr>
                          </a:solidFill>
                          <a:latin typeface="+mn-lt"/>
                          <a:ea typeface="Times New Roman"/>
                        </a:rPr>
                        <a: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68580" marR="0" algn="ctr">
                        <a:lnSpc>
                          <a:spcPts val="1235"/>
                        </a:lnSpc>
                        <a:spcBef>
                          <a:spcPts val="0"/>
                        </a:spcBef>
                        <a:spcAft>
                          <a:spcPts val="0"/>
                        </a:spcAft>
                      </a:pPr>
                      <a:r>
                        <a:rPr lang="en-US" sz="2000" b="0" dirty="0">
                          <a:solidFill>
                            <a:schemeClr val="accent4">
                              <a:lumMod val="50000"/>
                            </a:schemeClr>
                          </a:solidFill>
                          <a:latin typeface="+mn-lt"/>
                          <a:ea typeface="Times New Roman"/>
                        </a:rPr>
                        <a: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10002"/>
                  </a:ext>
                </a:extLst>
              </a:tr>
              <a:tr h="687725">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CO3</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3</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68580" marR="0" algn="ctr">
                        <a:lnSpc>
                          <a:spcPts val="1235"/>
                        </a:lnSpc>
                        <a:spcBef>
                          <a:spcPts val="0"/>
                        </a:spcBef>
                        <a:spcAft>
                          <a:spcPts val="0"/>
                        </a:spcAft>
                      </a:pPr>
                      <a:r>
                        <a:rPr lang="en-US" sz="2000" b="0" dirty="0">
                          <a:solidFill>
                            <a:schemeClr val="accent4">
                              <a:lumMod val="50000"/>
                            </a:schemeClr>
                          </a:solidFill>
                          <a:latin typeface="Times New Roman"/>
                          <a:ea typeface="Times New Roman"/>
                        </a:rPr>
                        <a:t>3</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68580" marR="0" algn="ctr">
                        <a:lnSpc>
                          <a:spcPts val="1235"/>
                        </a:lnSpc>
                        <a:spcBef>
                          <a:spcPts val="0"/>
                        </a:spcBef>
                        <a:spcAft>
                          <a:spcPts val="0"/>
                        </a:spcAft>
                      </a:pPr>
                      <a:r>
                        <a:rPr lang="en-US" sz="2000" b="0" dirty="0">
                          <a:solidFill>
                            <a:schemeClr val="accent4">
                              <a:lumMod val="50000"/>
                            </a:schemeClr>
                          </a:solidFill>
                          <a:latin typeface="Times New Roman"/>
                          <a:ea typeface="Times New Roman"/>
                        </a:rPr>
                        <a: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68580" marR="0" algn="ctr">
                        <a:lnSpc>
                          <a:spcPts val="1235"/>
                        </a:lnSpc>
                        <a:spcBef>
                          <a:spcPts val="0"/>
                        </a:spcBef>
                        <a:spcAft>
                          <a:spcPts val="0"/>
                        </a:spcAft>
                      </a:pPr>
                      <a:r>
                        <a:rPr lang="en-US" sz="2000" b="0" dirty="0">
                          <a:solidFill>
                            <a:schemeClr val="accent4">
                              <a:lumMod val="50000"/>
                            </a:schemeClr>
                          </a:solidFill>
                          <a:latin typeface="Times New Roman"/>
                          <a:ea typeface="Times New Roman"/>
                        </a:rPr>
                        <a: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10003"/>
                  </a:ext>
                </a:extLst>
              </a:tr>
              <a:tr h="886790">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CO4</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3</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67945" marR="0" algn="ctr">
                        <a:lnSpc>
                          <a:spcPts val="1235"/>
                        </a:lnSpc>
                        <a:spcBef>
                          <a:spcPts val="0"/>
                        </a:spcBef>
                        <a:spcAft>
                          <a:spcPts val="0"/>
                        </a:spcAft>
                      </a:pPr>
                      <a:r>
                        <a:rPr lang="en-US" sz="2000" b="0" dirty="0">
                          <a:solidFill>
                            <a:schemeClr val="accent4">
                              <a:lumMod val="50000"/>
                            </a:schemeClr>
                          </a:solidFill>
                          <a:latin typeface="Times New Roman"/>
                          <a:ea typeface="Times New Roman"/>
                        </a:rPr>
                        <a:t>3</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67945" marR="0" algn="ctr">
                        <a:lnSpc>
                          <a:spcPts val="1235"/>
                        </a:lnSpc>
                        <a:spcBef>
                          <a:spcPts val="0"/>
                        </a:spcBef>
                        <a:spcAft>
                          <a:spcPts val="0"/>
                        </a:spcAft>
                      </a:pPr>
                      <a:r>
                        <a:rPr lang="en-US" sz="2000" b="0" dirty="0">
                          <a:solidFill>
                            <a:schemeClr val="accent4">
                              <a:lumMod val="50000"/>
                            </a:schemeClr>
                          </a:solidFill>
                          <a:latin typeface="Times New Roman"/>
                          <a:ea typeface="Times New Roman"/>
                        </a:rPr>
                        <a: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67945" marR="0" algn="ctr">
                        <a:lnSpc>
                          <a:spcPts val="1235"/>
                        </a:lnSpc>
                        <a:spcBef>
                          <a:spcPts val="0"/>
                        </a:spcBef>
                        <a:spcAft>
                          <a:spcPts val="0"/>
                        </a:spcAft>
                      </a:pPr>
                      <a:r>
                        <a:rPr lang="en-US" sz="2000" b="0" dirty="0">
                          <a:solidFill>
                            <a:schemeClr val="accent4">
                              <a:lumMod val="50000"/>
                            </a:schemeClr>
                          </a:solidFill>
                          <a:latin typeface="Times New Roman"/>
                          <a:ea typeface="Times New Roman"/>
                        </a:rPr>
                        <a: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10004"/>
                  </a:ext>
                </a:extLst>
              </a:tr>
              <a:tr h="886790">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CO5</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3</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67945" marR="0" algn="ctr">
                        <a:lnSpc>
                          <a:spcPts val="1235"/>
                        </a:lnSpc>
                        <a:spcBef>
                          <a:spcPts val="0"/>
                        </a:spcBef>
                        <a:spcAft>
                          <a:spcPts val="0"/>
                        </a:spcAft>
                      </a:pPr>
                      <a:r>
                        <a:rPr lang="en-US" sz="2000" b="0" dirty="0">
                          <a:solidFill>
                            <a:schemeClr val="accent4">
                              <a:lumMod val="50000"/>
                            </a:schemeClr>
                          </a:solidFill>
                          <a:latin typeface="Times New Roman"/>
                          <a:ea typeface="Times New Roman"/>
                        </a:rPr>
                        <a:t>3</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67945" marR="0" algn="ctr">
                        <a:lnSpc>
                          <a:spcPts val="1235"/>
                        </a:lnSpc>
                        <a:spcBef>
                          <a:spcPts val="0"/>
                        </a:spcBef>
                        <a:spcAft>
                          <a:spcPts val="0"/>
                        </a:spcAft>
                      </a:pPr>
                      <a:r>
                        <a:rPr lang="en-US" sz="2000" b="0" dirty="0">
                          <a:solidFill>
                            <a:schemeClr val="accent4">
                              <a:lumMod val="50000"/>
                            </a:schemeClr>
                          </a:solidFill>
                          <a:latin typeface="Times New Roman"/>
                          <a:ea typeface="Times New Roman"/>
                        </a:rPr>
                        <a: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67945" marR="0" algn="ctr">
                        <a:lnSpc>
                          <a:spcPts val="1235"/>
                        </a:lnSpc>
                        <a:spcBef>
                          <a:spcPts val="0"/>
                        </a:spcBef>
                        <a:spcAft>
                          <a:spcPts val="0"/>
                        </a:spcAft>
                      </a:pPr>
                      <a:r>
                        <a:rPr lang="en-US" sz="2000" b="0" dirty="0">
                          <a:solidFill>
                            <a:schemeClr val="accent4">
                              <a:lumMod val="50000"/>
                            </a:schemeClr>
                          </a:solidFill>
                          <a:latin typeface="Times New Roman"/>
                          <a:ea typeface="Times New Roman"/>
                        </a:rPr>
                        <a: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690596025"/>
                  </a:ext>
                </a:extLst>
              </a:tr>
            </a:tbl>
          </a:graphicData>
        </a:graphic>
      </p:graphicFrame>
      <p:sp>
        <p:nvSpPr>
          <p:cNvPr id="8" name="Footer Placeholder 4"/>
          <p:cNvSpPr>
            <a:spLocks noGrp="1"/>
          </p:cNvSpPr>
          <p:nvPr>
            <p:ph type="ftr" sz="quarter" idx="11"/>
          </p:nvPr>
        </p:nvSpPr>
        <p:spPr>
          <a:xfrm>
            <a:off x="4038600" y="6356356"/>
            <a:ext cx="5029200" cy="365125"/>
          </a:xfrm>
        </p:spPr>
        <p:txBody>
          <a:bodyPr/>
          <a:lstStyle/>
          <a:p>
            <a:r>
              <a:rPr lang="en-US" dirty="0"/>
              <a:t>Pooja Kumari       Design Pattern          Unit V</a:t>
            </a:r>
          </a:p>
        </p:txBody>
      </p:sp>
      <p:sp>
        <p:nvSpPr>
          <p:cNvPr id="3" name="TextBox 2">
            <a:extLst>
              <a:ext uri="{FF2B5EF4-FFF2-40B4-BE49-F238E27FC236}">
                <a16:creationId xmlns:a16="http://schemas.microsoft.com/office/drawing/2014/main" id="{CA6CA756-495A-D9CA-29CB-F60E895CAB5F}"/>
              </a:ext>
            </a:extLst>
          </p:cNvPr>
          <p:cNvSpPr txBox="1"/>
          <p:nvPr/>
        </p:nvSpPr>
        <p:spPr>
          <a:xfrm>
            <a:off x="3505200" y="136518"/>
            <a:ext cx="6096000" cy="523220"/>
          </a:xfrm>
          <a:prstGeom prst="rect">
            <a:avLst/>
          </a:prstGeom>
          <a:noFill/>
        </p:spPr>
        <p:txBody>
          <a:bodyPr wrap="square">
            <a:spAutoFit/>
          </a:bodyPr>
          <a:lstStyle/>
          <a:p>
            <a:pPr algn="ctr">
              <a:spcBef>
                <a:spcPct val="0"/>
              </a:spcBef>
              <a:defRPr/>
            </a:pPr>
            <a:r>
              <a:rPr lang="en-US" sz="2800" dirty="0"/>
              <a:t>COs - PSOs  Mapping</a:t>
            </a:r>
          </a:p>
        </p:txBody>
      </p:sp>
    </p:spTree>
    <p:extLst>
      <p:ext uri="{BB962C8B-B14F-4D97-AF65-F5344CB8AC3E}">
        <p14:creationId xmlns:p14="http://schemas.microsoft.com/office/powerpoint/2010/main" val="5218586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49BBC0D-FEFB-48C5-A970-BF47FF22938D}" type="datetime1">
              <a:rPr lang="en-US" smtClean="0"/>
              <a:t>6/27/2024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17</a:t>
            </a:fld>
            <a:endParaRPr lang="en-US" dirty="0"/>
          </a:p>
        </p:txBody>
      </p:sp>
      <p:graphicFrame>
        <p:nvGraphicFramePr>
          <p:cNvPr id="9" name="Table 8"/>
          <p:cNvGraphicFramePr>
            <a:graphicFrameLocks noGrp="1"/>
          </p:cNvGraphicFramePr>
          <p:nvPr>
            <p:extLst>
              <p:ext uri="{D42A27DB-BD31-4B8C-83A1-F6EECF244321}">
                <p14:modId xmlns:p14="http://schemas.microsoft.com/office/powerpoint/2010/main" val="4023884122"/>
              </p:ext>
            </p:extLst>
          </p:nvPr>
        </p:nvGraphicFramePr>
        <p:xfrm>
          <a:off x="990600" y="1219200"/>
          <a:ext cx="10820400" cy="4388466"/>
        </p:xfrm>
        <a:graphic>
          <a:graphicData uri="http://schemas.openxmlformats.org/drawingml/2006/table">
            <a:tbl>
              <a:tblPr firstRow="1" bandRow="1">
                <a:tableStyleId>{5C22544A-7EE6-4342-B048-85BDC9FD1C3A}</a:tableStyleId>
              </a:tblPr>
              <a:tblGrid>
                <a:gridCol w="2787073">
                  <a:extLst>
                    <a:ext uri="{9D8B030D-6E8A-4147-A177-3AD203B41FA5}">
                      <a16:colId xmlns:a16="http://schemas.microsoft.com/office/drawing/2014/main" val="20001"/>
                    </a:ext>
                  </a:extLst>
                </a:gridCol>
                <a:gridCol w="8033327">
                  <a:extLst>
                    <a:ext uri="{9D8B030D-6E8A-4147-A177-3AD203B41FA5}">
                      <a16:colId xmlns:a16="http://schemas.microsoft.com/office/drawing/2014/main" val="20002"/>
                    </a:ext>
                  </a:extLst>
                </a:gridCol>
              </a:tblGrid>
              <a:tr h="868243">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Program Educational</a:t>
                      </a:r>
                      <a:r>
                        <a:rPr lang="en-US" sz="2000" b="0" baseline="0" dirty="0">
                          <a:solidFill>
                            <a:schemeClr val="accent4">
                              <a:lumMod val="50000"/>
                            </a:schemeClr>
                          </a:solidFill>
                          <a:latin typeface="Times New Roman"/>
                          <a:ea typeface="Times New Roman"/>
                        </a:rPr>
                        <a:t> Objectives</a:t>
                      </a:r>
                      <a:r>
                        <a:rPr lang="en-US" sz="2000" b="0" dirty="0">
                          <a:solidFill>
                            <a:schemeClr val="accent4">
                              <a:lumMod val="50000"/>
                            </a:schemeClr>
                          </a:solidFill>
                          <a:latin typeface="Times New Roman"/>
                          <a:ea typeface="Times New Roman"/>
                        </a:rPr>
                        <a:t> (PEOs)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PEOs Description</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10000"/>
                  </a:ext>
                </a:extLst>
              </a:tr>
              <a:tr h="865023">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PEOs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68580" marR="0" algn="l">
                        <a:lnSpc>
                          <a:spcPct val="100000"/>
                        </a:lnSpc>
                        <a:spcBef>
                          <a:spcPts val="0"/>
                        </a:spcBef>
                        <a:spcAft>
                          <a:spcPts val="0"/>
                        </a:spcAft>
                      </a:pPr>
                      <a:r>
                        <a:rPr lang="en-US" sz="1800" b="0" i="0" kern="1200" dirty="0">
                          <a:solidFill>
                            <a:schemeClr val="accent4">
                              <a:lumMod val="50000"/>
                            </a:schemeClr>
                          </a:solidFill>
                          <a:effectLst/>
                          <a:latin typeface="+mn-lt"/>
                          <a:ea typeface="+mn-ea"/>
                          <a:cs typeface="+mn-cs"/>
                        </a:rPr>
                        <a:t>To have an excellent scientific and engineering breadth so as to comprehend, analyze, design and provide sustainable solutions for real-life problems using state-of-the-art technologies.</a:t>
                      </a:r>
                      <a:endParaRPr lang="en-US" sz="3600" b="0" baseline="0" dirty="0">
                        <a:solidFill>
                          <a:schemeClr val="accent4">
                            <a:lumMod val="50000"/>
                          </a:schemeClr>
                        </a:solidFill>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10001"/>
                  </a:ext>
                </a:extLst>
              </a:tr>
              <a:tr h="884682">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PEOs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68580" marR="0" algn="just">
                        <a:lnSpc>
                          <a:spcPct val="100000"/>
                        </a:lnSpc>
                        <a:spcBef>
                          <a:spcPts val="0"/>
                        </a:spcBef>
                        <a:spcAft>
                          <a:spcPts val="0"/>
                        </a:spcAft>
                      </a:pPr>
                      <a:r>
                        <a:rPr lang="en-US" sz="1800" b="0" i="0" kern="1200" dirty="0">
                          <a:solidFill>
                            <a:schemeClr val="accent4">
                              <a:lumMod val="50000"/>
                            </a:schemeClr>
                          </a:solidFill>
                          <a:effectLst/>
                          <a:latin typeface="+mn-lt"/>
                          <a:ea typeface="+mn-ea"/>
                          <a:cs typeface="+mn-cs"/>
                        </a:rPr>
                        <a:t>To have a successful career in industries, to pursue higher studies or to support entrepreneurial endeavors and to face the global challenges.</a:t>
                      </a:r>
                      <a:endParaRPr lang="en-US" sz="2000" b="0" dirty="0">
                        <a:solidFill>
                          <a:schemeClr val="accent4">
                            <a:lumMod val="50000"/>
                          </a:schemeClr>
                        </a:solidFill>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10002"/>
                  </a:ext>
                </a:extLst>
              </a:tr>
              <a:tr h="789632">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PEOs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68580" marR="0" algn="just">
                        <a:lnSpc>
                          <a:spcPct val="100000"/>
                        </a:lnSpc>
                        <a:spcBef>
                          <a:spcPts val="0"/>
                        </a:spcBef>
                        <a:spcAft>
                          <a:spcPts val="0"/>
                        </a:spcAft>
                      </a:pPr>
                      <a:r>
                        <a:rPr lang="en-US" sz="1800" b="0" i="0" kern="1200" dirty="0">
                          <a:solidFill>
                            <a:schemeClr val="accent4">
                              <a:lumMod val="50000"/>
                            </a:schemeClr>
                          </a:solidFill>
                          <a:effectLst/>
                          <a:latin typeface="+mn-lt"/>
                          <a:ea typeface="+mn-ea"/>
                          <a:cs typeface="+mn-cs"/>
                        </a:rPr>
                        <a:t>To have an effective communication skills, professional attitude, ethical values and a desire to learn specific knowledge in emerging trends, technologies for research, innovation and product    development and contribution to society.</a:t>
                      </a:r>
                      <a:endParaRPr lang="en-US" sz="2000" b="0" dirty="0">
                        <a:solidFill>
                          <a:schemeClr val="accent4">
                            <a:lumMod val="50000"/>
                          </a:schemeClr>
                        </a:solidFill>
                        <a:latin typeface="Times New Roman"/>
                        <a:ea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10003"/>
                  </a:ext>
                </a:extLst>
              </a:tr>
              <a:tr h="947558">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PEOs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67945" marR="0" algn="just">
                        <a:lnSpc>
                          <a:spcPct val="100000"/>
                        </a:lnSpc>
                        <a:spcBef>
                          <a:spcPts val="0"/>
                        </a:spcBef>
                        <a:spcAft>
                          <a:spcPts val="0"/>
                        </a:spcAft>
                      </a:pPr>
                      <a:r>
                        <a:rPr lang="en-US" sz="1800" b="0" i="0" kern="1200" dirty="0">
                          <a:solidFill>
                            <a:schemeClr val="accent4">
                              <a:lumMod val="50000"/>
                            </a:schemeClr>
                          </a:solidFill>
                          <a:effectLst/>
                          <a:latin typeface="+mn-lt"/>
                          <a:ea typeface="+mn-ea"/>
                          <a:cs typeface="+mn-cs"/>
                        </a:rPr>
                        <a:t>To have life-long learning for up-skilling and re-skilling for successful professional career as engineer, scientist, entrepreneur and bureaucrat for betterment of society</a:t>
                      </a:r>
                      <a:r>
                        <a:rPr lang="en-US" sz="1800" b="0" i="0" kern="1200" dirty="0">
                          <a:solidFill>
                            <a:schemeClr val="dk1"/>
                          </a:solidFill>
                          <a:effectLst/>
                          <a:latin typeface="+mn-lt"/>
                          <a:ea typeface="+mn-ea"/>
                          <a:cs typeface="+mn-cs"/>
                        </a:rPr>
                        <a:t>.</a:t>
                      </a:r>
                      <a:endParaRPr lang="en-US" sz="2000" b="0" dirty="0">
                        <a:solidFill>
                          <a:schemeClr val="accent4">
                            <a:lumMod val="50000"/>
                          </a:schemeClr>
                        </a:solidFill>
                        <a:latin typeface="Times New Roman"/>
                        <a:ea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10004"/>
                  </a:ext>
                </a:extLst>
              </a:tr>
            </a:tbl>
          </a:graphicData>
        </a:graphic>
      </p:graphicFrame>
      <p:sp>
        <p:nvSpPr>
          <p:cNvPr id="8" name="Footer Placeholder 4"/>
          <p:cNvSpPr>
            <a:spLocks noGrp="1"/>
          </p:cNvSpPr>
          <p:nvPr>
            <p:ph type="ftr" sz="quarter" idx="11"/>
          </p:nvPr>
        </p:nvSpPr>
        <p:spPr>
          <a:xfrm>
            <a:off x="4038600" y="6356356"/>
            <a:ext cx="5029200" cy="365125"/>
          </a:xfrm>
        </p:spPr>
        <p:txBody>
          <a:bodyPr/>
          <a:lstStyle/>
          <a:p>
            <a:r>
              <a:rPr lang="en-US" dirty="0"/>
              <a:t>Pooja Kumari       Design Pattern          Unit V</a:t>
            </a:r>
          </a:p>
        </p:txBody>
      </p:sp>
      <p:sp>
        <p:nvSpPr>
          <p:cNvPr id="3" name="TextBox 2">
            <a:extLst>
              <a:ext uri="{FF2B5EF4-FFF2-40B4-BE49-F238E27FC236}">
                <a16:creationId xmlns:a16="http://schemas.microsoft.com/office/drawing/2014/main" id="{38B0E5E8-8DEF-8AF9-E673-F37DA68E501B}"/>
              </a:ext>
            </a:extLst>
          </p:cNvPr>
          <p:cNvSpPr txBox="1"/>
          <p:nvPr/>
        </p:nvSpPr>
        <p:spPr>
          <a:xfrm>
            <a:off x="3352800" y="2047"/>
            <a:ext cx="6096000" cy="523220"/>
          </a:xfrm>
          <a:prstGeom prst="rect">
            <a:avLst/>
          </a:prstGeom>
          <a:noFill/>
        </p:spPr>
        <p:txBody>
          <a:bodyPr wrap="square">
            <a:spAutoFit/>
          </a:bodyPr>
          <a:lstStyle/>
          <a:p>
            <a:pPr algn="ctr">
              <a:spcBef>
                <a:spcPct val="0"/>
              </a:spcBef>
              <a:defRPr/>
            </a:pPr>
            <a:r>
              <a:rPr lang="en-US" sz="2800" dirty="0"/>
              <a:t>Program Educational Objectives (PEOs)</a:t>
            </a:r>
          </a:p>
        </p:txBody>
      </p:sp>
    </p:spTree>
    <p:extLst>
      <p:ext uri="{BB962C8B-B14F-4D97-AF65-F5344CB8AC3E}">
        <p14:creationId xmlns:p14="http://schemas.microsoft.com/office/powerpoint/2010/main" val="18149544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191A3A2-7B5E-4D04-8252-DDB68F0CE85A}" type="datetime1">
              <a:rPr lang="en-US" smtClean="0"/>
              <a:t>6/27/2024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18</a:t>
            </a:fld>
            <a:endParaRPr lang="en-US" dirty="0"/>
          </a:p>
        </p:txBody>
      </p:sp>
      <p:graphicFrame>
        <p:nvGraphicFramePr>
          <p:cNvPr id="9" name="Table 8"/>
          <p:cNvGraphicFramePr>
            <a:graphicFrameLocks noGrp="1"/>
          </p:cNvGraphicFramePr>
          <p:nvPr>
            <p:extLst>
              <p:ext uri="{D42A27DB-BD31-4B8C-83A1-F6EECF244321}">
                <p14:modId xmlns:p14="http://schemas.microsoft.com/office/powerpoint/2010/main" val="342157314"/>
              </p:ext>
            </p:extLst>
          </p:nvPr>
        </p:nvGraphicFramePr>
        <p:xfrm>
          <a:off x="1143000" y="1219200"/>
          <a:ext cx="10591801" cy="1733266"/>
        </p:xfrm>
        <a:graphic>
          <a:graphicData uri="http://schemas.openxmlformats.org/drawingml/2006/table">
            <a:tbl>
              <a:tblPr firstRow="1" bandRow="1">
                <a:tableStyleId>{5C22544A-7EE6-4342-B048-85BDC9FD1C3A}</a:tableStyleId>
              </a:tblPr>
              <a:tblGrid>
                <a:gridCol w="2216227">
                  <a:extLst>
                    <a:ext uri="{9D8B030D-6E8A-4147-A177-3AD203B41FA5}">
                      <a16:colId xmlns:a16="http://schemas.microsoft.com/office/drawing/2014/main" val="20001"/>
                    </a:ext>
                  </a:extLst>
                </a:gridCol>
                <a:gridCol w="2297503">
                  <a:extLst>
                    <a:ext uri="{9D8B030D-6E8A-4147-A177-3AD203B41FA5}">
                      <a16:colId xmlns:a16="http://schemas.microsoft.com/office/drawing/2014/main" val="133495037"/>
                    </a:ext>
                  </a:extLst>
                </a:gridCol>
                <a:gridCol w="6078071">
                  <a:extLst>
                    <a:ext uri="{9D8B030D-6E8A-4147-A177-3AD203B41FA5}">
                      <a16:colId xmlns:a16="http://schemas.microsoft.com/office/drawing/2014/main" val="20002"/>
                    </a:ext>
                  </a:extLst>
                </a:gridCol>
              </a:tblGrid>
              <a:tr h="868243">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Name</a:t>
                      </a:r>
                      <a:r>
                        <a:rPr lang="en-US" sz="2000" b="0" baseline="0" dirty="0">
                          <a:solidFill>
                            <a:schemeClr val="accent4">
                              <a:lumMod val="50000"/>
                            </a:schemeClr>
                          </a:solidFill>
                          <a:latin typeface="Times New Roman"/>
                          <a:ea typeface="Times New Roman"/>
                        </a:rPr>
                        <a:t> of the faculty </a:t>
                      </a:r>
                      <a:endParaRPr lang="en-US" sz="2000" b="0" dirty="0">
                        <a:solidFill>
                          <a:schemeClr val="accent4">
                            <a:lumMod val="50000"/>
                          </a:schemeClr>
                        </a:solidFill>
                        <a:latin typeface="Times New Roman"/>
                        <a:ea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Subject code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Result</a:t>
                      </a:r>
                      <a:r>
                        <a:rPr lang="en-US" sz="2000" b="0" baseline="0" dirty="0">
                          <a:solidFill>
                            <a:schemeClr val="accent4">
                              <a:lumMod val="50000"/>
                            </a:schemeClr>
                          </a:solidFill>
                          <a:latin typeface="Times New Roman"/>
                          <a:ea typeface="Times New Roman"/>
                        </a:rPr>
                        <a:t> % of clear passed</a:t>
                      </a:r>
                      <a:endParaRPr lang="en-US" sz="2000" b="0" dirty="0">
                        <a:solidFill>
                          <a:schemeClr val="accent4">
                            <a:lumMod val="50000"/>
                          </a:schemeClr>
                        </a:solidFill>
                        <a:latin typeface="Times New Roman"/>
                        <a:ea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10000"/>
                  </a:ext>
                </a:extLst>
              </a:tr>
              <a:tr h="865023">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Mr. Sanjay Nayak </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0" marR="0" algn="ctr">
                        <a:lnSpc>
                          <a:spcPct val="115000"/>
                        </a:lnSpc>
                        <a:spcBef>
                          <a:spcPts val="0"/>
                        </a:spcBef>
                        <a:spcAft>
                          <a:spcPts val="0"/>
                        </a:spcAft>
                      </a:pPr>
                      <a:r>
                        <a:rPr lang="en-US" sz="2000" dirty="0">
                          <a:solidFill>
                            <a:schemeClr val="tx1"/>
                          </a:solidFill>
                          <a:latin typeface="Times New Roman" panose="02020603050405020304" pitchFamily="18" charset="0"/>
                          <a:cs typeface="Times New Roman" panose="02020603050405020304" pitchFamily="18" charset="0"/>
                        </a:rPr>
                        <a:t>ACSE0514</a:t>
                      </a:r>
                      <a:endParaRPr lang="en-US" sz="2000" b="0" dirty="0">
                        <a:solidFill>
                          <a:schemeClr val="accent4">
                            <a:lumMod val="50000"/>
                          </a:schemeClr>
                        </a:solidFill>
                        <a:latin typeface="Times New Roman"/>
                        <a:ea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68580" marR="0" algn="l">
                        <a:lnSpc>
                          <a:spcPct val="100000"/>
                        </a:lnSpc>
                        <a:spcBef>
                          <a:spcPts val="0"/>
                        </a:spcBef>
                        <a:spcAft>
                          <a:spcPts val="0"/>
                        </a:spcAft>
                      </a:pPr>
                      <a:r>
                        <a:rPr lang="en-US" sz="2800" b="0" baseline="0" dirty="0">
                          <a:solidFill>
                            <a:schemeClr val="accent4">
                              <a:lumMod val="50000"/>
                            </a:schemeClr>
                          </a:solidFill>
                          <a:latin typeface="Times New Roman" panose="02020603050405020304" pitchFamily="18" charset="0"/>
                          <a:ea typeface="Times New Roman"/>
                          <a:cs typeface="Times New Roman" panose="02020603050405020304" pitchFamily="18" charset="0"/>
                        </a:rPr>
                        <a:t>100%  2023-24</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10001"/>
                  </a:ext>
                </a:extLst>
              </a:tr>
            </a:tbl>
          </a:graphicData>
        </a:graphic>
      </p:graphicFrame>
      <p:sp>
        <p:nvSpPr>
          <p:cNvPr id="8" name="Footer Placeholder 4"/>
          <p:cNvSpPr>
            <a:spLocks noGrp="1"/>
          </p:cNvSpPr>
          <p:nvPr>
            <p:ph type="ftr" sz="quarter" idx="11"/>
          </p:nvPr>
        </p:nvSpPr>
        <p:spPr>
          <a:xfrm>
            <a:off x="4038600" y="6356356"/>
            <a:ext cx="5029200" cy="365125"/>
          </a:xfrm>
        </p:spPr>
        <p:txBody>
          <a:bodyPr/>
          <a:lstStyle/>
          <a:p>
            <a:r>
              <a:rPr lang="en-US" dirty="0"/>
              <a:t>Pooja Kumari  Design Pattern          Unit V</a:t>
            </a:r>
          </a:p>
        </p:txBody>
      </p:sp>
      <p:sp>
        <p:nvSpPr>
          <p:cNvPr id="3" name="TextBox 2">
            <a:extLst>
              <a:ext uri="{FF2B5EF4-FFF2-40B4-BE49-F238E27FC236}">
                <a16:creationId xmlns:a16="http://schemas.microsoft.com/office/drawing/2014/main" id="{36D6142C-F3C8-8B47-14A2-11F485F55997}"/>
              </a:ext>
            </a:extLst>
          </p:cNvPr>
          <p:cNvSpPr txBox="1"/>
          <p:nvPr/>
        </p:nvSpPr>
        <p:spPr>
          <a:xfrm>
            <a:off x="2067859" y="17929"/>
            <a:ext cx="9895541" cy="461665"/>
          </a:xfrm>
          <a:prstGeom prst="rect">
            <a:avLst/>
          </a:prstGeom>
          <a:noFill/>
        </p:spPr>
        <p:txBody>
          <a:bodyPr wrap="square">
            <a:spAutoFit/>
          </a:bodyPr>
          <a:lstStyle/>
          <a:p>
            <a:pPr algn="ctr">
              <a:spcBef>
                <a:spcPct val="0"/>
              </a:spcBef>
              <a:defRPr/>
            </a:pPr>
            <a:r>
              <a:rPr lang="en-US" sz="2400" dirty="0"/>
              <a:t>Result Analysis(Department Result &amp; Subject Result &amp; Individual result</a:t>
            </a:r>
          </a:p>
        </p:txBody>
      </p:sp>
    </p:spTree>
    <p:extLst>
      <p:ext uri="{BB962C8B-B14F-4D97-AF65-F5344CB8AC3E}">
        <p14:creationId xmlns:p14="http://schemas.microsoft.com/office/powerpoint/2010/main" val="42930728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ED908DB-1522-403D-9B22-25128A6A85DB}" type="datetime1">
              <a:rPr lang="en-US" smtClean="0"/>
              <a:t>6/27/2024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19</a:t>
            </a:fld>
            <a:endParaRPr lang="en-US" dirty="0"/>
          </a:p>
        </p:txBody>
      </p:sp>
      <p:pic>
        <p:nvPicPr>
          <p:cNvPr id="8" name="Picture 7">
            <a:extLst>
              <a:ext uri="{FF2B5EF4-FFF2-40B4-BE49-F238E27FC236}">
                <a16:creationId xmlns:a16="http://schemas.microsoft.com/office/drawing/2014/main" id="{0B77B11B-9C15-4679-A934-EBBF86AE34F6}"/>
              </a:ext>
            </a:extLst>
          </p:cNvPr>
          <p:cNvPicPr>
            <a:picLocks noChangeAspect="1"/>
          </p:cNvPicPr>
          <p:nvPr/>
        </p:nvPicPr>
        <p:blipFill>
          <a:blip r:embed="rId2"/>
          <a:stretch>
            <a:fillRect/>
          </a:stretch>
        </p:blipFill>
        <p:spPr>
          <a:xfrm>
            <a:off x="1181100" y="754514"/>
            <a:ext cx="10744200" cy="5533133"/>
          </a:xfrm>
          <a:prstGeom prst="rect">
            <a:avLst/>
          </a:prstGeom>
        </p:spPr>
      </p:pic>
      <p:sp>
        <p:nvSpPr>
          <p:cNvPr id="9" name="Footer Placeholder 4"/>
          <p:cNvSpPr>
            <a:spLocks noGrp="1"/>
          </p:cNvSpPr>
          <p:nvPr>
            <p:ph type="ftr" sz="quarter" idx="11"/>
          </p:nvPr>
        </p:nvSpPr>
        <p:spPr>
          <a:xfrm>
            <a:off x="4038600" y="6356356"/>
            <a:ext cx="5029200" cy="365125"/>
          </a:xfrm>
        </p:spPr>
        <p:txBody>
          <a:bodyPr/>
          <a:lstStyle/>
          <a:p>
            <a:r>
              <a:rPr lang="en-US" dirty="0"/>
              <a:t>Pooja Kumari  Design Pattern          Unit V</a:t>
            </a:r>
          </a:p>
        </p:txBody>
      </p:sp>
      <p:sp>
        <p:nvSpPr>
          <p:cNvPr id="3" name="TextBox 2">
            <a:extLst>
              <a:ext uri="{FF2B5EF4-FFF2-40B4-BE49-F238E27FC236}">
                <a16:creationId xmlns:a16="http://schemas.microsoft.com/office/drawing/2014/main" id="{8E8FC711-5671-9362-A384-91841BBCAE8E}"/>
              </a:ext>
            </a:extLst>
          </p:cNvPr>
          <p:cNvSpPr txBox="1"/>
          <p:nvPr/>
        </p:nvSpPr>
        <p:spPr>
          <a:xfrm>
            <a:off x="2552700" y="47133"/>
            <a:ext cx="9372600" cy="523220"/>
          </a:xfrm>
          <a:prstGeom prst="rect">
            <a:avLst/>
          </a:prstGeom>
          <a:noFill/>
        </p:spPr>
        <p:txBody>
          <a:bodyPr wrap="square">
            <a:spAutoFit/>
          </a:bodyPr>
          <a:lstStyle/>
          <a:p>
            <a:pPr algn="ctr">
              <a:spcBef>
                <a:spcPct val="0"/>
              </a:spcBef>
              <a:defRPr/>
            </a:pPr>
            <a:r>
              <a:rPr lang="en-US" sz="2800" dirty="0"/>
              <a:t>Pattern of Online External Exam Question Paper (100 marks)</a:t>
            </a:r>
          </a:p>
        </p:txBody>
      </p:sp>
    </p:spTree>
    <p:extLst>
      <p:ext uri="{BB962C8B-B14F-4D97-AF65-F5344CB8AC3E}">
        <p14:creationId xmlns:p14="http://schemas.microsoft.com/office/powerpoint/2010/main" val="30431799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B01A57C-8362-4761-8479-9A5672D2838F}" type="datetime1">
              <a:rPr lang="en-US" smtClean="0"/>
              <a:t>6/27/2024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20</a:t>
            </a:fld>
            <a:endParaRPr lang="en-US" dirty="0"/>
          </a:p>
        </p:txBody>
      </p:sp>
      <p:pic>
        <p:nvPicPr>
          <p:cNvPr id="9" name="Picture 8">
            <a:extLst>
              <a:ext uri="{FF2B5EF4-FFF2-40B4-BE49-F238E27FC236}">
                <a16:creationId xmlns:a16="http://schemas.microsoft.com/office/drawing/2014/main" id="{F82AF081-83E9-40E3-85C9-062E3E753D2B}"/>
              </a:ext>
            </a:extLst>
          </p:cNvPr>
          <p:cNvPicPr>
            <a:picLocks noChangeAspect="1"/>
          </p:cNvPicPr>
          <p:nvPr/>
        </p:nvPicPr>
        <p:blipFill>
          <a:blip r:embed="rId2"/>
          <a:stretch>
            <a:fillRect/>
          </a:stretch>
        </p:blipFill>
        <p:spPr>
          <a:xfrm>
            <a:off x="1028700" y="793756"/>
            <a:ext cx="11049000" cy="5454649"/>
          </a:xfrm>
          <a:prstGeom prst="rect">
            <a:avLst/>
          </a:prstGeom>
        </p:spPr>
      </p:pic>
      <p:sp>
        <p:nvSpPr>
          <p:cNvPr id="8" name="Footer Placeholder 4"/>
          <p:cNvSpPr>
            <a:spLocks noGrp="1"/>
          </p:cNvSpPr>
          <p:nvPr>
            <p:ph type="ftr" sz="quarter" idx="11"/>
          </p:nvPr>
        </p:nvSpPr>
        <p:spPr>
          <a:xfrm>
            <a:off x="4038600" y="6356356"/>
            <a:ext cx="5029200" cy="365125"/>
          </a:xfrm>
        </p:spPr>
        <p:txBody>
          <a:bodyPr/>
          <a:lstStyle/>
          <a:p>
            <a:r>
              <a:rPr lang="en-US" dirty="0"/>
              <a:t>Pooja Kumari Design Pattern          Unit V</a:t>
            </a:r>
          </a:p>
        </p:txBody>
      </p:sp>
      <p:sp>
        <p:nvSpPr>
          <p:cNvPr id="3" name="TextBox 2">
            <a:extLst>
              <a:ext uri="{FF2B5EF4-FFF2-40B4-BE49-F238E27FC236}">
                <a16:creationId xmlns:a16="http://schemas.microsoft.com/office/drawing/2014/main" id="{6CDBC9CF-4A96-3CD4-AC5A-FDD506DC611F}"/>
              </a:ext>
            </a:extLst>
          </p:cNvPr>
          <p:cNvSpPr txBox="1"/>
          <p:nvPr/>
        </p:nvSpPr>
        <p:spPr>
          <a:xfrm>
            <a:off x="2362200" y="100659"/>
            <a:ext cx="9715500" cy="523220"/>
          </a:xfrm>
          <a:prstGeom prst="rect">
            <a:avLst/>
          </a:prstGeom>
          <a:noFill/>
        </p:spPr>
        <p:txBody>
          <a:bodyPr wrap="square">
            <a:spAutoFit/>
          </a:bodyPr>
          <a:lstStyle/>
          <a:p>
            <a:pPr algn="ctr">
              <a:spcBef>
                <a:spcPct val="0"/>
              </a:spcBef>
              <a:defRPr/>
            </a:pPr>
            <a:r>
              <a:rPr lang="en-US" sz="2800" dirty="0"/>
              <a:t>Pattern of Online External Exam Question Paper (100 marks)</a:t>
            </a:r>
          </a:p>
        </p:txBody>
      </p:sp>
    </p:spTree>
    <p:extLst>
      <p:ext uri="{BB962C8B-B14F-4D97-AF65-F5344CB8AC3E}">
        <p14:creationId xmlns:p14="http://schemas.microsoft.com/office/powerpoint/2010/main" val="20115479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B9D01B69-7993-493C-965A-DDF0A7E86B9A}" type="datetime1">
              <a:rPr lang="en-US" smtClean="0"/>
              <a:t>6/27/2024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21</a:t>
            </a:fld>
            <a:endParaRPr lang="en-US" dirty="0"/>
          </a:p>
        </p:txBody>
      </p:sp>
      <p:pic>
        <p:nvPicPr>
          <p:cNvPr id="8" name="Picture 7">
            <a:extLst>
              <a:ext uri="{FF2B5EF4-FFF2-40B4-BE49-F238E27FC236}">
                <a16:creationId xmlns:a16="http://schemas.microsoft.com/office/drawing/2014/main" id="{D6AD0FEF-91AB-4622-BD71-AF17C265451A}"/>
              </a:ext>
            </a:extLst>
          </p:cNvPr>
          <p:cNvPicPr>
            <a:picLocks noChangeAspect="1"/>
          </p:cNvPicPr>
          <p:nvPr/>
        </p:nvPicPr>
        <p:blipFill>
          <a:blip r:embed="rId2"/>
          <a:stretch>
            <a:fillRect/>
          </a:stretch>
        </p:blipFill>
        <p:spPr>
          <a:xfrm>
            <a:off x="623047" y="811873"/>
            <a:ext cx="11506200" cy="5346697"/>
          </a:xfrm>
          <a:prstGeom prst="rect">
            <a:avLst/>
          </a:prstGeom>
        </p:spPr>
      </p:pic>
      <p:sp>
        <p:nvSpPr>
          <p:cNvPr id="9" name="Footer Placeholder 4"/>
          <p:cNvSpPr>
            <a:spLocks noGrp="1"/>
          </p:cNvSpPr>
          <p:nvPr>
            <p:ph type="ftr" sz="quarter" idx="11"/>
          </p:nvPr>
        </p:nvSpPr>
        <p:spPr>
          <a:xfrm>
            <a:off x="4038600" y="6356356"/>
            <a:ext cx="5029200" cy="365125"/>
          </a:xfrm>
        </p:spPr>
        <p:txBody>
          <a:bodyPr/>
          <a:lstStyle/>
          <a:p>
            <a:r>
              <a:rPr lang="en-US" dirty="0"/>
              <a:t>Pooja Kumari   Design Pattern          Unit V</a:t>
            </a:r>
          </a:p>
        </p:txBody>
      </p:sp>
      <p:sp>
        <p:nvSpPr>
          <p:cNvPr id="3" name="TextBox 2">
            <a:extLst>
              <a:ext uri="{FF2B5EF4-FFF2-40B4-BE49-F238E27FC236}">
                <a16:creationId xmlns:a16="http://schemas.microsoft.com/office/drawing/2014/main" id="{29148A08-00D1-91FC-A021-E607C5B4638F}"/>
              </a:ext>
            </a:extLst>
          </p:cNvPr>
          <p:cNvSpPr txBox="1"/>
          <p:nvPr/>
        </p:nvSpPr>
        <p:spPr>
          <a:xfrm>
            <a:off x="3505200" y="226825"/>
            <a:ext cx="6096000" cy="369332"/>
          </a:xfrm>
          <a:prstGeom prst="rect">
            <a:avLst/>
          </a:prstGeom>
          <a:noFill/>
        </p:spPr>
        <p:txBody>
          <a:bodyPr wrap="square">
            <a:spAutoFit/>
          </a:bodyPr>
          <a:lstStyle/>
          <a:p>
            <a:pPr algn="ctr">
              <a:spcBef>
                <a:spcPct val="0"/>
              </a:spcBef>
              <a:defRPr/>
            </a:pPr>
            <a:r>
              <a:rPr lang="en-US" sz="1800" dirty="0"/>
              <a:t>Pattern of Online External Exam Question Paper (100 marks)</a:t>
            </a:r>
          </a:p>
        </p:txBody>
      </p:sp>
    </p:spTree>
    <p:extLst>
      <p:ext uri="{BB962C8B-B14F-4D97-AF65-F5344CB8AC3E}">
        <p14:creationId xmlns:p14="http://schemas.microsoft.com/office/powerpoint/2010/main" val="29177496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2D4035BB-0674-4233-A41C-A349925C57B6}" type="datetime1">
              <a:rPr lang="en-US" smtClean="0"/>
              <a:t>6/27/2024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22</a:t>
            </a:fld>
            <a:endParaRPr lang="en-US" dirty="0"/>
          </a:p>
        </p:txBody>
      </p:sp>
      <p:pic>
        <p:nvPicPr>
          <p:cNvPr id="9" name="Picture 8">
            <a:extLst>
              <a:ext uri="{FF2B5EF4-FFF2-40B4-BE49-F238E27FC236}">
                <a16:creationId xmlns:a16="http://schemas.microsoft.com/office/drawing/2014/main" id="{8C7C6038-4342-4904-B836-C5BF3F62F169}"/>
              </a:ext>
            </a:extLst>
          </p:cNvPr>
          <p:cNvPicPr>
            <a:picLocks noChangeAspect="1"/>
          </p:cNvPicPr>
          <p:nvPr/>
        </p:nvPicPr>
        <p:blipFill>
          <a:blip r:embed="rId2"/>
          <a:stretch>
            <a:fillRect/>
          </a:stretch>
        </p:blipFill>
        <p:spPr>
          <a:xfrm>
            <a:off x="838200" y="849315"/>
            <a:ext cx="11353800" cy="5343531"/>
          </a:xfrm>
          <a:prstGeom prst="rect">
            <a:avLst/>
          </a:prstGeom>
        </p:spPr>
      </p:pic>
      <p:sp>
        <p:nvSpPr>
          <p:cNvPr id="8" name="Footer Placeholder 4"/>
          <p:cNvSpPr>
            <a:spLocks noGrp="1"/>
          </p:cNvSpPr>
          <p:nvPr>
            <p:ph type="ftr" sz="quarter" idx="11"/>
          </p:nvPr>
        </p:nvSpPr>
        <p:spPr>
          <a:xfrm>
            <a:off x="4038600" y="6356356"/>
            <a:ext cx="5029200" cy="365125"/>
          </a:xfrm>
        </p:spPr>
        <p:txBody>
          <a:bodyPr/>
          <a:lstStyle/>
          <a:p>
            <a:r>
              <a:rPr lang="en-US" dirty="0"/>
              <a:t>Pooja Kumari   Design Pattern          Unit V</a:t>
            </a:r>
          </a:p>
        </p:txBody>
      </p:sp>
      <p:sp>
        <p:nvSpPr>
          <p:cNvPr id="3" name="TextBox 2">
            <a:extLst>
              <a:ext uri="{FF2B5EF4-FFF2-40B4-BE49-F238E27FC236}">
                <a16:creationId xmlns:a16="http://schemas.microsoft.com/office/drawing/2014/main" id="{96F79216-278E-B1B0-3797-F968D6479971}"/>
              </a:ext>
            </a:extLst>
          </p:cNvPr>
          <p:cNvSpPr txBox="1"/>
          <p:nvPr/>
        </p:nvSpPr>
        <p:spPr>
          <a:xfrm>
            <a:off x="2209800" y="64485"/>
            <a:ext cx="9677400" cy="523220"/>
          </a:xfrm>
          <a:prstGeom prst="rect">
            <a:avLst/>
          </a:prstGeom>
          <a:noFill/>
        </p:spPr>
        <p:txBody>
          <a:bodyPr wrap="square">
            <a:spAutoFit/>
          </a:bodyPr>
          <a:lstStyle/>
          <a:p>
            <a:pPr algn="ctr">
              <a:spcBef>
                <a:spcPct val="0"/>
              </a:spcBef>
              <a:defRPr/>
            </a:pPr>
            <a:r>
              <a:rPr lang="en-US" sz="2800" dirty="0"/>
              <a:t>Pattern of Online External Exam Question Paper (100 marks)</a:t>
            </a:r>
          </a:p>
        </p:txBody>
      </p:sp>
    </p:spTree>
    <p:extLst>
      <p:ext uri="{BB962C8B-B14F-4D97-AF65-F5344CB8AC3E}">
        <p14:creationId xmlns:p14="http://schemas.microsoft.com/office/powerpoint/2010/main" val="30548752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6B33071-B52B-4939-8FD2-5937949635AE}" type="datetime1">
              <a:rPr lang="en-US" smtClean="0"/>
              <a:t>6/27/2024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23</a:t>
            </a:fld>
            <a:endParaRPr lang="en-US" dirty="0"/>
          </a:p>
        </p:txBody>
      </p:sp>
      <p:pic>
        <p:nvPicPr>
          <p:cNvPr id="8" name="Picture 7">
            <a:extLst>
              <a:ext uri="{FF2B5EF4-FFF2-40B4-BE49-F238E27FC236}">
                <a16:creationId xmlns:a16="http://schemas.microsoft.com/office/drawing/2014/main" id="{CF080F34-6289-4751-AE3C-849A673B260C}"/>
              </a:ext>
            </a:extLst>
          </p:cNvPr>
          <p:cNvPicPr>
            <a:picLocks noChangeAspect="1"/>
          </p:cNvPicPr>
          <p:nvPr/>
        </p:nvPicPr>
        <p:blipFill>
          <a:blip r:embed="rId2"/>
          <a:stretch>
            <a:fillRect/>
          </a:stretch>
        </p:blipFill>
        <p:spPr>
          <a:xfrm>
            <a:off x="952500" y="757897"/>
            <a:ext cx="11201400" cy="5454649"/>
          </a:xfrm>
          <a:prstGeom prst="rect">
            <a:avLst/>
          </a:prstGeom>
        </p:spPr>
      </p:pic>
      <p:sp>
        <p:nvSpPr>
          <p:cNvPr id="9" name="Footer Placeholder 4"/>
          <p:cNvSpPr>
            <a:spLocks noGrp="1"/>
          </p:cNvSpPr>
          <p:nvPr>
            <p:ph type="ftr" sz="quarter" idx="11"/>
          </p:nvPr>
        </p:nvSpPr>
        <p:spPr>
          <a:xfrm>
            <a:off x="4038600" y="6356356"/>
            <a:ext cx="5029200" cy="365125"/>
          </a:xfrm>
        </p:spPr>
        <p:txBody>
          <a:bodyPr/>
          <a:lstStyle/>
          <a:p>
            <a:r>
              <a:rPr lang="en-US" dirty="0"/>
              <a:t>Pooja Kumari    Design Pattern          Unit V</a:t>
            </a:r>
          </a:p>
        </p:txBody>
      </p:sp>
      <p:sp>
        <p:nvSpPr>
          <p:cNvPr id="3" name="TextBox 2">
            <a:extLst>
              <a:ext uri="{FF2B5EF4-FFF2-40B4-BE49-F238E27FC236}">
                <a16:creationId xmlns:a16="http://schemas.microsoft.com/office/drawing/2014/main" id="{B468239F-9142-3C0E-5C30-012DEF382B27}"/>
              </a:ext>
            </a:extLst>
          </p:cNvPr>
          <p:cNvSpPr txBox="1"/>
          <p:nvPr/>
        </p:nvSpPr>
        <p:spPr>
          <a:xfrm>
            <a:off x="2667000" y="0"/>
            <a:ext cx="9144000" cy="523220"/>
          </a:xfrm>
          <a:prstGeom prst="rect">
            <a:avLst/>
          </a:prstGeom>
          <a:noFill/>
        </p:spPr>
        <p:txBody>
          <a:bodyPr wrap="square">
            <a:spAutoFit/>
          </a:bodyPr>
          <a:lstStyle/>
          <a:p>
            <a:pPr algn="ctr">
              <a:spcBef>
                <a:spcPct val="0"/>
              </a:spcBef>
              <a:defRPr/>
            </a:pPr>
            <a:r>
              <a:rPr lang="en-US" sz="2800" dirty="0"/>
              <a:t>Pattern of Online External Exam Question Paper (100 marks)</a:t>
            </a:r>
          </a:p>
        </p:txBody>
      </p:sp>
    </p:spTree>
    <p:extLst>
      <p:ext uri="{BB962C8B-B14F-4D97-AF65-F5344CB8AC3E}">
        <p14:creationId xmlns:p14="http://schemas.microsoft.com/office/powerpoint/2010/main" val="27940037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498F967-F31D-4E44-90F5-EDC4698172E3}" type="datetime1">
              <a:rPr lang="en-US" smtClean="0"/>
              <a:t>6/27/2024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24</a:t>
            </a:fld>
            <a:endParaRPr lang="en-US" dirty="0"/>
          </a:p>
        </p:txBody>
      </p:sp>
      <p:sp>
        <p:nvSpPr>
          <p:cNvPr id="9" name="Content Placeholder 2"/>
          <p:cNvSpPr>
            <a:spLocks noGrp="1"/>
          </p:cNvSpPr>
          <p:nvPr>
            <p:ph idx="1"/>
          </p:nvPr>
        </p:nvSpPr>
        <p:spPr>
          <a:xfrm>
            <a:off x="914400" y="1066800"/>
            <a:ext cx="11049000" cy="4525963"/>
          </a:xfrm>
          <a:solidFill>
            <a:srgbClr val="FFFF00"/>
          </a:solidFill>
          <a:ln w="19050">
            <a:solidFill>
              <a:schemeClr val="tx1"/>
            </a:solidFill>
          </a:ln>
        </p:spPr>
        <p:txBody>
          <a:bodyPr>
            <a:normAutofit/>
          </a:bodyPr>
          <a:lstStyle/>
          <a:p>
            <a:pPr algn="just">
              <a:lnSpc>
                <a:spcPct val="200000"/>
              </a:lnSpc>
            </a:pPr>
            <a:r>
              <a:rPr lang="en-US" sz="2800" dirty="0"/>
              <a:t>Student should have knowledge of object oriented analysis and design.</a:t>
            </a:r>
          </a:p>
          <a:p>
            <a:pPr algn="just">
              <a:lnSpc>
                <a:spcPct val="200000"/>
              </a:lnSpc>
            </a:pPr>
            <a:r>
              <a:rPr lang="en-US" sz="2800" dirty="0"/>
              <a:t>Knowledge of Data structure and algorithm.</a:t>
            </a:r>
          </a:p>
          <a:p>
            <a:pPr algn="just">
              <a:lnSpc>
                <a:spcPct val="200000"/>
              </a:lnSpc>
            </a:pPr>
            <a:r>
              <a:rPr lang="en-US" sz="2800" dirty="0"/>
              <a:t>knowledge of Programing language such as C/C++ etc. </a:t>
            </a:r>
          </a:p>
          <a:p>
            <a:pPr algn="just">
              <a:lnSpc>
                <a:spcPct val="200000"/>
              </a:lnSpc>
            </a:pPr>
            <a:r>
              <a:rPr lang="en-US" sz="2800" dirty="0"/>
              <a:t>Good problem solving Skill .</a:t>
            </a:r>
          </a:p>
          <a:p>
            <a:pPr marL="0" indent="0" algn="just">
              <a:buNone/>
            </a:pPr>
            <a:endParaRPr lang="en-US" sz="2800" dirty="0"/>
          </a:p>
          <a:p>
            <a:pPr>
              <a:buNone/>
            </a:pPr>
            <a:endParaRPr lang="en-US" dirty="0"/>
          </a:p>
        </p:txBody>
      </p:sp>
      <p:sp>
        <p:nvSpPr>
          <p:cNvPr id="8" name="Footer Placeholder 4"/>
          <p:cNvSpPr>
            <a:spLocks noGrp="1"/>
          </p:cNvSpPr>
          <p:nvPr>
            <p:ph type="ftr" sz="quarter" idx="11"/>
          </p:nvPr>
        </p:nvSpPr>
        <p:spPr>
          <a:xfrm>
            <a:off x="4038600" y="6356356"/>
            <a:ext cx="5029200" cy="365125"/>
          </a:xfrm>
        </p:spPr>
        <p:txBody>
          <a:bodyPr/>
          <a:lstStyle/>
          <a:p>
            <a:r>
              <a:rPr lang="en-US" dirty="0"/>
              <a:t>Pooja Kumari    Design Pattern          Unit V</a:t>
            </a:r>
          </a:p>
        </p:txBody>
      </p:sp>
      <p:sp>
        <p:nvSpPr>
          <p:cNvPr id="3" name="TextBox 2">
            <a:extLst>
              <a:ext uri="{FF2B5EF4-FFF2-40B4-BE49-F238E27FC236}">
                <a16:creationId xmlns:a16="http://schemas.microsoft.com/office/drawing/2014/main" id="{4B25F8A6-6811-39B2-758C-16EEF011D0E4}"/>
              </a:ext>
            </a:extLst>
          </p:cNvPr>
          <p:cNvSpPr txBox="1"/>
          <p:nvPr/>
        </p:nvSpPr>
        <p:spPr>
          <a:xfrm>
            <a:off x="3581400" y="41596"/>
            <a:ext cx="6096000" cy="523220"/>
          </a:xfrm>
          <a:prstGeom prst="rect">
            <a:avLst/>
          </a:prstGeom>
          <a:noFill/>
        </p:spPr>
        <p:txBody>
          <a:bodyPr wrap="square">
            <a:spAutoFit/>
          </a:bodyPr>
          <a:lstStyle/>
          <a:p>
            <a:pPr algn="ctr">
              <a:spcBef>
                <a:spcPct val="0"/>
              </a:spcBef>
              <a:defRPr/>
            </a:pPr>
            <a:r>
              <a:rPr lang="en-US" sz="2800" dirty="0"/>
              <a:t>Prerequisite / Recap</a:t>
            </a:r>
          </a:p>
        </p:txBody>
      </p:sp>
    </p:spTree>
    <p:extLst>
      <p:ext uri="{BB962C8B-B14F-4D97-AF65-F5344CB8AC3E}">
        <p14:creationId xmlns:p14="http://schemas.microsoft.com/office/powerpoint/2010/main" val="40511116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BD887C7-B6C7-4BDC-A285-49034B4C3F6A}" type="datetime1">
              <a:rPr lang="en-US" smtClean="0"/>
              <a:t>6/27/2024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25</a:t>
            </a:fld>
            <a:endParaRPr lang="en-US" dirty="0"/>
          </a:p>
        </p:txBody>
      </p:sp>
      <p:sp>
        <p:nvSpPr>
          <p:cNvPr id="9" name="Content Placeholder 2"/>
          <p:cNvSpPr>
            <a:spLocks noGrp="1"/>
          </p:cNvSpPr>
          <p:nvPr>
            <p:ph idx="1"/>
          </p:nvPr>
        </p:nvSpPr>
        <p:spPr>
          <a:xfrm>
            <a:off x="914400" y="1066800"/>
            <a:ext cx="11049000" cy="4525963"/>
          </a:xfrm>
        </p:spPr>
        <p:txBody>
          <a:bodyPr>
            <a:normAutofit/>
          </a:bodyPr>
          <a:lstStyle/>
          <a:p>
            <a:pPr marL="0" indent="0" algn="just">
              <a:buNone/>
            </a:pPr>
            <a:endParaRPr lang="en-US" sz="2800" dirty="0"/>
          </a:p>
          <a:p>
            <a:pPr>
              <a:buNone/>
            </a:pPr>
            <a:endParaRPr lang="en-US" dirty="0"/>
          </a:p>
        </p:txBody>
      </p:sp>
      <p:sp>
        <p:nvSpPr>
          <p:cNvPr id="8" name="Content Placeholder 2"/>
          <p:cNvSpPr txBox="1">
            <a:spLocks/>
          </p:cNvSpPr>
          <p:nvPr/>
        </p:nvSpPr>
        <p:spPr>
          <a:xfrm>
            <a:off x="239486" y="1062445"/>
            <a:ext cx="11734800" cy="4525963"/>
          </a:xfrm>
          <a:prstGeom prst="rect">
            <a:avLst/>
          </a:prstGeom>
          <a:solidFill>
            <a:schemeClr val="accent3"/>
          </a:solidFill>
          <a:ln w="19050">
            <a:solidFill>
              <a:schemeClr val="tx1"/>
            </a:solidFill>
          </a:ln>
        </p:spPr>
        <p:txBody>
          <a:bodyPr vert="horz" lIns="91440" tIns="45720" rIns="91440" bIns="45720" rtlCol="0">
            <a:normAutofit/>
          </a:bodyPr>
          <a:lstStyle>
            <a:lvl1pPr marL="342891" indent="-342891" algn="l" defTabSz="914377"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32" indent="-285744" algn="l" defTabSz="914377"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2971" indent="-228594" algn="l" defTabSz="914377"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160"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349"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200000"/>
              </a:lnSpc>
              <a:buNone/>
            </a:pPr>
            <a:r>
              <a:rPr lang="en-US" sz="2800" u="sng" dirty="0"/>
              <a:t>YouTube  /other  Video Links</a:t>
            </a:r>
          </a:p>
          <a:p>
            <a:pPr>
              <a:lnSpc>
                <a:spcPct val="200000"/>
              </a:lnSpc>
            </a:pPr>
            <a:r>
              <a:rPr lang="en-IN" sz="2800" dirty="0">
                <a:solidFill>
                  <a:schemeClr val="tx2"/>
                </a:solidFill>
              </a:rPr>
              <a:t>https://youtu.be/rI4kdGLaUiQ?list=PL6n9fhu94yhUbctIoxoVTrklN3LMwTCmd</a:t>
            </a:r>
          </a:p>
          <a:p>
            <a:pPr>
              <a:lnSpc>
                <a:spcPct val="200000"/>
              </a:lnSpc>
            </a:pPr>
            <a:r>
              <a:rPr lang="en-IN" sz="2800" dirty="0">
                <a:solidFill>
                  <a:schemeClr val="tx2"/>
                </a:solidFill>
              </a:rPr>
              <a:t>https://youtu.be/v9ejT8FO-7I?list=PLrhzvIcii6GNjpARdnO4ueTUAVR9eMBpc</a:t>
            </a:r>
          </a:p>
          <a:p>
            <a:pPr>
              <a:lnSpc>
                <a:spcPct val="200000"/>
              </a:lnSpc>
            </a:pPr>
            <a:r>
              <a:rPr lang="en-IN" sz="2800" dirty="0">
                <a:solidFill>
                  <a:schemeClr val="tx2"/>
                </a:solidFill>
              </a:rPr>
              <a:t>https://youtu.be/VGLjQuEQgkI?list=PLt4nG7RVVk1h9lxOYSOGI9pcP3I5oblbx</a:t>
            </a:r>
          </a:p>
        </p:txBody>
      </p:sp>
      <p:sp>
        <p:nvSpPr>
          <p:cNvPr id="10" name="Footer Placeholder 4"/>
          <p:cNvSpPr>
            <a:spLocks noGrp="1"/>
          </p:cNvSpPr>
          <p:nvPr>
            <p:ph type="ftr" sz="quarter" idx="11"/>
          </p:nvPr>
        </p:nvSpPr>
        <p:spPr>
          <a:xfrm>
            <a:off x="4038600" y="6356356"/>
            <a:ext cx="5029200" cy="365125"/>
          </a:xfrm>
        </p:spPr>
        <p:txBody>
          <a:bodyPr/>
          <a:lstStyle/>
          <a:p>
            <a:r>
              <a:rPr lang="en-US" dirty="0"/>
              <a:t>Pooja Kumari Design Pattern          Unit V</a:t>
            </a:r>
          </a:p>
        </p:txBody>
      </p:sp>
      <p:sp>
        <p:nvSpPr>
          <p:cNvPr id="3" name="TextBox 2">
            <a:extLst>
              <a:ext uri="{FF2B5EF4-FFF2-40B4-BE49-F238E27FC236}">
                <a16:creationId xmlns:a16="http://schemas.microsoft.com/office/drawing/2014/main" id="{D083A8E5-D7CA-98E1-9BCA-DAA9AD125BA6}"/>
              </a:ext>
            </a:extLst>
          </p:cNvPr>
          <p:cNvSpPr txBox="1"/>
          <p:nvPr/>
        </p:nvSpPr>
        <p:spPr>
          <a:xfrm>
            <a:off x="2362200" y="0"/>
            <a:ext cx="9525000" cy="523220"/>
          </a:xfrm>
          <a:prstGeom prst="rect">
            <a:avLst/>
          </a:prstGeom>
          <a:noFill/>
        </p:spPr>
        <p:txBody>
          <a:bodyPr wrap="square">
            <a:spAutoFit/>
          </a:bodyPr>
          <a:lstStyle/>
          <a:p>
            <a:pPr algn="ctr">
              <a:spcBef>
                <a:spcPct val="0"/>
              </a:spcBef>
              <a:defRPr/>
            </a:pPr>
            <a:r>
              <a:rPr lang="en-US" sz="2800" dirty="0"/>
              <a:t>Brief Introduction about the Subject with videos</a:t>
            </a:r>
          </a:p>
        </p:txBody>
      </p:sp>
    </p:spTree>
    <p:extLst>
      <p:ext uri="{BB962C8B-B14F-4D97-AF65-F5344CB8AC3E}">
        <p14:creationId xmlns:p14="http://schemas.microsoft.com/office/powerpoint/2010/main" val="7996730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2667000" y="1752600"/>
            <a:ext cx="6863806" cy="3475249"/>
          </a:xfrm>
          <a:solidFill>
            <a:schemeClr val="accent6">
              <a:lumMod val="40000"/>
              <a:lumOff val="60000"/>
            </a:schemeClr>
          </a:solidFill>
          <a:ln w="19050">
            <a:solidFill>
              <a:schemeClr val="tx1"/>
            </a:solidFill>
          </a:ln>
        </p:spPr>
        <p:txBody>
          <a:bodyPr>
            <a:normAutofit/>
          </a:bodyPr>
          <a:lstStyle/>
          <a:p>
            <a:pPr>
              <a:lnSpc>
                <a:spcPct val="120000"/>
              </a:lnSpc>
            </a:pPr>
            <a:r>
              <a:rPr lang="en-US" dirty="0">
                <a:solidFill>
                  <a:srgbClr val="00B050"/>
                </a:solidFill>
              </a:rPr>
              <a:t>Behavioral Design Patterns Part-II :</a:t>
            </a:r>
          </a:p>
          <a:p>
            <a:pPr>
              <a:lnSpc>
                <a:spcPct val="120000"/>
              </a:lnSpc>
            </a:pPr>
            <a:r>
              <a:rPr lang="en-US" dirty="0">
                <a:solidFill>
                  <a:srgbClr val="00B050"/>
                </a:solidFill>
              </a:rPr>
              <a:t>State Pattern.</a:t>
            </a:r>
          </a:p>
          <a:p>
            <a:pPr>
              <a:lnSpc>
                <a:spcPct val="120000"/>
              </a:lnSpc>
            </a:pPr>
            <a:r>
              <a:rPr lang="en-US" dirty="0">
                <a:solidFill>
                  <a:srgbClr val="00B050"/>
                </a:solidFill>
              </a:rPr>
              <a:t>Strategy Pattern.</a:t>
            </a:r>
          </a:p>
          <a:p>
            <a:pPr>
              <a:lnSpc>
                <a:spcPct val="120000"/>
              </a:lnSpc>
            </a:pPr>
            <a:r>
              <a:rPr lang="en-US" dirty="0">
                <a:solidFill>
                  <a:srgbClr val="00B050"/>
                </a:solidFill>
              </a:rPr>
              <a:t>Template Pattern</a:t>
            </a:r>
          </a:p>
          <a:p>
            <a:pPr>
              <a:lnSpc>
                <a:spcPct val="120000"/>
              </a:lnSpc>
            </a:pPr>
            <a:r>
              <a:rPr lang="en-US" dirty="0">
                <a:solidFill>
                  <a:srgbClr val="00B050"/>
                </a:solidFill>
              </a:rPr>
              <a:t>Visitor Pattern</a:t>
            </a:r>
            <a:endParaRPr lang="en-US" sz="400" dirty="0"/>
          </a:p>
        </p:txBody>
      </p:sp>
      <p:sp>
        <p:nvSpPr>
          <p:cNvPr id="6" name="Date Placeholder 5"/>
          <p:cNvSpPr>
            <a:spLocks noGrp="1"/>
          </p:cNvSpPr>
          <p:nvPr>
            <p:ph type="dt" sz="half" idx="10"/>
          </p:nvPr>
        </p:nvSpPr>
        <p:spPr/>
        <p:txBody>
          <a:bodyPr/>
          <a:lstStyle/>
          <a:p>
            <a:fld id="{CB1C30AE-BD7D-4C54-ADC9-D5308FABA711}" type="datetime1">
              <a:rPr lang="en-US" smtClean="0"/>
              <a:t>6/27/2024</a:t>
            </a:fld>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26</a:t>
            </a:fld>
            <a:endParaRPr lang="en-US" dirty="0"/>
          </a:p>
        </p:txBody>
      </p:sp>
      <p:sp>
        <p:nvSpPr>
          <p:cNvPr id="8" name="Title 1"/>
          <p:cNvSpPr txBox="1">
            <a:spLocks/>
          </p:cNvSpPr>
          <p:nvPr/>
        </p:nvSpPr>
        <p:spPr>
          <a:xfrm>
            <a:off x="1546412" y="31376"/>
            <a:ext cx="10668000" cy="685799"/>
          </a:xfrm>
          <a:prstGeom prst="rect">
            <a:avLst/>
          </a:prstGeom>
          <a:solidFill>
            <a:schemeClr val="accent2">
              <a:lumMod val="60000"/>
              <a:lumOff val="40000"/>
            </a:schemeClr>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t>Unit V Content</a:t>
            </a:r>
          </a:p>
        </p:txBody>
      </p:sp>
      <p:sp>
        <p:nvSpPr>
          <p:cNvPr id="2" name="Footer Placeholder 1"/>
          <p:cNvSpPr>
            <a:spLocks noGrp="1"/>
          </p:cNvSpPr>
          <p:nvPr>
            <p:ph type="ftr" sz="quarter" idx="11"/>
          </p:nvPr>
        </p:nvSpPr>
        <p:spPr/>
        <p:txBody>
          <a:bodyPr/>
          <a:lstStyle/>
          <a:p>
            <a:r>
              <a:rPr lang="en-US" dirty="0"/>
              <a:t>Pooja Kumari   Design Pattern          Unit V</a:t>
            </a:r>
          </a:p>
        </p:txBody>
      </p:sp>
      <p:pic>
        <p:nvPicPr>
          <p:cNvPr id="4" name="Picture 3" descr="A black and red logo&#10;&#10;Description automatically generated">
            <a:extLst>
              <a:ext uri="{FF2B5EF4-FFF2-40B4-BE49-F238E27FC236}">
                <a16:creationId xmlns:a16="http://schemas.microsoft.com/office/drawing/2014/main" id="{C1213902-7C33-B313-6513-1B8B391B24F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546412" cy="914400"/>
          </a:xfrm>
          <a:prstGeom prst="rect">
            <a:avLst/>
          </a:prstGeom>
        </p:spPr>
      </p:pic>
    </p:spTree>
    <p:extLst>
      <p:ext uri="{BB962C8B-B14F-4D97-AF65-F5344CB8AC3E}">
        <p14:creationId xmlns:p14="http://schemas.microsoft.com/office/powerpoint/2010/main" val="22553609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47800" y="1219200"/>
            <a:ext cx="10134600" cy="3733799"/>
          </a:xfrm>
          <a:solidFill>
            <a:schemeClr val="accent5">
              <a:lumMod val="40000"/>
              <a:lumOff val="60000"/>
            </a:schemeClr>
          </a:solidFill>
          <a:ln w="12700">
            <a:solidFill>
              <a:schemeClr val="tx1"/>
            </a:solidFill>
          </a:ln>
        </p:spPr>
        <p:txBody>
          <a:bodyPr>
            <a:normAutofit/>
          </a:bodyPr>
          <a:lstStyle/>
          <a:p>
            <a:pPr marL="0" indent="0" algn="just">
              <a:buNone/>
            </a:pPr>
            <a:r>
              <a:rPr lang="en-US" sz="2800" dirty="0"/>
              <a:t>In Unit V, the students will be able to find</a:t>
            </a:r>
          </a:p>
          <a:p>
            <a:pPr algn="just"/>
            <a:r>
              <a:rPr lang="en-US" sz="2800" dirty="0"/>
              <a:t>Definitions of terms and concepts.</a:t>
            </a:r>
          </a:p>
          <a:p>
            <a:pPr algn="just"/>
            <a:r>
              <a:rPr lang="en-US" sz="2800" dirty="0"/>
              <a:t>The idea of a pattern</a:t>
            </a:r>
            <a:r>
              <a:rPr lang="en-IN" sz="2800" dirty="0"/>
              <a:t>.</a:t>
            </a:r>
            <a:endParaRPr lang="en-US" sz="2800" dirty="0"/>
          </a:p>
          <a:p>
            <a:pPr algn="just"/>
            <a:r>
              <a:rPr lang="en-US" sz="2800" dirty="0"/>
              <a:t>The origins of  all design patterns.</a:t>
            </a:r>
          </a:p>
          <a:p>
            <a:pPr algn="just"/>
            <a:r>
              <a:rPr lang="en-US" sz="2800" dirty="0"/>
              <a:t>How Patterns Work in software design.</a:t>
            </a:r>
          </a:p>
          <a:p>
            <a:pPr algn="just"/>
            <a:r>
              <a:rPr lang="en-US" sz="2800" dirty="0"/>
              <a:t>Scope of development activity: applications, toolkits, frameworks</a:t>
            </a:r>
            <a:r>
              <a:rPr lang="en-IN" sz="2800" dirty="0"/>
              <a:t>.</a:t>
            </a:r>
          </a:p>
          <a:p>
            <a:r>
              <a:rPr lang="en-IN" sz="2800" dirty="0"/>
              <a:t>All Behavioral Pattern and their need.</a:t>
            </a:r>
          </a:p>
          <a:p>
            <a:pPr marL="0" indent="0">
              <a:buNone/>
            </a:pPr>
            <a:endParaRPr lang="en-IN" sz="2800" dirty="0"/>
          </a:p>
          <a:p>
            <a:pPr marL="0" indent="0" algn="just">
              <a:buNone/>
            </a:pPr>
            <a:endParaRPr lang="en-US" sz="2800" dirty="0"/>
          </a:p>
        </p:txBody>
      </p:sp>
      <p:sp>
        <p:nvSpPr>
          <p:cNvPr id="4" name="Date Placeholder 3"/>
          <p:cNvSpPr>
            <a:spLocks noGrp="1"/>
          </p:cNvSpPr>
          <p:nvPr>
            <p:ph type="dt" sz="half" idx="10"/>
          </p:nvPr>
        </p:nvSpPr>
        <p:spPr/>
        <p:txBody>
          <a:bodyPr/>
          <a:lstStyle/>
          <a:p>
            <a:fld id="{7E353679-37DE-4FE6-9038-9587A50B0CF4}" type="datetime1">
              <a:rPr lang="en-US" smtClean="0"/>
              <a:t>6/27/2024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27</a:t>
            </a:fld>
            <a:endParaRPr lang="en-US" dirty="0"/>
          </a:p>
        </p:txBody>
      </p:sp>
      <p:sp>
        <p:nvSpPr>
          <p:cNvPr id="8" name="Footer Placeholder 4"/>
          <p:cNvSpPr>
            <a:spLocks noGrp="1"/>
          </p:cNvSpPr>
          <p:nvPr>
            <p:ph type="ftr" sz="quarter" idx="11"/>
          </p:nvPr>
        </p:nvSpPr>
        <p:spPr>
          <a:xfrm>
            <a:off x="4038600" y="6356356"/>
            <a:ext cx="5029200" cy="365125"/>
          </a:xfrm>
        </p:spPr>
        <p:txBody>
          <a:bodyPr/>
          <a:lstStyle/>
          <a:p>
            <a:r>
              <a:rPr lang="en-US" dirty="0"/>
              <a:t>Pooja Kumari Design Pattern          Unit V</a:t>
            </a:r>
          </a:p>
        </p:txBody>
      </p:sp>
      <p:sp>
        <p:nvSpPr>
          <p:cNvPr id="5" name="TextBox 4">
            <a:extLst>
              <a:ext uri="{FF2B5EF4-FFF2-40B4-BE49-F238E27FC236}">
                <a16:creationId xmlns:a16="http://schemas.microsoft.com/office/drawing/2014/main" id="{1D4FD8E2-EA70-D5ED-9E48-B74246F8957A}"/>
              </a:ext>
            </a:extLst>
          </p:cNvPr>
          <p:cNvSpPr txBox="1"/>
          <p:nvPr/>
        </p:nvSpPr>
        <p:spPr>
          <a:xfrm>
            <a:off x="3048000" y="0"/>
            <a:ext cx="8458200" cy="523220"/>
          </a:xfrm>
          <a:prstGeom prst="rect">
            <a:avLst/>
          </a:prstGeom>
          <a:noFill/>
        </p:spPr>
        <p:txBody>
          <a:bodyPr wrap="square">
            <a:spAutoFit/>
          </a:bodyPr>
          <a:lstStyle/>
          <a:p>
            <a:pPr algn="ctr">
              <a:spcBef>
                <a:spcPct val="0"/>
              </a:spcBef>
              <a:defRPr/>
            </a:pPr>
            <a:r>
              <a:rPr lang="en-US" sz="2800" dirty="0"/>
              <a:t>Unit V Objective</a:t>
            </a:r>
          </a:p>
        </p:txBody>
      </p:sp>
    </p:spTree>
    <p:extLst>
      <p:ext uri="{BB962C8B-B14F-4D97-AF65-F5344CB8AC3E}">
        <p14:creationId xmlns:p14="http://schemas.microsoft.com/office/powerpoint/2010/main" val="6896662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19200" y="1295400"/>
            <a:ext cx="10591800" cy="3657600"/>
          </a:xfrm>
          <a:solidFill>
            <a:schemeClr val="tx2">
              <a:lumMod val="60000"/>
              <a:lumOff val="40000"/>
            </a:schemeClr>
          </a:solidFill>
          <a:ln w="19050">
            <a:solidFill>
              <a:schemeClr val="tx1"/>
            </a:solidFill>
          </a:ln>
        </p:spPr>
        <p:txBody>
          <a:bodyPr>
            <a:normAutofit/>
          </a:bodyPr>
          <a:lstStyle/>
          <a:p>
            <a:pPr marL="0" indent="0" algn="just">
              <a:buNone/>
            </a:pPr>
            <a:r>
              <a:rPr lang="en-US" sz="2800" dirty="0"/>
              <a:t>Topic : State Pattern.</a:t>
            </a:r>
          </a:p>
          <a:p>
            <a:pPr marL="0" indent="0" algn="just">
              <a:buNone/>
            </a:pPr>
            <a:endParaRPr lang="en-US" sz="2800" dirty="0"/>
          </a:p>
          <a:p>
            <a:pPr algn="just"/>
            <a:r>
              <a:rPr lang="en-US" sz="2800" dirty="0"/>
              <a:t>In this topic, the students will gain , The idea of a </a:t>
            </a:r>
            <a:r>
              <a:rPr lang="en-IN" sz="2800" dirty="0"/>
              <a:t>Behavioral</a:t>
            </a:r>
            <a:r>
              <a:rPr lang="en-US" sz="2800" dirty="0"/>
              <a:t> design pattern, In these design patterns A State Pattern says that "the class behavior changes based on its state". In State Pattern, we create objects which represent various states and a context object whose behavior varies as its state object changes.</a:t>
            </a:r>
          </a:p>
        </p:txBody>
      </p:sp>
      <p:sp>
        <p:nvSpPr>
          <p:cNvPr id="4" name="Date Placeholder 3"/>
          <p:cNvSpPr>
            <a:spLocks noGrp="1"/>
          </p:cNvSpPr>
          <p:nvPr>
            <p:ph type="dt" sz="half" idx="10"/>
          </p:nvPr>
        </p:nvSpPr>
        <p:spPr/>
        <p:txBody>
          <a:bodyPr/>
          <a:lstStyle/>
          <a:p>
            <a:fld id="{9B1E17A9-8056-49A4-85AE-3AFC6DA57A90}" type="datetime1">
              <a:rPr lang="en-US" smtClean="0"/>
              <a:t>6/27/2024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28</a:t>
            </a:fld>
            <a:endParaRPr lang="en-US" dirty="0"/>
          </a:p>
        </p:txBody>
      </p:sp>
      <p:sp>
        <p:nvSpPr>
          <p:cNvPr id="8" name="Footer Placeholder 4"/>
          <p:cNvSpPr>
            <a:spLocks noGrp="1"/>
          </p:cNvSpPr>
          <p:nvPr>
            <p:ph type="ftr" sz="quarter" idx="11"/>
          </p:nvPr>
        </p:nvSpPr>
        <p:spPr>
          <a:xfrm>
            <a:off x="4038600" y="6356356"/>
            <a:ext cx="5029200" cy="365125"/>
          </a:xfrm>
        </p:spPr>
        <p:txBody>
          <a:bodyPr/>
          <a:lstStyle/>
          <a:p>
            <a:r>
              <a:rPr lang="en-US" dirty="0"/>
              <a:t>Pooja Kumari Design Pattern          Unit V</a:t>
            </a:r>
          </a:p>
        </p:txBody>
      </p:sp>
      <p:sp>
        <p:nvSpPr>
          <p:cNvPr id="5" name="TextBox 4">
            <a:extLst>
              <a:ext uri="{FF2B5EF4-FFF2-40B4-BE49-F238E27FC236}">
                <a16:creationId xmlns:a16="http://schemas.microsoft.com/office/drawing/2014/main" id="{5449F8B5-012C-F02C-2F6C-0FE8155FD835}"/>
              </a:ext>
            </a:extLst>
          </p:cNvPr>
          <p:cNvSpPr txBox="1"/>
          <p:nvPr/>
        </p:nvSpPr>
        <p:spPr>
          <a:xfrm>
            <a:off x="3810000" y="39724"/>
            <a:ext cx="6096000" cy="523220"/>
          </a:xfrm>
          <a:prstGeom prst="rect">
            <a:avLst/>
          </a:prstGeom>
          <a:noFill/>
        </p:spPr>
        <p:txBody>
          <a:bodyPr wrap="square">
            <a:spAutoFit/>
          </a:bodyPr>
          <a:lstStyle/>
          <a:p>
            <a:pPr algn="ctr">
              <a:spcBef>
                <a:spcPct val="0"/>
              </a:spcBef>
              <a:defRPr/>
            </a:pPr>
            <a:r>
              <a:rPr lang="en-US" sz="2800" dirty="0"/>
              <a:t>Topic Objective</a:t>
            </a:r>
          </a:p>
        </p:txBody>
      </p:sp>
    </p:spTree>
    <p:extLst>
      <p:ext uri="{BB962C8B-B14F-4D97-AF65-F5344CB8AC3E}">
        <p14:creationId xmlns:p14="http://schemas.microsoft.com/office/powerpoint/2010/main" val="152913125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9FA591F-2022-4423-B90D-E8C5C8BE21B3}" type="datetime1">
              <a:rPr lang="en-US" smtClean="0"/>
              <a:t>6/27/2024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29</a:t>
            </a:fld>
            <a:endParaRPr lang="en-US" dirty="0"/>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sp>
        <p:nvSpPr>
          <p:cNvPr id="3" name="Rectangle 2"/>
          <p:cNvSpPr/>
          <p:nvPr/>
        </p:nvSpPr>
        <p:spPr>
          <a:xfrm>
            <a:off x="583474" y="845053"/>
            <a:ext cx="11506200" cy="5693866"/>
          </a:xfrm>
          <a:prstGeom prst="rect">
            <a:avLst/>
          </a:prstGeom>
          <a:solidFill>
            <a:schemeClr val="accent6">
              <a:lumMod val="20000"/>
              <a:lumOff val="80000"/>
            </a:schemeClr>
          </a:solidFill>
          <a:ln w="28575">
            <a:solidFill>
              <a:schemeClr val="tx1"/>
            </a:solidFill>
          </a:ln>
        </p:spPr>
        <p:txBody>
          <a:bodyPr wrap="square">
            <a:spAutoFit/>
          </a:bodyPr>
          <a:lstStyle/>
          <a:p>
            <a:pPr algn="just"/>
            <a:r>
              <a:rPr lang="en-US" sz="2800" b="1" u="sng" dirty="0">
                <a:latin typeface="+mj-lt"/>
              </a:rPr>
              <a:t> State Pattern:-</a:t>
            </a:r>
          </a:p>
          <a:p>
            <a:pPr marL="457200" indent="-457200" algn="just">
              <a:buFont typeface="Wingdings" panose="05000000000000000000" pitchFamily="2" charset="2"/>
              <a:buChar char="Ø"/>
            </a:pPr>
            <a:r>
              <a:rPr lang="en-US" sz="2800" dirty="0">
                <a:latin typeface="+mj-lt"/>
              </a:rPr>
              <a:t>A State Pattern says that "the class behavior changes based on its state". In State Pattern, we create objects which represent various states and a context object whose behavior varies as its state object changes.</a:t>
            </a:r>
          </a:p>
          <a:p>
            <a:pPr marL="457200" indent="-457200" algn="just">
              <a:buFont typeface="Wingdings" panose="05000000000000000000" pitchFamily="2" charset="2"/>
              <a:buChar char="Ø"/>
            </a:pPr>
            <a:endParaRPr lang="en-US" sz="2800" dirty="0">
              <a:latin typeface="+mj-lt"/>
            </a:endParaRPr>
          </a:p>
          <a:p>
            <a:pPr marL="457200" indent="-457200" algn="just">
              <a:buFont typeface="Wingdings" panose="05000000000000000000" pitchFamily="2" charset="2"/>
              <a:buChar char="Ø"/>
            </a:pPr>
            <a:r>
              <a:rPr lang="en-US" sz="2800" dirty="0">
                <a:latin typeface="+mj-lt"/>
              </a:rPr>
              <a:t>The State Pattern is also known as Objects for States. It keeps the state-specific </a:t>
            </a:r>
            <a:r>
              <a:rPr lang="en-US" sz="2800" dirty="0" err="1">
                <a:latin typeface="+mj-lt"/>
              </a:rPr>
              <a:t>behaviour</a:t>
            </a:r>
            <a:r>
              <a:rPr lang="en-US" sz="2800" dirty="0">
                <a:latin typeface="+mj-lt"/>
              </a:rPr>
              <a:t>. It makes any state transitions explicit.</a:t>
            </a:r>
          </a:p>
          <a:p>
            <a:pPr algn="just"/>
            <a:endParaRPr lang="en-US" sz="2800" dirty="0">
              <a:latin typeface="+mj-lt"/>
            </a:endParaRPr>
          </a:p>
          <a:p>
            <a:pPr marL="457200" indent="-457200" algn="just">
              <a:buFont typeface="Wingdings" panose="05000000000000000000" pitchFamily="2" charset="2"/>
              <a:buChar char="Ø"/>
            </a:pPr>
            <a:r>
              <a:rPr lang="en-US" sz="2800" dirty="0">
                <a:latin typeface="+mj-lt"/>
              </a:rPr>
              <a:t>When the behavior of object depends on its state and it must be able to change its behavior at runtime according to the new state.</a:t>
            </a:r>
          </a:p>
          <a:p>
            <a:pPr algn="just"/>
            <a:endParaRPr lang="en-US" sz="2800" dirty="0">
              <a:latin typeface="+mj-lt"/>
            </a:endParaRPr>
          </a:p>
          <a:p>
            <a:pPr marL="457200" indent="-457200" algn="just">
              <a:buFont typeface="Wingdings" panose="05000000000000000000" pitchFamily="2" charset="2"/>
              <a:buChar char="Ø"/>
            </a:pPr>
            <a:r>
              <a:rPr lang="en-US" sz="2800" dirty="0">
                <a:latin typeface="+mj-lt"/>
              </a:rPr>
              <a:t>It is used when the operations have large, multipart conditional statements that depend on the state of an object.</a:t>
            </a:r>
          </a:p>
        </p:txBody>
      </p:sp>
      <p:sp>
        <p:nvSpPr>
          <p:cNvPr id="5" name="Footer Placeholder 4"/>
          <p:cNvSpPr>
            <a:spLocks noGrp="1"/>
          </p:cNvSpPr>
          <p:nvPr>
            <p:ph type="ftr" sz="quarter" idx="11"/>
          </p:nvPr>
        </p:nvSpPr>
        <p:spPr/>
        <p:txBody>
          <a:bodyPr/>
          <a:lstStyle/>
          <a:p>
            <a:r>
              <a:rPr lang="en-US" dirty="0"/>
              <a:t>Pooja Kumari Design Pattern          Unit V</a:t>
            </a:r>
          </a:p>
        </p:txBody>
      </p:sp>
      <p:sp>
        <p:nvSpPr>
          <p:cNvPr id="9" name="TextBox 8">
            <a:extLst>
              <a:ext uri="{FF2B5EF4-FFF2-40B4-BE49-F238E27FC236}">
                <a16:creationId xmlns:a16="http://schemas.microsoft.com/office/drawing/2014/main" id="{7B8D6E4D-B2FD-91A5-724E-ED7DD0C242C8}"/>
              </a:ext>
            </a:extLst>
          </p:cNvPr>
          <p:cNvSpPr txBox="1"/>
          <p:nvPr/>
        </p:nvSpPr>
        <p:spPr>
          <a:xfrm>
            <a:off x="3041277" y="24662"/>
            <a:ext cx="6109446" cy="523220"/>
          </a:xfrm>
          <a:prstGeom prst="rect">
            <a:avLst/>
          </a:prstGeom>
          <a:noFill/>
        </p:spPr>
        <p:txBody>
          <a:bodyPr wrap="square">
            <a:spAutoFit/>
          </a:bodyPr>
          <a:lstStyle/>
          <a:p>
            <a:pPr algn="ctr">
              <a:spcBef>
                <a:spcPct val="0"/>
              </a:spcBef>
              <a:defRPr/>
            </a:pPr>
            <a:r>
              <a:rPr lang="en-US" sz="2800" dirty="0"/>
              <a:t>State Pattern</a:t>
            </a:r>
          </a:p>
        </p:txBody>
      </p:sp>
    </p:spTree>
    <p:extLst>
      <p:ext uri="{BB962C8B-B14F-4D97-AF65-F5344CB8AC3E}">
        <p14:creationId xmlns:p14="http://schemas.microsoft.com/office/powerpoint/2010/main" val="335409828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BF32471-6DE5-4059-BBEB-14BBDA082A4A}" type="datetime1">
              <a:rPr lang="en-US" smtClean="0"/>
              <a:t>6/27/2024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30</a:t>
            </a:fld>
            <a:endParaRPr lang="en-US" dirty="0"/>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sp>
        <p:nvSpPr>
          <p:cNvPr id="3" name="Rectangle 2"/>
          <p:cNvSpPr/>
          <p:nvPr/>
        </p:nvSpPr>
        <p:spPr>
          <a:xfrm>
            <a:off x="285750" y="903973"/>
            <a:ext cx="11620500" cy="5262979"/>
          </a:xfrm>
          <a:prstGeom prst="rect">
            <a:avLst/>
          </a:prstGeom>
          <a:solidFill>
            <a:schemeClr val="accent6">
              <a:lumMod val="20000"/>
              <a:lumOff val="80000"/>
            </a:schemeClr>
          </a:solidFill>
          <a:ln w="28575">
            <a:solidFill>
              <a:schemeClr val="tx1"/>
            </a:solidFill>
          </a:ln>
        </p:spPr>
        <p:txBody>
          <a:bodyPr wrap="square">
            <a:spAutoFit/>
          </a:bodyPr>
          <a:lstStyle/>
          <a:p>
            <a:pPr marL="457200" indent="-457200" algn="just">
              <a:buFont typeface="Wingdings" panose="05000000000000000000" pitchFamily="2" charset="2"/>
              <a:buChar char="Ø"/>
            </a:pPr>
            <a:r>
              <a:rPr lang="en-US" sz="2800" dirty="0">
                <a:latin typeface="+mj-lt"/>
              </a:rPr>
              <a:t>We are going to create a State interface defining an action and concrete state classes implementing the State interface. Context is a class which carries a State.</a:t>
            </a:r>
          </a:p>
          <a:p>
            <a:pPr algn="just"/>
            <a:endParaRPr lang="en-US" sz="2800" dirty="0">
              <a:latin typeface="+mj-lt"/>
            </a:endParaRPr>
          </a:p>
          <a:p>
            <a:pPr marL="457200" indent="-457200" algn="just">
              <a:buFont typeface="Wingdings" panose="05000000000000000000" pitchFamily="2" charset="2"/>
              <a:buChar char="Ø"/>
            </a:pPr>
            <a:r>
              <a:rPr lang="en-US" sz="2800" dirty="0" err="1">
                <a:latin typeface="+mj-lt"/>
              </a:rPr>
              <a:t>StatePatternDemo</a:t>
            </a:r>
            <a:r>
              <a:rPr lang="en-US" sz="2800" dirty="0">
                <a:latin typeface="+mj-lt"/>
              </a:rPr>
              <a:t>, our demo class, will use Context and state objects to demonstrate change in Context behavior based on type of state it is in.</a:t>
            </a:r>
          </a:p>
          <a:p>
            <a:pPr algn="just"/>
            <a:endParaRPr lang="en-US" sz="2800" dirty="0">
              <a:latin typeface="+mj-lt"/>
            </a:endParaRPr>
          </a:p>
          <a:p>
            <a:pPr marL="457200" indent="-457200" algn="just">
              <a:buFont typeface="Wingdings" panose="05000000000000000000" pitchFamily="2" charset="2"/>
              <a:buChar char="Ø"/>
            </a:pPr>
            <a:r>
              <a:rPr lang="en-US" sz="2800" dirty="0">
                <a:latin typeface="+mj-lt"/>
              </a:rPr>
              <a:t>In State pattern a class behavior changes based on its state. This type of design pattern comes under behavior pattern.</a:t>
            </a:r>
          </a:p>
          <a:p>
            <a:pPr marL="457200" indent="-457200" algn="just">
              <a:buFont typeface="Wingdings" panose="05000000000000000000" pitchFamily="2" charset="2"/>
              <a:buChar char="Ø"/>
            </a:pPr>
            <a:endParaRPr lang="en-US" sz="2800" dirty="0">
              <a:latin typeface="+mj-lt"/>
            </a:endParaRPr>
          </a:p>
          <a:p>
            <a:pPr marL="457200" indent="-457200" algn="just">
              <a:buFont typeface="Wingdings" panose="05000000000000000000" pitchFamily="2" charset="2"/>
              <a:buChar char="Ø"/>
            </a:pPr>
            <a:r>
              <a:rPr lang="en-US" sz="2800" dirty="0">
                <a:latin typeface="+mj-lt"/>
              </a:rPr>
              <a:t>In State pattern, we create objects which represent various states and a context object whose behavior varies as its state object changes.</a:t>
            </a:r>
          </a:p>
        </p:txBody>
      </p:sp>
      <p:sp>
        <p:nvSpPr>
          <p:cNvPr id="5" name="Footer Placeholder 4"/>
          <p:cNvSpPr>
            <a:spLocks noGrp="1"/>
          </p:cNvSpPr>
          <p:nvPr>
            <p:ph type="ftr" sz="quarter" idx="11"/>
          </p:nvPr>
        </p:nvSpPr>
        <p:spPr/>
        <p:txBody>
          <a:bodyPr/>
          <a:lstStyle/>
          <a:p>
            <a:r>
              <a:rPr lang="en-US" dirty="0"/>
              <a:t>Pooja Kumari Design Pattern          Unit V</a:t>
            </a:r>
          </a:p>
        </p:txBody>
      </p:sp>
      <p:sp>
        <p:nvSpPr>
          <p:cNvPr id="9" name="TextBox 8">
            <a:extLst>
              <a:ext uri="{FF2B5EF4-FFF2-40B4-BE49-F238E27FC236}">
                <a16:creationId xmlns:a16="http://schemas.microsoft.com/office/drawing/2014/main" id="{24ED94C1-7979-BA1E-3F34-B7DA1C457FDF}"/>
              </a:ext>
            </a:extLst>
          </p:cNvPr>
          <p:cNvSpPr txBox="1"/>
          <p:nvPr/>
        </p:nvSpPr>
        <p:spPr>
          <a:xfrm>
            <a:off x="3200400" y="24441"/>
            <a:ext cx="6096000" cy="523220"/>
          </a:xfrm>
          <a:prstGeom prst="rect">
            <a:avLst/>
          </a:prstGeom>
          <a:noFill/>
        </p:spPr>
        <p:txBody>
          <a:bodyPr wrap="square">
            <a:spAutoFit/>
          </a:bodyPr>
          <a:lstStyle/>
          <a:p>
            <a:pPr algn="ctr">
              <a:spcBef>
                <a:spcPct val="0"/>
              </a:spcBef>
              <a:defRPr/>
            </a:pPr>
            <a:r>
              <a:rPr lang="en-US" sz="2800" dirty="0"/>
              <a:t>Implementation of (State Pattern) </a:t>
            </a:r>
          </a:p>
        </p:txBody>
      </p:sp>
    </p:spTree>
    <p:extLst>
      <p:ext uri="{BB962C8B-B14F-4D97-AF65-F5344CB8AC3E}">
        <p14:creationId xmlns:p14="http://schemas.microsoft.com/office/powerpoint/2010/main" val="271856867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32FF5726-2AFD-4DEE-9C5B-3A1D33F002A5}" type="datetime1">
              <a:rPr lang="en-US" smtClean="0"/>
              <a:t>6/27/2024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31</a:t>
            </a:fld>
            <a:endParaRPr lang="en-US" dirty="0"/>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pic>
        <p:nvPicPr>
          <p:cNvPr id="5" name="Picture 4"/>
          <p:cNvPicPr>
            <a:picLocks noChangeAspect="1"/>
          </p:cNvPicPr>
          <p:nvPr/>
        </p:nvPicPr>
        <p:blipFill>
          <a:blip r:embed="rId2"/>
          <a:stretch>
            <a:fillRect/>
          </a:stretch>
        </p:blipFill>
        <p:spPr>
          <a:xfrm>
            <a:off x="1968849" y="914400"/>
            <a:ext cx="8409013" cy="5659353"/>
          </a:xfrm>
          <a:prstGeom prst="rect">
            <a:avLst/>
          </a:prstGeom>
          <a:ln w="12700">
            <a:solidFill>
              <a:schemeClr val="tx1"/>
            </a:solidFill>
          </a:ln>
        </p:spPr>
      </p:pic>
      <p:sp>
        <p:nvSpPr>
          <p:cNvPr id="3" name="Footer Placeholder 2"/>
          <p:cNvSpPr>
            <a:spLocks noGrp="1"/>
          </p:cNvSpPr>
          <p:nvPr>
            <p:ph type="ftr" sz="quarter" idx="11"/>
          </p:nvPr>
        </p:nvSpPr>
        <p:spPr/>
        <p:txBody>
          <a:bodyPr/>
          <a:lstStyle/>
          <a:p>
            <a:r>
              <a:rPr lang="en-US" dirty="0"/>
              <a:t>Pooja Kumari Design Pattern          Unit V</a:t>
            </a:r>
          </a:p>
        </p:txBody>
      </p:sp>
      <p:sp>
        <p:nvSpPr>
          <p:cNvPr id="9" name="TextBox 8">
            <a:extLst>
              <a:ext uri="{FF2B5EF4-FFF2-40B4-BE49-F238E27FC236}">
                <a16:creationId xmlns:a16="http://schemas.microsoft.com/office/drawing/2014/main" id="{4055A1C6-11BF-1848-CE76-1412F2DFA007}"/>
              </a:ext>
            </a:extLst>
          </p:cNvPr>
          <p:cNvSpPr txBox="1"/>
          <p:nvPr/>
        </p:nvSpPr>
        <p:spPr>
          <a:xfrm>
            <a:off x="3733800" y="22637"/>
            <a:ext cx="6096000" cy="523220"/>
          </a:xfrm>
          <a:prstGeom prst="rect">
            <a:avLst/>
          </a:prstGeom>
          <a:noFill/>
        </p:spPr>
        <p:txBody>
          <a:bodyPr wrap="square">
            <a:spAutoFit/>
          </a:bodyPr>
          <a:lstStyle/>
          <a:p>
            <a:pPr algn="ctr">
              <a:spcBef>
                <a:spcPct val="0"/>
              </a:spcBef>
              <a:defRPr/>
            </a:pPr>
            <a:r>
              <a:rPr lang="en-US" sz="2800" dirty="0"/>
              <a:t>UML\Structure for State Pattern </a:t>
            </a:r>
          </a:p>
        </p:txBody>
      </p:sp>
    </p:spTree>
    <p:extLst>
      <p:ext uri="{BB962C8B-B14F-4D97-AF65-F5344CB8AC3E}">
        <p14:creationId xmlns:p14="http://schemas.microsoft.com/office/powerpoint/2010/main" val="13191227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20C7FF1-36E3-43C6-902F-A71560510A67}" type="datetime1">
              <a:rPr lang="en-US" smtClean="0"/>
              <a:t>6/27/2024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32</a:t>
            </a:fld>
            <a:endParaRPr lang="en-US" dirty="0"/>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pic>
        <p:nvPicPr>
          <p:cNvPr id="3" name="Picture 2"/>
          <p:cNvPicPr>
            <a:picLocks noChangeAspect="1"/>
          </p:cNvPicPr>
          <p:nvPr/>
        </p:nvPicPr>
        <p:blipFill>
          <a:blip r:embed="rId2"/>
          <a:stretch>
            <a:fillRect/>
          </a:stretch>
        </p:blipFill>
        <p:spPr>
          <a:xfrm>
            <a:off x="1066800" y="1455637"/>
            <a:ext cx="10301292" cy="4130888"/>
          </a:xfrm>
          <a:prstGeom prst="rect">
            <a:avLst/>
          </a:prstGeom>
          <a:ln w="12700">
            <a:solidFill>
              <a:schemeClr val="tx1"/>
            </a:solidFill>
          </a:ln>
        </p:spPr>
      </p:pic>
      <p:sp>
        <p:nvSpPr>
          <p:cNvPr id="5" name="Footer Placeholder 4"/>
          <p:cNvSpPr>
            <a:spLocks noGrp="1"/>
          </p:cNvSpPr>
          <p:nvPr>
            <p:ph type="ftr" sz="quarter" idx="11"/>
          </p:nvPr>
        </p:nvSpPr>
        <p:spPr/>
        <p:txBody>
          <a:bodyPr/>
          <a:lstStyle/>
          <a:p>
            <a:r>
              <a:rPr lang="en-US" dirty="0"/>
              <a:t>Pooja Kumari Design Pattern          Unit V</a:t>
            </a:r>
          </a:p>
        </p:txBody>
      </p:sp>
      <p:sp>
        <p:nvSpPr>
          <p:cNvPr id="9" name="TextBox 8">
            <a:extLst>
              <a:ext uri="{FF2B5EF4-FFF2-40B4-BE49-F238E27FC236}">
                <a16:creationId xmlns:a16="http://schemas.microsoft.com/office/drawing/2014/main" id="{091338F5-8E1A-6B83-AD19-2E8E7C4930C3}"/>
              </a:ext>
            </a:extLst>
          </p:cNvPr>
          <p:cNvSpPr txBox="1"/>
          <p:nvPr/>
        </p:nvSpPr>
        <p:spPr>
          <a:xfrm>
            <a:off x="3276600" y="93752"/>
            <a:ext cx="6096000" cy="523220"/>
          </a:xfrm>
          <a:prstGeom prst="rect">
            <a:avLst/>
          </a:prstGeom>
          <a:noFill/>
        </p:spPr>
        <p:txBody>
          <a:bodyPr wrap="square">
            <a:spAutoFit/>
          </a:bodyPr>
          <a:lstStyle/>
          <a:p>
            <a:pPr algn="ctr">
              <a:spcBef>
                <a:spcPct val="0"/>
              </a:spcBef>
              <a:defRPr/>
            </a:pPr>
            <a:r>
              <a:rPr lang="en-US" sz="2800" dirty="0"/>
              <a:t>Implementation of (State Pattern) </a:t>
            </a:r>
          </a:p>
        </p:txBody>
      </p:sp>
    </p:spTree>
    <p:extLst>
      <p:ext uri="{BB962C8B-B14F-4D97-AF65-F5344CB8AC3E}">
        <p14:creationId xmlns:p14="http://schemas.microsoft.com/office/powerpoint/2010/main" val="251989771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E6F088B-0898-4F72-B9DC-4200702A9404}" type="datetime1">
              <a:rPr lang="en-US" smtClean="0"/>
              <a:t>6/27/2024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33</a:t>
            </a:fld>
            <a:endParaRPr lang="en-US" dirty="0"/>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pic>
        <p:nvPicPr>
          <p:cNvPr id="5" name="Picture 4"/>
          <p:cNvPicPr>
            <a:picLocks noChangeAspect="1"/>
          </p:cNvPicPr>
          <p:nvPr/>
        </p:nvPicPr>
        <p:blipFill>
          <a:blip r:embed="rId2"/>
          <a:stretch>
            <a:fillRect/>
          </a:stretch>
        </p:blipFill>
        <p:spPr>
          <a:xfrm>
            <a:off x="1752600" y="990283"/>
            <a:ext cx="8937445" cy="5700719"/>
          </a:xfrm>
          <a:prstGeom prst="rect">
            <a:avLst/>
          </a:prstGeom>
          <a:ln w="12700">
            <a:solidFill>
              <a:schemeClr val="tx1"/>
            </a:solidFill>
          </a:ln>
        </p:spPr>
      </p:pic>
      <p:sp>
        <p:nvSpPr>
          <p:cNvPr id="3" name="Footer Placeholder 2"/>
          <p:cNvSpPr>
            <a:spLocks noGrp="1"/>
          </p:cNvSpPr>
          <p:nvPr>
            <p:ph type="ftr" sz="quarter" idx="11"/>
          </p:nvPr>
        </p:nvSpPr>
        <p:spPr/>
        <p:txBody>
          <a:bodyPr/>
          <a:lstStyle/>
          <a:p>
            <a:r>
              <a:rPr lang="en-US" dirty="0"/>
              <a:t>Pooja Kumari Design Pattern          Unit V</a:t>
            </a:r>
          </a:p>
        </p:txBody>
      </p:sp>
      <p:sp>
        <p:nvSpPr>
          <p:cNvPr id="9" name="TextBox 8">
            <a:extLst>
              <a:ext uri="{FF2B5EF4-FFF2-40B4-BE49-F238E27FC236}">
                <a16:creationId xmlns:a16="http://schemas.microsoft.com/office/drawing/2014/main" id="{865E217A-73CA-A8E8-29C5-867036A89528}"/>
              </a:ext>
            </a:extLst>
          </p:cNvPr>
          <p:cNvSpPr txBox="1"/>
          <p:nvPr/>
        </p:nvSpPr>
        <p:spPr>
          <a:xfrm>
            <a:off x="3581400" y="22412"/>
            <a:ext cx="6096000" cy="523220"/>
          </a:xfrm>
          <a:prstGeom prst="rect">
            <a:avLst/>
          </a:prstGeom>
          <a:noFill/>
        </p:spPr>
        <p:txBody>
          <a:bodyPr wrap="square">
            <a:spAutoFit/>
          </a:bodyPr>
          <a:lstStyle/>
          <a:p>
            <a:pPr algn="ctr">
              <a:spcBef>
                <a:spcPct val="0"/>
              </a:spcBef>
              <a:defRPr/>
            </a:pPr>
            <a:r>
              <a:rPr lang="en-US" sz="2800" dirty="0"/>
              <a:t>Implementation of (State Pattern) </a:t>
            </a:r>
          </a:p>
        </p:txBody>
      </p:sp>
    </p:spTree>
    <p:extLst>
      <p:ext uri="{BB962C8B-B14F-4D97-AF65-F5344CB8AC3E}">
        <p14:creationId xmlns:p14="http://schemas.microsoft.com/office/powerpoint/2010/main" val="32530200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AACFC74-2AA5-4241-8516-32BA5F47172E}" type="datetime1">
              <a:rPr lang="en-US" smtClean="0"/>
              <a:t>6/27/2024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34</a:t>
            </a:fld>
            <a:endParaRPr lang="en-US" dirty="0"/>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pic>
        <p:nvPicPr>
          <p:cNvPr id="3" name="Picture 2"/>
          <p:cNvPicPr>
            <a:picLocks noChangeAspect="1"/>
          </p:cNvPicPr>
          <p:nvPr/>
        </p:nvPicPr>
        <p:blipFill>
          <a:blip r:embed="rId2"/>
          <a:stretch>
            <a:fillRect/>
          </a:stretch>
        </p:blipFill>
        <p:spPr>
          <a:xfrm>
            <a:off x="2976960" y="1386805"/>
            <a:ext cx="8605440" cy="4956490"/>
          </a:xfrm>
          <a:prstGeom prst="rect">
            <a:avLst/>
          </a:prstGeom>
          <a:ln w="9525">
            <a:solidFill>
              <a:schemeClr val="tx1"/>
            </a:solidFill>
          </a:ln>
        </p:spPr>
      </p:pic>
      <p:sp>
        <p:nvSpPr>
          <p:cNvPr id="8" name="TextBox 7"/>
          <p:cNvSpPr txBox="1"/>
          <p:nvPr/>
        </p:nvSpPr>
        <p:spPr>
          <a:xfrm>
            <a:off x="152400" y="925139"/>
            <a:ext cx="2412492" cy="461665"/>
          </a:xfrm>
          <a:prstGeom prst="rect">
            <a:avLst/>
          </a:prstGeom>
          <a:noFill/>
          <a:ln w="12700">
            <a:solidFill>
              <a:schemeClr val="tx1"/>
            </a:solidFill>
          </a:ln>
        </p:spPr>
        <p:txBody>
          <a:bodyPr wrap="square" rtlCol="0">
            <a:spAutoFit/>
          </a:bodyPr>
          <a:lstStyle/>
          <a:p>
            <a:r>
              <a:rPr lang="en-US" sz="2400" dirty="0"/>
              <a:t>Step -2 Cont.……..</a:t>
            </a:r>
          </a:p>
        </p:txBody>
      </p:sp>
      <p:sp>
        <p:nvSpPr>
          <p:cNvPr id="5" name="Footer Placeholder 4"/>
          <p:cNvSpPr>
            <a:spLocks noGrp="1"/>
          </p:cNvSpPr>
          <p:nvPr>
            <p:ph type="ftr" sz="quarter" idx="11"/>
          </p:nvPr>
        </p:nvSpPr>
        <p:spPr/>
        <p:txBody>
          <a:bodyPr/>
          <a:lstStyle/>
          <a:p>
            <a:r>
              <a:rPr lang="en-US" dirty="0"/>
              <a:t>Pooja Kumari Design Pattern          Unit V</a:t>
            </a:r>
          </a:p>
        </p:txBody>
      </p:sp>
      <p:sp>
        <p:nvSpPr>
          <p:cNvPr id="10" name="TextBox 9">
            <a:extLst>
              <a:ext uri="{FF2B5EF4-FFF2-40B4-BE49-F238E27FC236}">
                <a16:creationId xmlns:a16="http://schemas.microsoft.com/office/drawing/2014/main" id="{B154E5EC-4890-F914-2CDD-386BBFFCAC49}"/>
              </a:ext>
            </a:extLst>
          </p:cNvPr>
          <p:cNvSpPr txBox="1"/>
          <p:nvPr/>
        </p:nvSpPr>
        <p:spPr>
          <a:xfrm>
            <a:off x="3276600" y="0"/>
            <a:ext cx="6096000" cy="523220"/>
          </a:xfrm>
          <a:prstGeom prst="rect">
            <a:avLst/>
          </a:prstGeom>
          <a:noFill/>
        </p:spPr>
        <p:txBody>
          <a:bodyPr wrap="square">
            <a:spAutoFit/>
          </a:bodyPr>
          <a:lstStyle/>
          <a:p>
            <a:pPr algn="ctr">
              <a:spcBef>
                <a:spcPct val="0"/>
              </a:spcBef>
              <a:defRPr/>
            </a:pPr>
            <a:r>
              <a:rPr lang="en-US" sz="2800" dirty="0"/>
              <a:t>Implementation of (State Pattern) </a:t>
            </a:r>
          </a:p>
        </p:txBody>
      </p:sp>
    </p:spTree>
    <p:extLst>
      <p:ext uri="{BB962C8B-B14F-4D97-AF65-F5344CB8AC3E}">
        <p14:creationId xmlns:p14="http://schemas.microsoft.com/office/powerpoint/2010/main" val="51044536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3C038AD8-55E3-4199-BCAE-BEAC0D9C4159}" type="datetime1">
              <a:rPr lang="en-US" smtClean="0"/>
              <a:t>6/27/2024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35</a:t>
            </a:fld>
            <a:endParaRPr lang="en-US" dirty="0"/>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pic>
        <p:nvPicPr>
          <p:cNvPr id="3" name="Picture 2"/>
          <p:cNvPicPr>
            <a:picLocks noChangeAspect="1"/>
          </p:cNvPicPr>
          <p:nvPr/>
        </p:nvPicPr>
        <p:blipFill>
          <a:blip r:embed="rId2"/>
          <a:stretch>
            <a:fillRect/>
          </a:stretch>
        </p:blipFill>
        <p:spPr>
          <a:xfrm>
            <a:off x="3134109" y="838963"/>
            <a:ext cx="5962971" cy="5889050"/>
          </a:xfrm>
          <a:prstGeom prst="rect">
            <a:avLst/>
          </a:prstGeom>
          <a:ln w="12700">
            <a:solidFill>
              <a:schemeClr val="tx1"/>
            </a:solidFill>
          </a:ln>
        </p:spPr>
      </p:pic>
      <p:sp>
        <p:nvSpPr>
          <p:cNvPr id="5" name="Footer Placeholder 4"/>
          <p:cNvSpPr>
            <a:spLocks noGrp="1"/>
          </p:cNvSpPr>
          <p:nvPr>
            <p:ph type="ftr" sz="quarter" idx="11"/>
          </p:nvPr>
        </p:nvSpPr>
        <p:spPr/>
        <p:txBody>
          <a:bodyPr/>
          <a:lstStyle/>
          <a:p>
            <a:r>
              <a:rPr lang="en-US" dirty="0"/>
              <a:t>Pooja Kumari  Design Pattern          Unit V</a:t>
            </a:r>
          </a:p>
        </p:txBody>
      </p:sp>
      <p:sp>
        <p:nvSpPr>
          <p:cNvPr id="9" name="TextBox 8">
            <a:extLst>
              <a:ext uri="{FF2B5EF4-FFF2-40B4-BE49-F238E27FC236}">
                <a16:creationId xmlns:a16="http://schemas.microsoft.com/office/drawing/2014/main" id="{AA3FAEB3-3B59-6D46-C3E9-8883A3FCA442}"/>
              </a:ext>
            </a:extLst>
          </p:cNvPr>
          <p:cNvSpPr txBox="1"/>
          <p:nvPr/>
        </p:nvSpPr>
        <p:spPr>
          <a:xfrm>
            <a:off x="3067594" y="0"/>
            <a:ext cx="6096000" cy="523220"/>
          </a:xfrm>
          <a:prstGeom prst="rect">
            <a:avLst/>
          </a:prstGeom>
          <a:noFill/>
        </p:spPr>
        <p:txBody>
          <a:bodyPr wrap="square">
            <a:spAutoFit/>
          </a:bodyPr>
          <a:lstStyle/>
          <a:p>
            <a:pPr algn="ctr">
              <a:spcBef>
                <a:spcPct val="0"/>
              </a:spcBef>
              <a:defRPr/>
            </a:pPr>
            <a:r>
              <a:rPr lang="en-US" sz="2800" dirty="0"/>
              <a:t>Implementation of (State Pattern) </a:t>
            </a:r>
          </a:p>
        </p:txBody>
      </p:sp>
    </p:spTree>
    <p:extLst>
      <p:ext uri="{BB962C8B-B14F-4D97-AF65-F5344CB8AC3E}">
        <p14:creationId xmlns:p14="http://schemas.microsoft.com/office/powerpoint/2010/main" val="6706336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CEE0787-A6CE-4439-9324-1886F148BC56}" type="datetime1">
              <a:rPr lang="en-US" smtClean="0"/>
              <a:t>6/27/2024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36</a:t>
            </a:fld>
            <a:endParaRPr lang="en-US" dirty="0"/>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pic>
        <p:nvPicPr>
          <p:cNvPr id="3" name="Picture 2"/>
          <p:cNvPicPr>
            <a:picLocks noChangeAspect="1"/>
          </p:cNvPicPr>
          <p:nvPr/>
        </p:nvPicPr>
        <p:blipFill>
          <a:blip r:embed="rId2"/>
          <a:stretch>
            <a:fillRect/>
          </a:stretch>
        </p:blipFill>
        <p:spPr>
          <a:xfrm>
            <a:off x="2784462" y="914401"/>
            <a:ext cx="6954160" cy="5807082"/>
          </a:xfrm>
          <a:prstGeom prst="rect">
            <a:avLst/>
          </a:prstGeom>
          <a:ln w="9525">
            <a:solidFill>
              <a:schemeClr val="tx1"/>
            </a:solidFill>
          </a:ln>
        </p:spPr>
      </p:pic>
      <p:sp>
        <p:nvSpPr>
          <p:cNvPr id="5" name="Footer Placeholder 4"/>
          <p:cNvSpPr>
            <a:spLocks noGrp="1"/>
          </p:cNvSpPr>
          <p:nvPr>
            <p:ph type="ftr" sz="quarter" idx="11"/>
          </p:nvPr>
        </p:nvSpPr>
        <p:spPr/>
        <p:txBody>
          <a:bodyPr/>
          <a:lstStyle/>
          <a:p>
            <a:r>
              <a:rPr lang="en-US" dirty="0"/>
              <a:t>Pooja Kumari   Design Pattern          Unit V</a:t>
            </a:r>
          </a:p>
        </p:txBody>
      </p:sp>
      <p:sp>
        <p:nvSpPr>
          <p:cNvPr id="9" name="TextBox 8">
            <a:extLst>
              <a:ext uri="{FF2B5EF4-FFF2-40B4-BE49-F238E27FC236}">
                <a16:creationId xmlns:a16="http://schemas.microsoft.com/office/drawing/2014/main" id="{2F6FCADF-1841-C397-057B-84C25182F878}"/>
              </a:ext>
            </a:extLst>
          </p:cNvPr>
          <p:cNvSpPr txBox="1"/>
          <p:nvPr/>
        </p:nvSpPr>
        <p:spPr>
          <a:xfrm>
            <a:off x="3124200" y="88343"/>
            <a:ext cx="6096000" cy="523220"/>
          </a:xfrm>
          <a:prstGeom prst="rect">
            <a:avLst/>
          </a:prstGeom>
          <a:noFill/>
        </p:spPr>
        <p:txBody>
          <a:bodyPr wrap="square">
            <a:spAutoFit/>
          </a:bodyPr>
          <a:lstStyle/>
          <a:p>
            <a:pPr algn="ctr">
              <a:spcBef>
                <a:spcPct val="0"/>
              </a:spcBef>
              <a:defRPr/>
            </a:pPr>
            <a:r>
              <a:rPr lang="en-US" sz="2800" dirty="0"/>
              <a:t>Implementation of (State Pattern) </a:t>
            </a:r>
          </a:p>
        </p:txBody>
      </p:sp>
    </p:spTree>
    <p:extLst>
      <p:ext uri="{BB962C8B-B14F-4D97-AF65-F5344CB8AC3E}">
        <p14:creationId xmlns:p14="http://schemas.microsoft.com/office/powerpoint/2010/main" val="197790710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9DF9F24-6595-4F55-A6F0-2917B2B458F9}" type="datetime1">
              <a:rPr lang="en-US" smtClean="0"/>
              <a:t>6/27/2024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37</a:t>
            </a:fld>
            <a:endParaRPr lang="en-US" dirty="0"/>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pic>
        <p:nvPicPr>
          <p:cNvPr id="5" name="Picture 4"/>
          <p:cNvPicPr>
            <a:picLocks noChangeAspect="1"/>
          </p:cNvPicPr>
          <p:nvPr/>
        </p:nvPicPr>
        <p:blipFill>
          <a:blip r:embed="rId2"/>
          <a:stretch>
            <a:fillRect/>
          </a:stretch>
        </p:blipFill>
        <p:spPr>
          <a:xfrm>
            <a:off x="1600200" y="1981200"/>
            <a:ext cx="8805551" cy="3538680"/>
          </a:xfrm>
          <a:prstGeom prst="rect">
            <a:avLst/>
          </a:prstGeom>
          <a:ln w="6350">
            <a:solidFill>
              <a:schemeClr val="tx1"/>
            </a:solidFill>
          </a:ln>
        </p:spPr>
      </p:pic>
      <p:sp>
        <p:nvSpPr>
          <p:cNvPr id="3" name="Footer Placeholder 2"/>
          <p:cNvSpPr>
            <a:spLocks noGrp="1"/>
          </p:cNvSpPr>
          <p:nvPr>
            <p:ph type="ftr" sz="quarter" idx="11"/>
          </p:nvPr>
        </p:nvSpPr>
        <p:spPr/>
        <p:txBody>
          <a:bodyPr/>
          <a:lstStyle/>
          <a:p>
            <a:r>
              <a:rPr lang="en-US" dirty="0"/>
              <a:t>Pooja Kumari   Design Pattern          Unit V</a:t>
            </a:r>
          </a:p>
        </p:txBody>
      </p:sp>
      <p:sp>
        <p:nvSpPr>
          <p:cNvPr id="9" name="TextBox 8">
            <a:extLst>
              <a:ext uri="{FF2B5EF4-FFF2-40B4-BE49-F238E27FC236}">
                <a16:creationId xmlns:a16="http://schemas.microsoft.com/office/drawing/2014/main" id="{2D7681DF-1FAC-81CE-C5DF-862B4F2EEA33}"/>
              </a:ext>
            </a:extLst>
          </p:cNvPr>
          <p:cNvSpPr txBox="1"/>
          <p:nvPr/>
        </p:nvSpPr>
        <p:spPr>
          <a:xfrm>
            <a:off x="3657600" y="13447"/>
            <a:ext cx="6096000" cy="523220"/>
          </a:xfrm>
          <a:prstGeom prst="rect">
            <a:avLst/>
          </a:prstGeom>
          <a:noFill/>
        </p:spPr>
        <p:txBody>
          <a:bodyPr wrap="square">
            <a:spAutoFit/>
          </a:bodyPr>
          <a:lstStyle/>
          <a:p>
            <a:pPr algn="ctr">
              <a:spcBef>
                <a:spcPct val="0"/>
              </a:spcBef>
              <a:defRPr/>
            </a:pPr>
            <a:r>
              <a:rPr lang="en-US" sz="2800" dirty="0"/>
              <a:t>Implementation of (State Pattern) </a:t>
            </a:r>
          </a:p>
        </p:txBody>
      </p:sp>
    </p:spTree>
    <p:extLst>
      <p:ext uri="{BB962C8B-B14F-4D97-AF65-F5344CB8AC3E}">
        <p14:creationId xmlns:p14="http://schemas.microsoft.com/office/powerpoint/2010/main" val="213575386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9FA591F-2022-4423-B90D-E8C5C8BE21B3}" type="datetime1">
              <a:rPr lang="en-US" smtClean="0"/>
              <a:t>6/27/2024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38</a:t>
            </a:fld>
            <a:endParaRPr lang="en-US" dirty="0"/>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sp>
        <p:nvSpPr>
          <p:cNvPr id="3" name="Rectangle 2"/>
          <p:cNvSpPr/>
          <p:nvPr/>
        </p:nvSpPr>
        <p:spPr>
          <a:xfrm>
            <a:off x="342900" y="1166842"/>
            <a:ext cx="11506200" cy="4524315"/>
          </a:xfrm>
          <a:prstGeom prst="rect">
            <a:avLst/>
          </a:prstGeom>
          <a:solidFill>
            <a:schemeClr val="accent6">
              <a:lumMod val="20000"/>
              <a:lumOff val="80000"/>
            </a:schemeClr>
          </a:solidFill>
          <a:ln w="28575">
            <a:solidFill>
              <a:schemeClr val="tx1"/>
            </a:solidFill>
          </a:ln>
        </p:spPr>
        <p:txBody>
          <a:bodyPr wrap="square">
            <a:spAutoFit/>
          </a:bodyPr>
          <a:lstStyle/>
          <a:p>
            <a:pPr algn="just"/>
            <a:r>
              <a:rPr lang="en-US" sz="2800" dirty="0">
                <a:latin typeface="+mj-lt"/>
              </a:rPr>
              <a:t>1.State  patterns is also known  as  …</a:t>
            </a:r>
          </a:p>
          <a:p>
            <a:pPr marL="457200" indent="-457200" algn="just">
              <a:buAutoNum type="alphaLcPeriod"/>
            </a:pPr>
            <a:r>
              <a:rPr lang="en-US" sz="2400" dirty="0">
                <a:latin typeface="+mj-lt"/>
              </a:rPr>
              <a:t>Class  for states</a:t>
            </a:r>
          </a:p>
          <a:p>
            <a:pPr marL="457200" indent="-457200" algn="just">
              <a:buAutoNum type="alphaLcPeriod" startAt="2"/>
            </a:pPr>
            <a:r>
              <a:rPr lang="en-US" sz="2400" dirty="0">
                <a:latin typeface="+mj-lt"/>
              </a:rPr>
              <a:t>Pattern  for  states</a:t>
            </a:r>
          </a:p>
          <a:p>
            <a:pPr marL="457200" indent="-457200" algn="just">
              <a:buAutoNum type="alphaLcPeriod" startAt="3"/>
            </a:pPr>
            <a:r>
              <a:rPr lang="en-US" sz="2400" dirty="0">
                <a:latin typeface="+mj-lt"/>
              </a:rPr>
              <a:t>Object for states</a:t>
            </a:r>
          </a:p>
          <a:p>
            <a:pPr marL="457200" indent="-457200" algn="just">
              <a:buAutoNum type="alphaLcPeriod" startAt="4"/>
            </a:pPr>
            <a:r>
              <a:rPr lang="en-US" sz="2400" dirty="0">
                <a:latin typeface="+mj-lt"/>
              </a:rPr>
              <a:t>Data for states</a:t>
            </a:r>
          </a:p>
          <a:p>
            <a:pPr algn="just"/>
            <a:endParaRPr lang="en-US" sz="2400" dirty="0">
              <a:latin typeface="+mj-lt"/>
            </a:endParaRPr>
          </a:p>
          <a:p>
            <a:pPr marL="514350" indent="-514350" algn="just">
              <a:buAutoNum type="arabicPeriod" startAt="2"/>
            </a:pPr>
            <a:r>
              <a:rPr lang="en-US" sz="2800" dirty="0">
                <a:latin typeface="+mj-lt"/>
              </a:rPr>
              <a:t>State patterns  is used in </a:t>
            </a:r>
          </a:p>
          <a:p>
            <a:pPr marL="514350" indent="-514350" algn="just">
              <a:buAutoNum type="alphaLcPeriod"/>
            </a:pPr>
            <a:r>
              <a:rPr lang="en-US" sz="2800" dirty="0">
                <a:latin typeface="+mj-lt"/>
              </a:rPr>
              <a:t>Multipart </a:t>
            </a:r>
          </a:p>
          <a:p>
            <a:pPr marL="514350" indent="-514350" algn="just">
              <a:buAutoNum type="alphaLcPeriod" startAt="2"/>
            </a:pPr>
            <a:r>
              <a:rPr lang="en-US" sz="2800" dirty="0" err="1">
                <a:latin typeface="+mj-lt"/>
              </a:rPr>
              <a:t>Singlepart</a:t>
            </a:r>
            <a:endParaRPr lang="en-US" sz="2800" dirty="0">
              <a:latin typeface="+mj-lt"/>
            </a:endParaRPr>
          </a:p>
          <a:p>
            <a:pPr marL="514350" indent="-514350" algn="just">
              <a:buAutoNum type="alphaLcPeriod" startAt="3"/>
            </a:pPr>
            <a:r>
              <a:rPr lang="en-US" sz="2800" dirty="0">
                <a:latin typeface="+mj-lt"/>
              </a:rPr>
              <a:t>Large  data</a:t>
            </a:r>
          </a:p>
          <a:p>
            <a:pPr algn="just"/>
            <a:r>
              <a:rPr lang="en-US" sz="2800" dirty="0">
                <a:latin typeface="+mj-lt"/>
              </a:rPr>
              <a:t>d.   Small data </a:t>
            </a:r>
            <a:endParaRPr lang="en-US" sz="2400" dirty="0">
              <a:latin typeface="+mj-lt"/>
            </a:endParaRPr>
          </a:p>
        </p:txBody>
      </p:sp>
      <p:sp>
        <p:nvSpPr>
          <p:cNvPr id="5" name="Footer Placeholder 4"/>
          <p:cNvSpPr>
            <a:spLocks noGrp="1"/>
          </p:cNvSpPr>
          <p:nvPr>
            <p:ph type="ftr" sz="quarter" idx="11"/>
          </p:nvPr>
        </p:nvSpPr>
        <p:spPr/>
        <p:txBody>
          <a:bodyPr/>
          <a:lstStyle/>
          <a:p>
            <a:r>
              <a:rPr lang="en-US" dirty="0"/>
              <a:t>Pooja Kumari Design Pattern          Unit V</a:t>
            </a:r>
          </a:p>
        </p:txBody>
      </p:sp>
      <p:sp>
        <p:nvSpPr>
          <p:cNvPr id="9" name="TextBox 8">
            <a:extLst>
              <a:ext uri="{FF2B5EF4-FFF2-40B4-BE49-F238E27FC236}">
                <a16:creationId xmlns:a16="http://schemas.microsoft.com/office/drawing/2014/main" id="{7B8D6E4D-B2FD-91A5-724E-ED7DD0C242C8}"/>
              </a:ext>
            </a:extLst>
          </p:cNvPr>
          <p:cNvSpPr txBox="1"/>
          <p:nvPr/>
        </p:nvSpPr>
        <p:spPr>
          <a:xfrm>
            <a:off x="3041277" y="24662"/>
            <a:ext cx="6109446" cy="523220"/>
          </a:xfrm>
          <a:prstGeom prst="rect">
            <a:avLst/>
          </a:prstGeom>
          <a:noFill/>
        </p:spPr>
        <p:txBody>
          <a:bodyPr wrap="square">
            <a:spAutoFit/>
          </a:bodyPr>
          <a:lstStyle/>
          <a:p>
            <a:pPr algn="ctr">
              <a:spcBef>
                <a:spcPct val="0"/>
              </a:spcBef>
              <a:defRPr/>
            </a:pPr>
            <a:r>
              <a:rPr lang="en-US" sz="2800" dirty="0"/>
              <a:t>quizzes</a:t>
            </a:r>
          </a:p>
        </p:txBody>
      </p:sp>
    </p:spTree>
    <p:extLst>
      <p:ext uri="{BB962C8B-B14F-4D97-AF65-F5344CB8AC3E}">
        <p14:creationId xmlns:p14="http://schemas.microsoft.com/office/powerpoint/2010/main" val="382716000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19200" y="1295400"/>
            <a:ext cx="10591800" cy="3657600"/>
          </a:xfrm>
          <a:solidFill>
            <a:schemeClr val="tx2">
              <a:lumMod val="60000"/>
              <a:lumOff val="40000"/>
            </a:schemeClr>
          </a:solidFill>
          <a:ln w="19050">
            <a:solidFill>
              <a:schemeClr val="tx1"/>
            </a:solidFill>
          </a:ln>
        </p:spPr>
        <p:txBody>
          <a:bodyPr>
            <a:normAutofit/>
          </a:bodyPr>
          <a:lstStyle/>
          <a:p>
            <a:pPr marL="0" indent="0" algn="just">
              <a:buNone/>
            </a:pPr>
            <a:r>
              <a:rPr lang="en-US" sz="2800" dirty="0"/>
              <a:t>Topic : Strategy Pattern.</a:t>
            </a:r>
          </a:p>
          <a:p>
            <a:pPr marL="0" indent="0" algn="just">
              <a:buNone/>
            </a:pPr>
            <a:endParaRPr lang="en-US" sz="2800" dirty="0"/>
          </a:p>
          <a:p>
            <a:pPr algn="just"/>
            <a:r>
              <a:rPr lang="en-US" sz="2800" dirty="0"/>
              <a:t>In this topic, the students will gain , The idea of a </a:t>
            </a:r>
            <a:r>
              <a:rPr lang="en-IN" sz="2800" dirty="0"/>
              <a:t>Behavioral</a:t>
            </a:r>
            <a:r>
              <a:rPr lang="en-US" sz="2800" dirty="0"/>
              <a:t> design pattern, In these design patterns </a:t>
            </a:r>
            <a:r>
              <a:rPr lang="en-US" sz="2800" dirty="0" err="1"/>
              <a:t>i.e</a:t>
            </a:r>
            <a:r>
              <a:rPr lang="en-US" sz="2800" dirty="0"/>
              <a:t> Strategy pattern, a class behavior or its algorithm can be changed at run time. This type of design pattern comes under behavior pattern.</a:t>
            </a:r>
          </a:p>
        </p:txBody>
      </p:sp>
      <p:sp>
        <p:nvSpPr>
          <p:cNvPr id="4" name="Date Placeholder 3"/>
          <p:cNvSpPr>
            <a:spLocks noGrp="1"/>
          </p:cNvSpPr>
          <p:nvPr>
            <p:ph type="dt" sz="half" idx="10"/>
          </p:nvPr>
        </p:nvSpPr>
        <p:spPr/>
        <p:txBody>
          <a:bodyPr/>
          <a:lstStyle/>
          <a:p>
            <a:fld id="{80AF5E9B-3FA2-4D31-B390-609FA201E351}" type="datetime1">
              <a:rPr lang="en-US" smtClean="0"/>
              <a:t>6/27/2024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39</a:t>
            </a:fld>
            <a:endParaRPr lang="en-US" dirty="0"/>
          </a:p>
        </p:txBody>
      </p:sp>
      <p:sp>
        <p:nvSpPr>
          <p:cNvPr id="8" name="Footer Placeholder 4"/>
          <p:cNvSpPr>
            <a:spLocks noGrp="1"/>
          </p:cNvSpPr>
          <p:nvPr>
            <p:ph type="ftr" sz="quarter" idx="11"/>
          </p:nvPr>
        </p:nvSpPr>
        <p:spPr>
          <a:xfrm>
            <a:off x="4038600" y="6356356"/>
            <a:ext cx="5029200" cy="365125"/>
          </a:xfrm>
        </p:spPr>
        <p:txBody>
          <a:bodyPr/>
          <a:lstStyle/>
          <a:p>
            <a:r>
              <a:rPr lang="en-US" dirty="0"/>
              <a:t>Pooja Kumari Design Pattern          Unit V</a:t>
            </a:r>
          </a:p>
        </p:txBody>
      </p:sp>
      <p:sp>
        <p:nvSpPr>
          <p:cNvPr id="5" name="TextBox 4">
            <a:extLst>
              <a:ext uri="{FF2B5EF4-FFF2-40B4-BE49-F238E27FC236}">
                <a16:creationId xmlns:a16="http://schemas.microsoft.com/office/drawing/2014/main" id="{3B013F69-CE72-B345-7EC9-9508B937993D}"/>
              </a:ext>
            </a:extLst>
          </p:cNvPr>
          <p:cNvSpPr txBox="1"/>
          <p:nvPr/>
        </p:nvSpPr>
        <p:spPr>
          <a:xfrm>
            <a:off x="3733800" y="0"/>
            <a:ext cx="6096000" cy="523220"/>
          </a:xfrm>
          <a:prstGeom prst="rect">
            <a:avLst/>
          </a:prstGeom>
          <a:noFill/>
        </p:spPr>
        <p:txBody>
          <a:bodyPr wrap="square">
            <a:spAutoFit/>
          </a:bodyPr>
          <a:lstStyle/>
          <a:p>
            <a:pPr algn="ctr">
              <a:spcBef>
                <a:spcPct val="0"/>
              </a:spcBef>
              <a:defRPr/>
            </a:pPr>
            <a:r>
              <a:rPr lang="en-US" sz="2800" dirty="0"/>
              <a:t>Topic Objective</a:t>
            </a:r>
          </a:p>
        </p:txBody>
      </p:sp>
    </p:spTree>
    <p:extLst>
      <p:ext uri="{BB962C8B-B14F-4D97-AF65-F5344CB8AC3E}">
        <p14:creationId xmlns:p14="http://schemas.microsoft.com/office/powerpoint/2010/main" val="338275605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22E48EF4-0936-4474-87E6-EA68CAB0F758}" type="datetime1">
              <a:rPr lang="en-US" smtClean="0"/>
              <a:t>6/27/2024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40</a:t>
            </a:fld>
            <a:endParaRPr lang="en-US" dirty="0"/>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sp>
        <p:nvSpPr>
          <p:cNvPr id="3" name="Rectangle 2"/>
          <p:cNvSpPr/>
          <p:nvPr/>
        </p:nvSpPr>
        <p:spPr>
          <a:xfrm>
            <a:off x="342900" y="845053"/>
            <a:ext cx="11506200" cy="5693866"/>
          </a:xfrm>
          <a:prstGeom prst="rect">
            <a:avLst/>
          </a:prstGeom>
          <a:solidFill>
            <a:schemeClr val="accent6">
              <a:lumMod val="20000"/>
              <a:lumOff val="80000"/>
            </a:schemeClr>
          </a:solidFill>
          <a:ln w="28575">
            <a:solidFill>
              <a:schemeClr val="tx1"/>
            </a:solidFill>
          </a:ln>
        </p:spPr>
        <p:txBody>
          <a:bodyPr wrap="square">
            <a:spAutoFit/>
          </a:bodyPr>
          <a:lstStyle/>
          <a:p>
            <a:pPr algn="just"/>
            <a:r>
              <a:rPr lang="en-US" sz="2800" b="1" u="sng" dirty="0">
                <a:latin typeface="+mj-lt"/>
              </a:rPr>
              <a:t> Strategy Pattern:-</a:t>
            </a:r>
          </a:p>
          <a:p>
            <a:pPr marL="457200" indent="-457200" algn="just">
              <a:buFont typeface="Wingdings" panose="05000000000000000000" pitchFamily="2" charset="2"/>
              <a:buChar char="Ø"/>
            </a:pPr>
            <a:r>
              <a:rPr lang="en-US" sz="2800" dirty="0">
                <a:latin typeface="+mj-lt"/>
              </a:rPr>
              <a:t>In Strategy pattern, we create objects which represent various strategies and a context object whose behavior varies as per its strategy object. The strategy object changes the executing algorithm of the context object.</a:t>
            </a:r>
          </a:p>
          <a:p>
            <a:pPr algn="just"/>
            <a:endParaRPr lang="en-US" sz="2800" dirty="0">
              <a:latin typeface="+mj-lt"/>
            </a:endParaRPr>
          </a:p>
          <a:p>
            <a:pPr marL="457200" indent="-457200" algn="just">
              <a:buFont typeface="Wingdings" panose="05000000000000000000" pitchFamily="2" charset="2"/>
              <a:buChar char="Ø"/>
            </a:pPr>
            <a:r>
              <a:rPr lang="en-US" sz="2800" dirty="0">
                <a:latin typeface="+mj-lt"/>
              </a:rPr>
              <a:t>In Strategy pattern, a class behavior or its algorithm can be changed at run time. This type of design pattern comes under behavior pattern.</a:t>
            </a:r>
          </a:p>
          <a:p>
            <a:pPr algn="just"/>
            <a:endParaRPr lang="en-US" sz="2800" dirty="0">
              <a:latin typeface="+mj-lt"/>
            </a:endParaRPr>
          </a:p>
          <a:p>
            <a:pPr marL="457200" indent="-457200" algn="just">
              <a:buFont typeface="Wingdings" panose="05000000000000000000" pitchFamily="2" charset="2"/>
              <a:buChar char="Ø"/>
            </a:pPr>
            <a:r>
              <a:rPr lang="en-US" sz="2800" dirty="0">
                <a:latin typeface="+mj-lt"/>
              </a:rPr>
              <a:t>A Strategy Pattern says that "defines a family of functionality, encapsulate each one, and make them interchangeable". The Strategy Pattern is also known as Policy.</a:t>
            </a:r>
          </a:p>
          <a:p>
            <a:pPr algn="just"/>
            <a:endParaRPr lang="en-US" sz="2800" dirty="0">
              <a:latin typeface="+mj-lt"/>
            </a:endParaRPr>
          </a:p>
          <a:p>
            <a:pPr marL="457200" indent="-457200" algn="just">
              <a:buFont typeface="Wingdings" panose="05000000000000000000" pitchFamily="2" charset="2"/>
              <a:buChar char="Ø"/>
            </a:pPr>
            <a:r>
              <a:rPr lang="en-US" sz="2800" dirty="0">
                <a:latin typeface="+mj-lt"/>
              </a:rPr>
              <a:t>It provides a substitute to sub classing.</a:t>
            </a:r>
          </a:p>
        </p:txBody>
      </p:sp>
      <p:sp>
        <p:nvSpPr>
          <p:cNvPr id="5" name="Footer Placeholder 4"/>
          <p:cNvSpPr>
            <a:spLocks noGrp="1"/>
          </p:cNvSpPr>
          <p:nvPr>
            <p:ph type="ftr" sz="quarter" idx="11"/>
          </p:nvPr>
        </p:nvSpPr>
        <p:spPr/>
        <p:txBody>
          <a:bodyPr/>
          <a:lstStyle/>
          <a:p>
            <a:r>
              <a:rPr lang="en-US" dirty="0"/>
              <a:t>Pooja Kumari Design Pattern          Unit V</a:t>
            </a:r>
          </a:p>
        </p:txBody>
      </p:sp>
      <p:sp>
        <p:nvSpPr>
          <p:cNvPr id="9" name="TextBox 8">
            <a:extLst>
              <a:ext uri="{FF2B5EF4-FFF2-40B4-BE49-F238E27FC236}">
                <a16:creationId xmlns:a16="http://schemas.microsoft.com/office/drawing/2014/main" id="{EB0AD1A8-D10F-71D4-38B5-08999834ADE7}"/>
              </a:ext>
            </a:extLst>
          </p:cNvPr>
          <p:cNvSpPr txBox="1"/>
          <p:nvPr/>
        </p:nvSpPr>
        <p:spPr>
          <a:xfrm>
            <a:off x="3886200" y="50958"/>
            <a:ext cx="6096000" cy="523220"/>
          </a:xfrm>
          <a:prstGeom prst="rect">
            <a:avLst/>
          </a:prstGeom>
          <a:noFill/>
        </p:spPr>
        <p:txBody>
          <a:bodyPr wrap="square">
            <a:spAutoFit/>
          </a:bodyPr>
          <a:lstStyle/>
          <a:p>
            <a:pPr algn="ctr">
              <a:spcBef>
                <a:spcPct val="0"/>
              </a:spcBef>
              <a:defRPr/>
            </a:pPr>
            <a:r>
              <a:rPr lang="en-US" sz="2800" dirty="0"/>
              <a:t>Strategy Pattern</a:t>
            </a:r>
          </a:p>
        </p:txBody>
      </p:sp>
    </p:spTree>
    <p:extLst>
      <p:ext uri="{BB962C8B-B14F-4D97-AF65-F5344CB8AC3E}">
        <p14:creationId xmlns:p14="http://schemas.microsoft.com/office/powerpoint/2010/main" val="113980898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96110CE4-8540-432E-A40E-8A67EF54ECA7}" type="datetime1">
              <a:rPr lang="en-US" smtClean="0"/>
              <a:t>6/27/2024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41</a:t>
            </a:fld>
            <a:endParaRPr lang="en-US" dirty="0"/>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sp>
        <p:nvSpPr>
          <p:cNvPr id="3" name="Rectangle 2"/>
          <p:cNvSpPr/>
          <p:nvPr/>
        </p:nvSpPr>
        <p:spPr>
          <a:xfrm>
            <a:off x="285750" y="903973"/>
            <a:ext cx="11620500" cy="5262979"/>
          </a:xfrm>
          <a:prstGeom prst="rect">
            <a:avLst/>
          </a:prstGeom>
          <a:solidFill>
            <a:schemeClr val="accent6">
              <a:lumMod val="20000"/>
              <a:lumOff val="80000"/>
            </a:schemeClr>
          </a:solidFill>
          <a:ln w="28575">
            <a:solidFill>
              <a:schemeClr val="tx1"/>
            </a:solidFill>
          </a:ln>
        </p:spPr>
        <p:txBody>
          <a:bodyPr wrap="square">
            <a:spAutoFit/>
          </a:bodyPr>
          <a:lstStyle/>
          <a:p>
            <a:pPr marL="457200" indent="-457200" algn="just">
              <a:buFont typeface="Wingdings" panose="05000000000000000000" pitchFamily="2" charset="2"/>
              <a:buChar char="Ø"/>
            </a:pPr>
            <a:r>
              <a:rPr lang="en-US" sz="2800" dirty="0">
                <a:latin typeface="+mj-lt"/>
              </a:rPr>
              <a:t>We are going to create a Strategy interface defining an action and concrete strategy classes implementing the Strategy interface. Context is a class which uses a Strategy.</a:t>
            </a:r>
          </a:p>
          <a:p>
            <a:pPr marL="457200" indent="-457200" algn="just">
              <a:buFont typeface="Wingdings" panose="05000000000000000000" pitchFamily="2" charset="2"/>
              <a:buChar char="Ø"/>
            </a:pPr>
            <a:endParaRPr lang="en-US" sz="2800" dirty="0">
              <a:latin typeface="+mj-lt"/>
            </a:endParaRPr>
          </a:p>
          <a:p>
            <a:pPr marL="457200" indent="-457200" algn="just">
              <a:buFont typeface="Wingdings" panose="05000000000000000000" pitchFamily="2" charset="2"/>
              <a:buChar char="Ø"/>
            </a:pPr>
            <a:r>
              <a:rPr lang="en-US" sz="2800" dirty="0" err="1">
                <a:latin typeface="+mj-lt"/>
              </a:rPr>
              <a:t>StrategyPatternDemo</a:t>
            </a:r>
            <a:r>
              <a:rPr lang="en-US" sz="2800" dirty="0">
                <a:latin typeface="+mj-lt"/>
              </a:rPr>
              <a:t>, our demo class, will use Context and strategy objects to demonstrate change in Context </a:t>
            </a:r>
            <a:r>
              <a:rPr lang="en-US" sz="2800" dirty="0" err="1">
                <a:latin typeface="+mj-lt"/>
              </a:rPr>
              <a:t>behaviour</a:t>
            </a:r>
            <a:r>
              <a:rPr lang="en-US" sz="2800" dirty="0">
                <a:latin typeface="+mj-lt"/>
              </a:rPr>
              <a:t> based on strategy it deploys or uses.</a:t>
            </a:r>
          </a:p>
          <a:p>
            <a:pPr marL="457200" indent="-457200" algn="just">
              <a:buFont typeface="Wingdings" panose="05000000000000000000" pitchFamily="2" charset="2"/>
              <a:buChar char="Ø"/>
            </a:pPr>
            <a:r>
              <a:rPr lang="en-US" sz="2800" dirty="0">
                <a:latin typeface="+mj-lt"/>
              </a:rPr>
              <a:t>When the multiple classes differ only in their behaviors. e.g. Servlet </a:t>
            </a:r>
            <a:r>
              <a:rPr lang="en-US" sz="2800" dirty="0" err="1">
                <a:latin typeface="+mj-lt"/>
              </a:rPr>
              <a:t>API.It</a:t>
            </a:r>
            <a:r>
              <a:rPr lang="en-US" sz="2800" dirty="0">
                <a:latin typeface="+mj-lt"/>
              </a:rPr>
              <a:t> is used when you need different variations of an algorithm.</a:t>
            </a:r>
          </a:p>
          <a:p>
            <a:pPr algn="just"/>
            <a:endParaRPr lang="en-US" sz="2800" dirty="0">
              <a:latin typeface="+mj-lt"/>
            </a:endParaRPr>
          </a:p>
          <a:p>
            <a:pPr marL="457200" indent="-457200" algn="just">
              <a:buFont typeface="Wingdings" panose="05000000000000000000" pitchFamily="2" charset="2"/>
              <a:buChar char="Ø"/>
            </a:pPr>
            <a:r>
              <a:rPr lang="en-US" sz="2800" dirty="0">
                <a:latin typeface="+mj-lt"/>
              </a:rPr>
              <a:t>It makes it easier to extend and incorporate new behavior without changing the application.</a:t>
            </a:r>
          </a:p>
        </p:txBody>
      </p:sp>
      <p:sp>
        <p:nvSpPr>
          <p:cNvPr id="5" name="Footer Placeholder 4"/>
          <p:cNvSpPr>
            <a:spLocks noGrp="1"/>
          </p:cNvSpPr>
          <p:nvPr>
            <p:ph type="ftr" sz="quarter" idx="11"/>
          </p:nvPr>
        </p:nvSpPr>
        <p:spPr/>
        <p:txBody>
          <a:bodyPr/>
          <a:lstStyle/>
          <a:p>
            <a:r>
              <a:rPr lang="en-US" dirty="0"/>
              <a:t>Pooja Kumari Design Pattern          Unit V</a:t>
            </a:r>
          </a:p>
        </p:txBody>
      </p:sp>
      <p:sp>
        <p:nvSpPr>
          <p:cNvPr id="9" name="TextBox 8">
            <a:extLst>
              <a:ext uri="{FF2B5EF4-FFF2-40B4-BE49-F238E27FC236}">
                <a16:creationId xmlns:a16="http://schemas.microsoft.com/office/drawing/2014/main" id="{2771E632-BF40-C377-0151-1CDC5AAD73A7}"/>
              </a:ext>
            </a:extLst>
          </p:cNvPr>
          <p:cNvSpPr txBox="1"/>
          <p:nvPr/>
        </p:nvSpPr>
        <p:spPr>
          <a:xfrm>
            <a:off x="3276600" y="0"/>
            <a:ext cx="6096000" cy="523220"/>
          </a:xfrm>
          <a:prstGeom prst="rect">
            <a:avLst/>
          </a:prstGeom>
          <a:noFill/>
        </p:spPr>
        <p:txBody>
          <a:bodyPr wrap="square">
            <a:spAutoFit/>
          </a:bodyPr>
          <a:lstStyle/>
          <a:p>
            <a:pPr algn="ctr">
              <a:spcBef>
                <a:spcPct val="0"/>
              </a:spcBef>
              <a:defRPr/>
            </a:pPr>
            <a:r>
              <a:rPr lang="en-US" sz="2800" dirty="0"/>
              <a:t>Implementation of (Strategy Pattern) </a:t>
            </a:r>
          </a:p>
        </p:txBody>
      </p:sp>
    </p:spTree>
    <p:extLst>
      <p:ext uri="{BB962C8B-B14F-4D97-AF65-F5344CB8AC3E}">
        <p14:creationId xmlns:p14="http://schemas.microsoft.com/office/powerpoint/2010/main" val="280217728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B5BBBE6F-B84F-464E-8788-4F385C55E9FC}" type="datetime1">
              <a:rPr lang="en-US" smtClean="0"/>
              <a:t>6/27/2024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42</a:t>
            </a:fld>
            <a:endParaRPr lang="en-US" dirty="0"/>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pic>
        <p:nvPicPr>
          <p:cNvPr id="3" name="Picture 2"/>
          <p:cNvPicPr>
            <a:picLocks noChangeAspect="1"/>
          </p:cNvPicPr>
          <p:nvPr/>
        </p:nvPicPr>
        <p:blipFill>
          <a:blip r:embed="rId2"/>
          <a:stretch>
            <a:fillRect/>
          </a:stretch>
        </p:blipFill>
        <p:spPr>
          <a:xfrm>
            <a:off x="1238198" y="1143000"/>
            <a:ext cx="9388113" cy="5198117"/>
          </a:xfrm>
          <a:prstGeom prst="rect">
            <a:avLst/>
          </a:prstGeom>
          <a:ln w="12700">
            <a:solidFill>
              <a:schemeClr val="tx1"/>
            </a:solidFill>
          </a:ln>
        </p:spPr>
      </p:pic>
      <p:sp>
        <p:nvSpPr>
          <p:cNvPr id="5" name="Footer Placeholder 4"/>
          <p:cNvSpPr>
            <a:spLocks noGrp="1"/>
          </p:cNvSpPr>
          <p:nvPr>
            <p:ph type="ftr" sz="quarter" idx="11"/>
          </p:nvPr>
        </p:nvSpPr>
        <p:spPr/>
        <p:txBody>
          <a:bodyPr/>
          <a:lstStyle/>
          <a:p>
            <a:r>
              <a:rPr lang="en-US" dirty="0"/>
              <a:t>Pooja Kumari   Design Pattern          Unit V</a:t>
            </a:r>
          </a:p>
        </p:txBody>
      </p:sp>
      <p:sp>
        <p:nvSpPr>
          <p:cNvPr id="9" name="TextBox 8">
            <a:extLst>
              <a:ext uri="{FF2B5EF4-FFF2-40B4-BE49-F238E27FC236}">
                <a16:creationId xmlns:a16="http://schemas.microsoft.com/office/drawing/2014/main" id="{89420027-A06B-0C8C-EF4E-CD88EA7926B6}"/>
              </a:ext>
            </a:extLst>
          </p:cNvPr>
          <p:cNvSpPr txBox="1"/>
          <p:nvPr/>
        </p:nvSpPr>
        <p:spPr>
          <a:xfrm>
            <a:off x="3276600" y="0"/>
            <a:ext cx="6096000" cy="523220"/>
          </a:xfrm>
          <a:prstGeom prst="rect">
            <a:avLst/>
          </a:prstGeom>
          <a:noFill/>
        </p:spPr>
        <p:txBody>
          <a:bodyPr wrap="square">
            <a:spAutoFit/>
          </a:bodyPr>
          <a:lstStyle/>
          <a:p>
            <a:pPr algn="ctr">
              <a:spcBef>
                <a:spcPct val="0"/>
              </a:spcBef>
              <a:defRPr/>
            </a:pPr>
            <a:r>
              <a:rPr lang="en-US" sz="2800" dirty="0"/>
              <a:t>UML\Structure for Strategy Pattern </a:t>
            </a:r>
          </a:p>
        </p:txBody>
      </p:sp>
    </p:spTree>
    <p:extLst>
      <p:ext uri="{BB962C8B-B14F-4D97-AF65-F5344CB8AC3E}">
        <p14:creationId xmlns:p14="http://schemas.microsoft.com/office/powerpoint/2010/main" val="265759758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E96A435-A47D-4F30-8D3F-1DC8ECD0F982}" type="datetime1">
              <a:rPr lang="en-US" smtClean="0"/>
              <a:t>6/27/2024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43</a:t>
            </a:fld>
            <a:endParaRPr lang="en-US" dirty="0"/>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pic>
        <p:nvPicPr>
          <p:cNvPr id="5" name="Picture 4"/>
          <p:cNvPicPr>
            <a:picLocks noChangeAspect="1"/>
          </p:cNvPicPr>
          <p:nvPr/>
        </p:nvPicPr>
        <p:blipFill>
          <a:blip r:embed="rId2"/>
          <a:stretch>
            <a:fillRect/>
          </a:stretch>
        </p:blipFill>
        <p:spPr>
          <a:xfrm>
            <a:off x="1752600" y="1597635"/>
            <a:ext cx="8868586" cy="4005167"/>
          </a:xfrm>
          <a:prstGeom prst="rect">
            <a:avLst/>
          </a:prstGeom>
          <a:ln w="12700">
            <a:solidFill>
              <a:schemeClr val="tx1"/>
            </a:solidFill>
          </a:ln>
        </p:spPr>
      </p:pic>
      <p:sp>
        <p:nvSpPr>
          <p:cNvPr id="3" name="Footer Placeholder 2"/>
          <p:cNvSpPr>
            <a:spLocks noGrp="1"/>
          </p:cNvSpPr>
          <p:nvPr>
            <p:ph type="ftr" sz="quarter" idx="11"/>
          </p:nvPr>
        </p:nvSpPr>
        <p:spPr/>
        <p:txBody>
          <a:bodyPr/>
          <a:lstStyle/>
          <a:p>
            <a:r>
              <a:rPr lang="en-US" dirty="0"/>
              <a:t>Pooja Kumari   Design Pattern          Unit V</a:t>
            </a:r>
          </a:p>
        </p:txBody>
      </p:sp>
      <p:sp>
        <p:nvSpPr>
          <p:cNvPr id="9" name="TextBox 8">
            <a:extLst>
              <a:ext uri="{FF2B5EF4-FFF2-40B4-BE49-F238E27FC236}">
                <a16:creationId xmlns:a16="http://schemas.microsoft.com/office/drawing/2014/main" id="{C234D1B4-4D6E-F47E-B060-CF42E60AE175}"/>
              </a:ext>
            </a:extLst>
          </p:cNvPr>
          <p:cNvSpPr txBox="1"/>
          <p:nvPr/>
        </p:nvSpPr>
        <p:spPr>
          <a:xfrm>
            <a:off x="3138893" y="136518"/>
            <a:ext cx="6096000" cy="523220"/>
          </a:xfrm>
          <a:prstGeom prst="rect">
            <a:avLst/>
          </a:prstGeom>
          <a:noFill/>
        </p:spPr>
        <p:txBody>
          <a:bodyPr wrap="square">
            <a:spAutoFit/>
          </a:bodyPr>
          <a:lstStyle/>
          <a:p>
            <a:pPr algn="ctr">
              <a:spcBef>
                <a:spcPct val="0"/>
              </a:spcBef>
              <a:defRPr/>
            </a:pPr>
            <a:r>
              <a:rPr lang="en-US" sz="2800" dirty="0"/>
              <a:t>Implementation of (Strategy Pattern) </a:t>
            </a:r>
          </a:p>
        </p:txBody>
      </p:sp>
    </p:spTree>
    <p:extLst>
      <p:ext uri="{BB962C8B-B14F-4D97-AF65-F5344CB8AC3E}">
        <p14:creationId xmlns:p14="http://schemas.microsoft.com/office/powerpoint/2010/main" val="427487419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26CBAB7B-B709-423D-98BE-3BB319DC565B}" type="datetime1">
              <a:rPr lang="en-US" smtClean="0"/>
              <a:t>6/27/2024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44</a:t>
            </a:fld>
            <a:endParaRPr lang="en-US" dirty="0"/>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sp>
        <p:nvSpPr>
          <p:cNvPr id="8" name="TextBox 7"/>
          <p:cNvSpPr txBox="1"/>
          <p:nvPr/>
        </p:nvSpPr>
        <p:spPr>
          <a:xfrm>
            <a:off x="152400" y="925139"/>
            <a:ext cx="2412492" cy="461665"/>
          </a:xfrm>
          <a:prstGeom prst="rect">
            <a:avLst/>
          </a:prstGeom>
          <a:noFill/>
          <a:ln w="12700">
            <a:solidFill>
              <a:schemeClr val="tx1"/>
            </a:solidFill>
          </a:ln>
        </p:spPr>
        <p:txBody>
          <a:bodyPr wrap="square" rtlCol="0">
            <a:spAutoFit/>
          </a:bodyPr>
          <a:lstStyle/>
          <a:p>
            <a:r>
              <a:rPr lang="en-US" sz="2400" dirty="0"/>
              <a:t>Step -2 Cont.……..</a:t>
            </a:r>
          </a:p>
        </p:txBody>
      </p:sp>
      <p:pic>
        <p:nvPicPr>
          <p:cNvPr id="5" name="Picture 4"/>
          <p:cNvPicPr>
            <a:picLocks noChangeAspect="1"/>
          </p:cNvPicPr>
          <p:nvPr/>
        </p:nvPicPr>
        <p:blipFill>
          <a:blip r:embed="rId2"/>
          <a:stretch>
            <a:fillRect/>
          </a:stretch>
        </p:blipFill>
        <p:spPr>
          <a:xfrm>
            <a:off x="633549" y="1929028"/>
            <a:ext cx="10594107" cy="3885105"/>
          </a:xfrm>
          <a:prstGeom prst="rect">
            <a:avLst/>
          </a:prstGeom>
          <a:ln w="12700">
            <a:solidFill>
              <a:schemeClr val="tx1"/>
            </a:solidFill>
          </a:ln>
        </p:spPr>
      </p:pic>
      <p:sp>
        <p:nvSpPr>
          <p:cNvPr id="3" name="Footer Placeholder 2"/>
          <p:cNvSpPr>
            <a:spLocks noGrp="1"/>
          </p:cNvSpPr>
          <p:nvPr>
            <p:ph type="ftr" sz="quarter" idx="11"/>
          </p:nvPr>
        </p:nvSpPr>
        <p:spPr/>
        <p:txBody>
          <a:bodyPr/>
          <a:lstStyle/>
          <a:p>
            <a:r>
              <a:rPr lang="en-US" dirty="0"/>
              <a:t>Pooja Kumari Design Pattern          Unit V</a:t>
            </a:r>
          </a:p>
        </p:txBody>
      </p:sp>
      <p:sp>
        <p:nvSpPr>
          <p:cNvPr id="10" name="TextBox 9">
            <a:extLst>
              <a:ext uri="{FF2B5EF4-FFF2-40B4-BE49-F238E27FC236}">
                <a16:creationId xmlns:a16="http://schemas.microsoft.com/office/drawing/2014/main" id="{C92088DA-900F-A055-0918-E1EED873C0DB}"/>
              </a:ext>
            </a:extLst>
          </p:cNvPr>
          <p:cNvSpPr txBox="1"/>
          <p:nvPr/>
        </p:nvSpPr>
        <p:spPr>
          <a:xfrm>
            <a:off x="3124200" y="0"/>
            <a:ext cx="6096000" cy="523220"/>
          </a:xfrm>
          <a:prstGeom prst="rect">
            <a:avLst/>
          </a:prstGeom>
          <a:noFill/>
        </p:spPr>
        <p:txBody>
          <a:bodyPr wrap="square">
            <a:spAutoFit/>
          </a:bodyPr>
          <a:lstStyle/>
          <a:p>
            <a:pPr algn="ctr">
              <a:spcBef>
                <a:spcPct val="0"/>
              </a:spcBef>
              <a:defRPr/>
            </a:pPr>
            <a:r>
              <a:rPr lang="en-US" sz="2800" dirty="0"/>
              <a:t>Implementation of (Strategy Pattern) </a:t>
            </a:r>
          </a:p>
        </p:txBody>
      </p:sp>
    </p:spTree>
    <p:extLst>
      <p:ext uri="{BB962C8B-B14F-4D97-AF65-F5344CB8AC3E}">
        <p14:creationId xmlns:p14="http://schemas.microsoft.com/office/powerpoint/2010/main" val="234023253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275BD879-F22B-4331-9E45-B5CBAFE29B1F}" type="datetime1">
              <a:rPr lang="en-US" smtClean="0"/>
              <a:t>6/27/2024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45</a:t>
            </a:fld>
            <a:endParaRPr lang="en-US" dirty="0"/>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pic>
        <p:nvPicPr>
          <p:cNvPr id="5" name="Picture 4"/>
          <p:cNvPicPr>
            <a:picLocks noChangeAspect="1"/>
          </p:cNvPicPr>
          <p:nvPr/>
        </p:nvPicPr>
        <p:blipFill>
          <a:blip r:embed="rId2"/>
          <a:stretch>
            <a:fillRect/>
          </a:stretch>
        </p:blipFill>
        <p:spPr>
          <a:xfrm>
            <a:off x="2320624" y="990600"/>
            <a:ext cx="7360862" cy="5548319"/>
          </a:xfrm>
          <a:prstGeom prst="rect">
            <a:avLst/>
          </a:prstGeom>
          <a:ln w="12700">
            <a:solidFill>
              <a:schemeClr val="tx1"/>
            </a:solidFill>
          </a:ln>
        </p:spPr>
      </p:pic>
      <p:sp>
        <p:nvSpPr>
          <p:cNvPr id="3" name="Footer Placeholder 2"/>
          <p:cNvSpPr>
            <a:spLocks noGrp="1"/>
          </p:cNvSpPr>
          <p:nvPr>
            <p:ph type="ftr" sz="quarter" idx="11"/>
          </p:nvPr>
        </p:nvSpPr>
        <p:spPr/>
        <p:txBody>
          <a:bodyPr/>
          <a:lstStyle/>
          <a:p>
            <a:r>
              <a:rPr lang="en-US" dirty="0"/>
              <a:t>Pooja Kumari Design Pattern          Unit V</a:t>
            </a:r>
          </a:p>
        </p:txBody>
      </p:sp>
      <p:sp>
        <p:nvSpPr>
          <p:cNvPr id="9" name="TextBox 8">
            <a:extLst>
              <a:ext uri="{FF2B5EF4-FFF2-40B4-BE49-F238E27FC236}">
                <a16:creationId xmlns:a16="http://schemas.microsoft.com/office/drawing/2014/main" id="{6FC55751-05D0-45C6-207E-B0656084DCAB}"/>
              </a:ext>
            </a:extLst>
          </p:cNvPr>
          <p:cNvSpPr txBox="1"/>
          <p:nvPr/>
        </p:nvSpPr>
        <p:spPr>
          <a:xfrm>
            <a:off x="3440953" y="0"/>
            <a:ext cx="6096000" cy="523220"/>
          </a:xfrm>
          <a:prstGeom prst="rect">
            <a:avLst/>
          </a:prstGeom>
          <a:noFill/>
        </p:spPr>
        <p:txBody>
          <a:bodyPr wrap="square">
            <a:spAutoFit/>
          </a:bodyPr>
          <a:lstStyle/>
          <a:p>
            <a:pPr algn="ctr">
              <a:spcBef>
                <a:spcPct val="0"/>
              </a:spcBef>
              <a:defRPr/>
            </a:pPr>
            <a:r>
              <a:rPr lang="en-US" sz="2800" dirty="0"/>
              <a:t>Implementation of (Strategy Pattern) </a:t>
            </a:r>
          </a:p>
        </p:txBody>
      </p:sp>
    </p:spTree>
    <p:extLst>
      <p:ext uri="{BB962C8B-B14F-4D97-AF65-F5344CB8AC3E}">
        <p14:creationId xmlns:p14="http://schemas.microsoft.com/office/powerpoint/2010/main" val="79925283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7E4D07D-C55E-4B18-8D91-21E832487B48}" type="datetime1">
              <a:rPr lang="en-US" smtClean="0"/>
              <a:t>6/27/2024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46</a:t>
            </a:fld>
            <a:endParaRPr lang="en-US" dirty="0"/>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pic>
        <p:nvPicPr>
          <p:cNvPr id="5" name="Picture 4"/>
          <p:cNvPicPr>
            <a:picLocks noChangeAspect="1"/>
          </p:cNvPicPr>
          <p:nvPr/>
        </p:nvPicPr>
        <p:blipFill>
          <a:blip r:embed="rId2"/>
          <a:stretch>
            <a:fillRect/>
          </a:stretch>
        </p:blipFill>
        <p:spPr>
          <a:xfrm>
            <a:off x="1828800" y="1001169"/>
            <a:ext cx="8709670" cy="5685479"/>
          </a:xfrm>
          <a:prstGeom prst="rect">
            <a:avLst/>
          </a:prstGeom>
          <a:ln w="12700">
            <a:solidFill>
              <a:schemeClr val="tx1"/>
            </a:solidFill>
          </a:ln>
        </p:spPr>
      </p:pic>
      <p:sp>
        <p:nvSpPr>
          <p:cNvPr id="3" name="Footer Placeholder 2"/>
          <p:cNvSpPr>
            <a:spLocks noGrp="1"/>
          </p:cNvSpPr>
          <p:nvPr>
            <p:ph type="ftr" sz="quarter" idx="11"/>
          </p:nvPr>
        </p:nvSpPr>
        <p:spPr/>
        <p:txBody>
          <a:bodyPr/>
          <a:lstStyle/>
          <a:p>
            <a:r>
              <a:rPr lang="en-US" dirty="0"/>
              <a:t>Pooja Kumari Design Pattern          Unit V</a:t>
            </a:r>
          </a:p>
        </p:txBody>
      </p:sp>
      <p:sp>
        <p:nvSpPr>
          <p:cNvPr id="9" name="TextBox 8">
            <a:extLst>
              <a:ext uri="{FF2B5EF4-FFF2-40B4-BE49-F238E27FC236}">
                <a16:creationId xmlns:a16="http://schemas.microsoft.com/office/drawing/2014/main" id="{88A0581F-D8BA-39EC-5D1D-802C79B63604}"/>
              </a:ext>
            </a:extLst>
          </p:cNvPr>
          <p:cNvSpPr txBox="1"/>
          <p:nvPr/>
        </p:nvSpPr>
        <p:spPr>
          <a:xfrm>
            <a:off x="3448424" y="-8965"/>
            <a:ext cx="6096000" cy="523220"/>
          </a:xfrm>
          <a:prstGeom prst="rect">
            <a:avLst/>
          </a:prstGeom>
          <a:noFill/>
        </p:spPr>
        <p:txBody>
          <a:bodyPr wrap="square">
            <a:spAutoFit/>
          </a:bodyPr>
          <a:lstStyle/>
          <a:p>
            <a:pPr algn="ctr">
              <a:spcBef>
                <a:spcPct val="0"/>
              </a:spcBef>
              <a:defRPr/>
            </a:pPr>
            <a:r>
              <a:rPr lang="en-US" sz="2800" dirty="0"/>
              <a:t>Implementation of (Strategy Pattern) </a:t>
            </a:r>
          </a:p>
        </p:txBody>
      </p:sp>
    </p:spTree>
    <p:extLst>
      <p:ext uri="{BB962C8B-B14F-4D97-AF65-F5344CB8AC3E}">
        <p14:creationId xmlns:p14="http://schemas.microsoft.com/office/powerpoint/2010/main" val="99476266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583E799-8FE0-4096-A79A-9622616718E5}" type="datetime1">
              <a:rPr lang="en-US" smtClean="0"/>
              <a:t>6/27/2024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47</a:t>
            </a:fld>
            <a:endParaRPr lang="en-US" dirty="0"/>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pic>
        <p:nvPicPr>
          <p:cNvPr id="3" name="Picture 2"/>
          <p:cNvPicPr>
            <a:picLocks noChangeAspect="1"/>
          </p:cNvPicPr>
          <p:nvPr/>
        </p:nvPicPr>
        <p:blipFill>
          <a:blip r:embed="rId2"/>
          <a:stretch>
            <a:fillRect/>
          </a:stretch>
        </p:blipFill>
        <p:spPr>
          <a:xfrm>
            <a:off x="1428206" y="2158330"/>
            <a:ext cx="9291043" cy="2738564"/>
          </a:xfrm>
          <a:prstGeom prst="rect">
            <a:avLst/>
          </a:prstGeom>
          <a:ln w="12700">
            <a:solidFill>
              <a:schemeClr val="tx1"/>
            </a:solidFill>
          </a:ln>
        </p:spPr>
      </p:pic>
      <p:sp>
        <p:nvSpPr>
          <p:cNvPr id="5" name="Footer Placeholder 4"/>
          <p:cNvSpPr>
            <a:spLocks noGrp="1"/>
          </p:cNvSpPr>
          <p:nvPr>
            <p:ph type="ftr" sz="quarter" idx="11"/>
          </p:nvPr>
        </p:nvSpPr>
        <p:spPr/>
        <p:txBody>
          <a:bodyPr/>
          <a:lstStyle/>
          <a:p>
            <a:r>
              <a:rPr lang="en-US" dirty="0"/>
              <a:t>Pooja Kumari Design Pattern          Unit V</a:t>
            </a:r>
          </a:p>
        </p:txBody>
      </p:sp>
      <p:sp>
        <p:nvSpPr>
          <p:cNvPr id="9" name="TextBox 8">
            <a:extLst>
              <a:ext uri="{FF2B5EF4-FFF2-40B4-BE49-F238E27FC236}">
                <a16:creationId xmlns:a16="http://schemas.microsoft.com/office/drawing/2014/main" id="{AB2B198B-D398-18FE-F85A-6A1C60D2EF63}"/>
              </a:ext>
            </a:extLst>
          </p:cNvPr>
          <p:cNvSpPr txBox="1"/>
          <p:nvPr/>
        </p:nvSpPr>
        <p:spPr>
          <a:xfrm>
            <a:off x="3124200" y="85146"/>
            <a:ext cx="6096000" cy="523220"/>
          </a:xfrm>
          <a:prstGeom prst="rect">
            <a:avLst/>
          </a:prstGeom>
          <a:noFill/>
        </p:spPr>
        <p:txBody>
          <a:bodyPr wrap="square">
            <a:spAutoFit/>
          </a:bodyPr>
          <a:lstStyle/>
          <a:p>
            <a:pPr algn="ctr">
              <a:spcBef>
                <a:spcPct val="0"/>
              </a:spcBef>
              <a:defRPr/>
            </a:pPr>
            <a:r>
              <a:rPr lang="en-US" sz="2800" dirty="0"/>
              <a:t>Implementation of (Strategy Pattern) </a:t>
            </a:r>
          </a:p>
        </p:txBody>
      </p:sp>
    </p:spTree>
    <p:extLst>
      <p:ext uri="{BB962C8B-B14F-4D97-AF65-F5344CB8AC3E}">
        <p14:creationId xmlns:p14="http://schemas.microsoft.com/office/powerpoint/2010/main" val="10306280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19200" y="1295400"/>
            <a:ext cx="10591800" cy="3657600"/>
          </a:xfrm>
          <a:solidFill>
            <a:schemeClr val="tx2">
              <a:lumMod val="60000"/>
              <a:lumOff val="40000"/>
            </a:schemeClr>
          </a:solidFill>
          <a:ln w="19050">
            <a:solidFill>
              <a:schemeClr val="tx1"/>
            </a:solidFill>
          </a:ln>
        </p:spPr>
        <p:txBody>
          <a:bodyPr>
            <a:normAutofit/>
          </a:bodyPr>
          <a:lstStyle/>
          <a:p>
            <a:pPr marL="0" indent="0" algn="just">
              <a:buNone/>
            </a:pPr>
            <a:r>
              <a:rPr lang="en-US" sz="2800" dirty="0"/>
              <a:t>Topic : Template Pattern.</a:t>
            </a:r>
          </a:p>
          <a:p>
            <a:pPr marL="0" indent="0" algn="just">
              <a:buNone/>
            </a:pPr>
            <a:endParaRPr lang="en-US" sz="2800" dirty="0"/>
          </a:p>
          <a:p>
            <a:pPr algn="just"/>
            <a:r>
              <a:rPr lang="en-US" sz="2800" dirty="0"/>
              <a:t>In this topic, the students will gain , The idea of a </a:t>
            </a:r>
            <a:r>
              <a:rPr lang="en-IN" sz="2800" dirty="0"/>
              <a:t>Behavioral</a:t>
            </a:r>
            <a:r>
              <a:rPr lang="en-US" sz="2800" dirty="0"/>
              <a:t> design pattern, In these design patterns </a:t>
            </a:r>
            <a:r>
              <a:rPr lang="en-US" sz="2800" dirty="0" err="1"/>
              <a:t>i.e</a:t>
            </a:r>
            <a:r>
              <a:rPr lang="en-US" sz="2800" dirty="0"/>
              <a:t> </a:t>
            </a:r>
            <a:r>
              <a:rPr lang="en-US" dirty="0"/>
              <a:t>In Template pattern, an abstract class exposes defined way(s)/template(s) to execute its methods</a:t>
            </a:r>
            <a:endParaRPr lang="en-US" sz="2800" dirty="0"/>
          </a:p>
        </p:txBody>
      </p:sp>
      <p:sp>
        <p:nvSpPr>
          <p:cNvPr id="4" name="Date Placeholder 3"/>
          <p:cNvSpPr>
            <a:spLocks noGrp="1"/>
          </p:cNvSpPr>
          <p:nvPr>
            <p:ph type="dt" sz="half" idx="10"/>
          </p:nvPr>
        </p:nvSpPr>
        <p:spPr/>
        <p:txBody>
          <a:bodyPr/>
          <a:lstStyle/>
          <a:p>
            <a:fld id="{1C57382C-8072-4774-A418-6E99319EE84E}" type="datetime1">
              <a:rPr lang="en-US" smtClean="0"/>
              <a:t>6/27/2024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48</a:t>
            </a:fld>
            <a:endParaRPr lang="en-US" dirty="0"/>
          </a:p>
        </p:txBody>
      </p:sp>
      <p:sp>
        <p:nvSpPr>
          <p:cNvPr id="8" name="Footer Placeholder 4"/>
          <p:cNvSpPr>
            <a:spLocks noGrp="1"/>
          </p:cNvSpPr>
          <p:nvPr>
            <p:ph type="ftr" sz="quarter" idx="11"/>
          </p:nvPr>
        </p:nvSpPr>
        <p:spPr>
          <a:xfrm>
            <a:off x="4038600" y="6356356"/>
            <a:ext cx="5029200" cy="365125"/>
          </a:xfrm>
        </p:spPr>
        <p:txBody>
          <a:bodyPr/>
          <a:lstStyle/>
          <a:p>
            <a:r>
              <a:rPr lang="en-US" dirty="0"/>
              <a:t>Pooja Kumari Design Pattern          Unit V</a:t>
            </a:r>
          </a:p>
        </p:txBody>
      </p:sp>
      <p:sp>
        <p:nvSpPr>
          <p:cNvPr id="5" name="TextBox 4">
            <a:extLst>
              <a:ext uri="{FF2B5EF4-FFF2-40B4-BE49-F238E27FC236}">
                <a16:creationId xmlns:a16="http://schemas.microsoft.com/office/drawing/2014/main" id="{3766739A-7C72-16E7-EC74-872C53189A31}"/>
              </a:ext>
            </a:extLst>
          </p:cNvPr>
          <p:cNvSpPr txBox="1"/>
          <p:nvPr/>
        </p:nvSpPr>
        <p:spPr>
          <a:xfrm>
            <a:off x="3657600" y="0"/>
            <a:ext cx="6096000" cy="523220"/>
          </a:xfrm>
          <a:prstGeom prst="rect">
            <a:avLst/>
          </a:prstGeom>
          <a:noFill/>
        </p:spPr>
        <p:txBody>
          <a:bodyPr wrap="square">
            <a:spAutoFit/>
          </a:bodyPr>
          <a:lstStyle/>
          <a:p>
            <a:pPr algn="ctr">
              <a:spcBef>
                <a:spcPct val="0"/>
              </a:spcBef>
              <a:defRPr/>
            </a:pPr>
            <a:r>
              <a:rPr lang="en-US" sz="2800" dirty="0"/>
              <a:t>Topic Objective</a:t>
            </a:r>
          </a:p>
        </p:txBody>
      </p:sp>
    </p:spTree>
    <p:extLst>
      <p:ext uri="{BB962C8B-B14F-4D97-AF65-F5344CB8AC3E}">
        <p14:creationId xmlns:p14="http://schemas.microsoft.com/office/powerpoint/2010/main" val="485457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92AC7E2-5A54-43A7-8AD4-11B31B24445E}" type="datetime1">
              <a:rPr lang="en-US" smtClean="0"/>
              <a:t>6/27/2024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49</a:t>
            </a:fld>
            <a:endParaRPr lang="en-US" dirty="0"/>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sp>
        <p:nvSpPr>
          <p:cNvPr id="3" name="Rectangle 2"/>
          <p:cNvSpPr/>
          <p:nvPr/>
        </p:nvSpPr>
        <p:spPr>
          <a:xfrm>
            <a:off x="342900" y="1093378"/>
            <a:ext cx="11506200" cy="5262979"/>
          </a:xfrm>
          <a:prstGeom prst="rect">
            <a:avLst/>
          </a:prstGeom>
          <a:solidFill>
            <a:schemeClr val="accent6">
              <a:lumMod val="20000"/>
              <a:lumOff val="80000"/>
            </a:schemeClr>
          </a:solidFill>
          <a:ln w="28575">
            <a:solidFill>
              <a:schemeClr val="tx1"/>
            </a:solidFill>
          </a:ln>
        </p:spPr>
        <p:txBody>
          <a:bodyPr wrap="square">
            <a:spAutoFit/>
          </a:bodyPr>
          <a:lstStyle/>
          <a:p>
            <a:pPr algn="just"/>
            <a:r>
              <a:rPr lang="en-US" sz="2800" b="1" u="sng" dirty="0">
                <a:latin typeface="+mj-lt"/>
              </a:rPr>
              <a:t>Template Pattern:-</a:t>
            </a:r>
          </a:p>
          <a:p>
            <a:pPr marL="457200" indent="-457200" algn="just">
              <a:buFont typeface="Wingdings" panose="05000000000000000000" pitchFamily="2" charset="2"/>
              <a:buChar char="Ø"/>
            </a:pPr>
            <a:r>
              <a:rPr lang="en-US" sz="2800" dirty="0">
                <a:latin typeface="+mj-lt"/>
              </a:rPr>
              <a:t>In Template pattern, an abstract class exposes defined way(s)/template(s) to execute its methods. Its subclasses can override the method implementation as per need but the invocation is to be in the same way as defined by an abstract class. This pattern comes under behavior pattern category.</a:t>
            </a:r>
          </a:p>
          <a:p>
            <a:pPr algn="just"/>
            <a:endParaRPr lang="en-US" sz="2800" dirty="0">
              <a:latin typeface="+mj-lt"/>
            </a:endParaRPr>
          </a:p>
          <a:p>
            <a:pPr marL="457200" indent="-457200" algn="just">
              <a:buFont typeface="Wingdings" panose="05000000000000000000" pitchFamily="2" charset="2"/>
              <a:buChar char="Ø"/>
            </a:pPr>
            <a:r>
              <a:rPr lang="en-US" sz="2800" dirty="0">
                <a:latin typeface="+mj-lt"/>
              </a:rPr>
              <a:t>A Template Pattern says that "just define the skeleton of a function in an operation, deferring some steps to its subclasses".</a:t>
            </a:r>
          </a:p>
          <a:p>
            <a:pPr algn="just"/>
            <a:endParaRPr lang="en-US" sz="2800" dirty="0">
              <a:latin typeface="+mj-lt"/>
            </a:endParaRPr>
          </a:p>
          <a:p>
            <a:pPr marL="457200" indent="-457200" algn="just">
              <a:buFont typeface="Wingdings" panose="05000000000000000000" pitchFamily="2" charset="2"/>
              <a:buChar char="Ø"/>
            </a:pPr>
            <a:r>
              <a:rPr lang="en-US" sz="2800" dirty="0">
                <a:latin typeface="+mj-lt"/>
              </a:rPr>
              <a:t>It is used when the common behavior among sub-classes should be moved to a single common class by avoiding the duplication.</a:t>
            </a:r>
          </a:p>
        </p:txBody>
      </p:sp>
      <p:sp>
        <p:nvSpPr>
          <p:cNvPr id="5" name="Footer Placeholder 4"/>
          <p:cNvSpPr>
            <a:spLocks noGrp="1"/>
          </p:cNvSpPr>
          <p:nvPr>
            <p:ph type="ftr" sz="quarter" idx="11"/>
          </p:nvPr>
        </p:nvSpPr>
        <p:spPr/>
        <p:txBody>
          <a:bodyPr/>
          <a:lstStyle/>
          <a:p>
            <a:r>
              <a:rPr lang="en-US" dirty="0"/>
              <a:t>Pooja Kumari Design Pattern          Unit V</a:t>
            </a:r>
          </a:p>
        </p:txBody>
      </p:sp>
      <p:sp>
        <p:nvSpPr>
          <p:cNvPr id="9" name="TextBox 8">
            <a:extLst>
              <a:ext uri="{FF2B5EF4-FFF2-40B4-BE49-F238E27FC236}">
                <a16:creationId xmlns:a16="http://schemas.microsoft.com/office/drawing/2014/main" id="{E70F9BCC-56D0-933D-81B9-5A8A5EDE2BAC}"/>
              </a:ext>
            </a:extLst>
          </p:cNvPr>
          <p:cNvSpPr txBox="1"/>
          <p:nvPr/>
        </p:nvSpPr>
        <p:spPr>
          <a:xfrm>
            <a:off x="3352800" y="0"/>
            <a:ext cx="6096000" cy="523220"/>
          </a:xfrm>
          <a:prstGeom prst="rect">
            <a:avLst/>
          </a:prstGeom>
          <a:noFill/>
        </p:spPr>
        <p:txBody>
          <a:bodyPr wrap="square">
            <a:spAutoFit/>
          </a:bodyPr>
          <a:lstStyle/>
          <a:p>
            <a:pPr algn="ctr">
              <a:spcBef>
                <a:spcPct val="0"/>
              </a:spcBef>
              <a:defRPr/>
            </a:pPr>
            <a:r>
              <a:rPr lang="en-US" sz="2800" dirty="0"/>
              <a:t>Template Pattern</a:t>
            </a:r>
          </a:p>
        </p:txBody>
      </p:sp>
    </p:spTree>
    <p:extLst>
      <p:ext uri="{BB962C8B-B14F-4D97-AF65-F5344CB8AC3E}">
        <p14:creationId xmlns:p14="http://schemas.microsoft.com/office/powerpoint/2010/main" val="105461993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9D55508-5778-452E-B723-62472FE8FEC2}" type="datetime1">
              <a:rPr lang="en-US" smtClean="0"/>
              <a:t>6/27/2024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50</a:t>
            </a:fld>
            <a:endParaRPr lang="en-US" dirty="0"/>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sp>
        <p:nvSpPr>
          <p:cNvPr id="3" name="Rectangle 2"/>
          <p:cNvSpPr/>
          <p:nvPr/>
        </p:nvSpPr>
        <p:spPr>
          <a:xfrm>
            <a:off x="285750" y="903973"/>
            <a:ext cx="11620500" cy="5262979"/>
          </a:xfrm>
          <a:prstGeom prst="rect">
            <a:avLst/>
          </a:prstGeom>
          <a:solidFill>
            <a:schemeClr val="accent6">
              <a:lumMod val="20000"/>
              <a:lumOff val="80000"/>
            </a:schemeClr>
          </a:solidFill>
          <a:ln w="28575">
            <a:solidFill>
              <a:schemeClr val="tx1"/>
            </a:solidFill>
          </a:ln>
        </p:spPr>
        <p:txBody>
          <a:bodyPr wrap="square">
            <a:spAutoFit/>
          </a:bodyPr>
          <a:lstStyle/>
          <a:p>
            <a:pPr marL="457200" indent="-457200" algn="just">
              <a:buFont typeface="Wingdings" panose="05000000000000000000" pitchFamily="2" charset="2"/>
              <a:buChar char="Ø"/>
            </a:pPr>
            <a:r>
              <a:rPr lang="en-US" sz="2800" dirty="0">
                <a:latin typeface="+mj-lt"/>
              </a:rPr>
              <a:t>We are going to create a Game abstract class defining operations with a template method set to be final so that it cannot be overridden. Cricket and Football are concrete classes that extend Game and override its methods.</a:t>
            </a:r>
          </a:p>
          <a:p>
            <a:pPr marL="457200" indent="-457200" algn="just">
              <a:buFont typeface="Wingdings" panose="05000000000000000000" pitchFamily="2" charset="2"/>
              <a:buChar char="Ø"/>
            </a:pPr>
            <a:endParaRPr lang="en-US" sz="2800" dirty="0">
              <a:latin typeface="+mj-lt"/>
            </a:endParaRPr>
          </a:p>
          <a:p>
            <a:pPr marL="457200" indent="-457200" algn="just">
              <a:buFont typeface="Wingdings" panose="05000000000000000000" pitchFamily="2" charset="2"/>
              <a:buChar char="Ø"/>
            </a:pPr>
            <a:r>
              <a:rPr lang="en-US" sz="2800" dirty="0" err="1">
                <a:latin typeface="+mj-lt"/>
              </a:rPr>
              <a:t>TemplatePatternDemo</a:t>
            </a:r>
            <a:r>
              <a:rPr lang="en-US" sz="2800" dirty="0">
                <a:latin typeface="+mj-lt"/>
              </a:rPr>
              <a:t>, our demo class, will use Game to demonstrate use of template pattern.</a:t>
            </a:r>
          </a:p>
          <a:p>
            <a:pPr algn="just"/>
            <a:endParaRPr lang="en-US" sz="2800" dirty="0">
              <a:latin typeface="+mj-lt"/>
            </a:endParaRPr>
          </a:p>
          <a:p>
            <a:pPr marL="457200" indent="-457200" algn="just">
              <a:buFont typeface="Wingdings" panose="05000000000000000000" pitchFamily="2" charset="2"/>
              <a:buChar char="Ø"/>
            </a:pPr>
            <a:r>
              <a:rPr lang="en-US" sz="2800" dirty="0">
                <a:latin typeface="+mj-lt"/>
              </a:rPr>
              <a:t>In Template pattern, an abstract class exposes defined way(s)/template(s) to execute its methods. Its subclasses can override the method implementation as per need but the invocation is to be in the same way as defined by an abstract class. This pattern comes under behavior pattern category.</a:t>
            </a:r>
          </a:p>
        </p:txBody>
      </p:sp>
      <p:sp>
        <p:nvSpPr>
          <p:cNvPr id="5" name="Footer Placeholder 4"/>
          <p:cNvSpPr>
            <a:spLocks noGrp="1"/>
          </p:cNvSpPr>
          <p:nvPr>
            <p:ph type="ftr" sz="quarter" idx="11"/>
          </p:nvPr>
        </p:nvSpPr>
        <p:spPr/>
        <p:txBody>
          <a:bodyPr/>
          <a:lstStyle/>
          <a:p>
            <a:r>
              <a:rPr lang="en-US" dirty="0"/>
              <a:t>Pooja Kumari Design Pattern          Unit V</a:t>
            </a:r>
          </a:p>
        </p:txBody>
      </p:sp>
      <p:sp>
        <p:nvSpPr>
          <p:cNvPr id="9" name="TextBox 8">
            <a:extLst>
              <a:ext uri="{FF2B5EF4-FFF2-40B4-BE49-F238E27FC236}">
                <a16:creationId xmlns:a16="http://schemas.microsoft.com/office/drawing/2014/main" id="{4677088F-6385-4A6D-DC4D-86EE4B5CC72A}"/>
              </a:ext>
            </a:extLst>
          </p:cNvPr>
          <p:cNvSpPr txBox="1"/>
          <p:nvPr/>
        </p:nvSpPr>
        <p:spPr>
          <a:xfrm>
            <a:off x="3352800" y="90631"/>
            <a:ext cx="6096000" cy="523220"/>
          </a:xfrm>
          <a:prstGeom prst="rect">
            <a:avLst/>
          </a:prstGeom>
          <a:noFill/>
        </p:spPr>
        <p:txBody>
          <a:bodyPr wrap="square">
            <a:spAutoFit/>
          </a:bodyPr>
          <a:lstStyle/>
          <a:p>
            <a:pPr algn="ctr">
              <a:spcBef>
                <a:spcPct val="0"/>
              </a:spcBef>
              <a:defRPr/>
            </a:pPr>
            <a:r>
              <a:rPr lang="en-US" sz="2800" dirty="0"/>
              <a:t>Implementation of (Template Pattern) </a:t>
            </a:r>
          </a:p>
        </p:txBody>
      </p:sp>
    </p:spTree>
    <p:extLst>
      <p:ext uri="{BB962C8B-B14F-4D97-AF65-F5344CB8AC3E}">
        <p14:creationId xmlns:p14="http://schemas.microsoft.com/office/powerpoint/2010/main" val="76681580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3BBD6610-C345-4FC3-BC5E-C8197082813F}" type="datetime1">
              <a:rPr lang="en-US" smtClean="0"/>
              <a:t>6/27/2024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51</a:t>
            </a:fld>
            <a:endParaRPr lang="en-US" dirty="0"/>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pic>
        <p:nvPicPr>
          <p:cNvPr id="5" name="Picture 4"/>
          <p:cNvPicPr>
            <a:picLocks noChangeAspect="1"/>
          </p:cNvPicPr>
          <p:nvPr/>
        </p:nvPicPr>
        <p:blipFill>
          <a:blip r:embed="rId2"/>
          <a:stretch>
            <a:fillRect/>
          </a:stretch>
        </p:blipFill>
        <p:spPr>
          <a:xfrm>
            <a:off x="1600200" y="914400"/>
            <a:ext cx="9181347" cy="5550814"/>
          </a:xfrm>
          <a:prstGeom prst="rect">
            <a:avLst/>
          </a:prstGeom>
          <a:ln w="12700">
            <a:solidFill>
              <a:schemeClr val="tx1"/>
            </a:solidFill>
          </a:ln>
        </p:spPr>
      </p:pic>
      <p:sp>
        <p:nvSpPr>
          <p:cNvPr id="3" name="Footer Placeholder 2"/>
          <p:cNvSpPr>
            <a:spLocks noGrp="1"/>
          </p:cNvSpPr>
          <p:nvPr>
            <p:ph type="ftr" sz="quarter" idx="11"/>
          </p:nvPr>
        </p:nvSpPr>
        <p:spPr/>
        <p:txBody>
          <a:bodyPr/>
          <a:lstStyle/>
          <a:p>
            <a:r>
              <a:rPr lang="en-US" dirty="0"/>
              <a:t>Pooja Kumari Design Pattern          Unit V</a:t>
            </a:r>
          </a:p>
        </p:txBody>
      </p:sp>
      <p:sp>
        <p:nvSpPr>
          <p:cNvPr id="9" name="TextBox 8">
            <a:extLst>
              <a:ext uri="{FF2B5EF4-FFF2-40B4-BE49-F238E27FC236}">
                <a16:creationId xmlns:a16="http://schemas.microsoft.com/office/drawing/2014/main" id="{B8C4AAE3-5A82-D17A-9311-D67DA3FD63A6}"/>
              </a:ext>
            </a:extLst>
          </p:cNvPr>
          <p:cNvSpPr txBox="1"/>
          <p:nvPr/>
        </p:nvSpPr>
        <p:spPr>
          <a:xfrm>
            <a:off x="3445435" y="23454"/>
            <a:ext cx="6096000" cy="523220"/>
          </a:xfrm>
          <a:prstGeom prst="rect">
            <a:avLst/>
          </a:prstGeom>
          <a:noFill/>
        </p:spPr>
        <p:txBody>
          <a:bodyPr wrap="square">
            <a:spAutoFit/>
          </a:bodyPr>
          <a:lstStyle/>
          <a:p>
            <a:pPr algn="ctr">
              <a:spcBef>
                <a:spcPct val="0"/>
              </a:spcBef>
              <a:defRPr/>
            </a:pPr>
            <a:r>
              <a:rPr lang="en-US" sz="2800" dirty="0"/>
              <a:t>UML\Structure for Template Pattern </a:t>
            </a:r>
          </a:p>
        </p:txBody>
      </p:sp>
    </p:spTree>
    <p:extLst>
      <p:ext uri="{BB962C8B-B14F-4D97-AF65-F5344CB8AC3E}">
        <p14:creationId xmlns:p14="http://schemas.microsoft.com/office/powerpoint/2010/main" val="377722913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5BCF856-49C6-491F-BA18-6F51C02FCA8A}" type="datetime1">
              <a:rPr lang="en-US" smtClean="0"/>
              <a:t>6/27/2024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52</a:t>
            </a:fld>
            <a:endParaRPr lang="en-US" dirty="0"/>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pic>
        <p:nvPicPr>
          <p:cNvPr id="3" name="Picture 2"/>
          <p:cNvPicPr>
            <a:picLocks noChangeAspect="1"/>
          </p:cNvPicPr>
          <p:nvPr/>
        </p:nvPicPr>
        <p:blipFill>
          <a:blip r:embed="rId2"/>
          <a:stretch>
            <a:fillRect/>
          </a:stretch>
        </p:blipFill>
        <p:spPr>
          <a:xfrm>
            <a:off x="3800890" y="838200"/>
            <a:ext cx="6326453" cy="5898522"/>
          </a:xfrm>
          <a:prstGeom prst="rect">
            <a:avLst/>
          </a:prstGeom>
          <a:ln w="12700">
            <a:solidFill>
              <a:schemeClr val="tx1"/>
            </a:solidFill>
          </a:ln>
        </p:spPr>
      </p:pic>
      <p:pic>
        <p:nvPicPr>
          <p:cNvPr id="8" name="Picture 7"/>
          <p:cNvPicPr>
            <a:picLocks noChangeAspect="1"/>
          </p:cNvPicPr>
          <p:nvPr/>
        </p:nvPicPr>
        <p:blipFill>
          <a:blip r:embed="rId3"/>
          <a:stretch>
            <a:fillRect/>
          </a:stretch>
        </p:blipFill>
        <p:spPr>
          <a:xfrm>
            <a:off x="1546576" y="735842"/>
            <a:ext cx="1907824" cy="809926"/>
          </a:xfrm>
          <a:prstGeom prst="rect">
            <a:avLst/>
          </a:prstGeom>
        </p:spPr>
      </p:pic>
      <p:sp>
        <p:nvSpPr>
          <p:cNvPr id="5" name="Footer Placeholder 4"/>
          <p:cNvSpPr>
            <a:spLocks noGrp="1"/>
          </p:cNvSpPr>
          <p:nvPr>
            <p:ph type="ftr" sz="quarter" idx="11"/>
          </p:nvPr>
        </p:nvSpPr>
        <p:spPr/>
        <p:txBody>
          <a:bodyPr/>
          <a:lstStyle/>
          <a:p>
            <a:r>
              <a:rPr lang="en-US" dirty="0"/>
              <a:t>Pooja Kumari   Design Pattern          Unit V</a:t>
            </a:r>
          </a:p>
        </p:txBody>
      </p:sp>
      <p:sp>
        <p:nvSpPr>
          <p:cNvPr id="10" name="TextBox 9">
            <a:extLst>
              <a:ext uri="{FF2B5EF4-FFF2-40B4-BE49-F238E27FC236}">
                <a16:creationId xmlns:a16="http://schemas.microsoft.com/office/drawing/2014/main" id="{4A5BE10F-7AC3-32A0-360F-10D4DA3AF038}"/>
              </a:ext>
            </a:extLst>
          </p:cNvPr>
          <p:cNvSpPr txBox="1"/>
          <p:nvPr/>
        </p:nvSpPr>
        <p:spPr>
          <a:xfrm>
            <a:off x="3657600" y="100659"/>
            <a:ext cx="6096000" cy="523220"/>
          </a:xfrm>
          <a:prstGeom prst="rect">
            <a:avLst/>
          </a:prstGeom>
          <a:noFill/>
        </p:spPr>
        <p:txBody>
          <a:bodyPr wrap="square">
            <a:spAutoFit/>
          </a:bodyPr>
          <a:lstStyle/>
          <a:p>
            <a:pPr algn="ctr">
              <a:spcBef>
                <a:spcPct val="0"/>
              </a:spcBef>
              <a:defRPr/>
            </a:pPr>
            <a:r>
              <a:rPr lang="en-US" sz="2800" dirty="0"/>
              <a:t>Implementation of (Template Pattern) </a:t>
            </a:r>
          </a:p>
        </p:txBody>
      </p:sp>
    </p:spTree>
    <p:extLst>
      <p:ext uri="{BB962C8B-B14F-4D97-AF65-F5344CB8AC3E}">
        <p14:creationId xmlns:p14="http://schemas.microsoft.com/office/powerpoint/2010/main" val="149881371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3F10F4D-5AC8-49E1-A62D-EDE9EFFE5A1D}" type="datetime1">
              <a:rPr lang="en-US" smtClean="0"/>
              <a:t>6/27/2024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53</a:t>
            </a:fld>
            <a:endParaRPr lang="en-US" dirty="0"/>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pic>
        <p:nvPicPr>
          <p:cNvPr id="5" name="Picture 4"/>
          <p:cNvPicPr>
            <a:picLocks noChangeAspect="1"/>
          </p:cNvPicPr>
          <p:nvPr/>
        </p:nvPicPr>
        <p:blipFill>
          <a:blip r:embed="rId2"/>
          <a:stretch>
            <a:fillRect/>
          </a:stretch>
        </p:blipFill>
        <p:spPr>
          <a:xfrm>
            <a:off x="2366116" y="838200"/>
            <a:ext cx="7129840" cy="5883282"/>
          </a:xfrm>
          <a:prstGeom prst="rect">
            <a:avLst/>
          </a:prstGeom>
          <a:ln w="12700">
            <a:solidFill>
              <a:schemeClr val="tx1"/>
            </a:solidFill>
          </a:ln>
        </p:spPr>
      </p:pic>
      <p:sp>
        <p:nvSpPr>
          <p:cNvPr id="3" name="Footer Placeholder 2"/>
          <p:cNvSpPr>
            <a:spLocks noGrp="1"/>
          </p:cNvSpPr>
          <p:nvPr>
            <p:ph type="ftr" sz="quarter" idx="11"/>
          </p:nvPr>
        </p:nvSpPr>
        <p:spPr/>
        <p:txBody>
          <a:bodyPr/>
          <a:lstStyle/>
          <a:p>
            <a:r>
              <a:rPr lang="en-US" dirty="0"/>
              <a:t>Pooja Kumari    Design Pattern          Unit V</a:t>
            </a:r>
          </a:p>
        </p:txBody>
      </p:sp>
      <p:sp>
        <p:nvSpPr>
          <p:cNvPr id="9" name="TextBox 8">
            <a:extLst>
              <a:ext uri="{FF2B5EF4-FFF2-40B4-BE49-F238E27FC236}">
                <a16:creationId xmlns:a16="http://schemas.microsoft.com/office/drawing/2014/main" id="{E340AC1E-4221-1975-20F7-3D44122580D4}"/>
              </a:ext>
            </a:extLst>
          </p:cNvPr>
          <p:cNvSpPr txBox="1"/>
          <p:nvPr/>
        </p:nvSpPr>
        <p:spPr>
          <a:xfrm>
            <a:off x="3485776" y="9900"/>
            <a:ext cx="6096000" cy="523220"/>
          </a:xfrm>
          <a:prstGeom prst="rect">
            <a:avLst/>
          </a:prstGeom>
          <a:noFill/>
        </p:spPr>
        <p:txBody>
          <a:bodyPr wrap="square">
            <a:spAutoFit/>
          </a:bodyPr>
          <a:lstStyle/>
          <a:p>
            <a:pPr algn="ctr">
              <a:spcBef>
                <a:spcPct val="0"/>
              </a:spcBef>
              <a:defRPr/>
            </a:pPr>
            <a:r>
              <a:rPr lang="en-US" sz="2800" dirty="0"/>
              <a:t>Implementation of (Template Pattern) </a:t>
            </a:r>
          </a:p>
        </p:txBody>
      </p:sp>
    </p:spTree>
    <p:extLst>
      <p:ext uri="{BB962C8B-B14F-4D97-AF65-F5344CB8AC3E}">
        <p14:creationId xmlns:p14="http://schemas.microsoft.com/office/powerpoint/2010/main" val="272333836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9CCC0C20-6CEC-4533-848B-009BCC27CB61}" type="datetime1">
              <a:rPr lang="en-US" smtClean="0"/>
              <a:t>6/27/2024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54</a:t>
            </a:fld>
            <a:endParaRPr lang="en-US" dirty="0"/>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sp>
        <p:nvSpPr>
          <p:cNvPr id="8" name="TextBox 7"/>
          <p:cNvSpPr txBox="1"/>
          <p:nvPr/>
        </p:nvSpPr>
        <p:spPr>
          <a:xfrm>
            <a:off x="152400" y="925139"/>
            <a:ext cx="2412492" cy="461665"/>
          </a:xfrm>
          <a:prstGeom prst="rect">
            <a:avLst/>
          </a:prstGeom>
          <a:noFill/>
          <a:ln w="12700">
            <a:solidFill>
              <a:schemeClr val="tx1"/>
            </a:solidFill>
          </a:ln>
        </p:spPr>
        <p:txBody>
          <a:bodyPr wrap="square" rtlCol="0">
            <a:spAutoFit/>
          </a:bodyPr>
          <a:lstStyle/>
          <a:p>
            <a:r>
              <a:rPr lang="en-US" sz="2400" dirty="0"/>
              <a:t>Step -2 Cont.……..</a:t>
            </a:r>
          </a:p>
        </p:txBody>
      </p:sp>
      <p:pic>
        <p:nvPicPr>
          <p:cNvPr id="3" name="Picture 2"/>
          <p:cNvPicPr>
            <a:picLocks noChangeAspect="1"/>
          </p:cNvPicPr>
          <p:nvPr/>
        </p:nvPicPr>
        <p:blipFill>
          <a:blip r:embed="rId2"/>
          <a:stretch>
            <a:fillRect/>
          </a:stretch>
        </p:blipFill>
        <p:spPr>
          <a:xfrm>
            <a:off x="3474091" y="925139"/>
            <a:ext cx="8119195" cy="5831177"/>
          </a:xfrm>
          <a:prstGeom prst="rect">
            <a:avLst/>
          </a:prstGeom>
          <a:ln w="9525">
            <a:solidFill>
              <a:schemeClr val="tx1"/>
            </a:solidFill>
          </a:ln>
        </p:spPr>
      </p:pic>
      <p:sp>
        <p:nvSpPr>
          <p:cNvPr id="5" name="Footer Placeholder 4"/>
          <p:cNvSpPr>
            <a:spLocks noGrp="1"/>
          </p:cNvSpPr>
          <p:nvPr>
            <p:ph type="ftr" sz="quarter" idx="11"/>
          </p:nvPr>
        </p:nvSpPr>
        <p:spPr/>
        <p:txBody>
          <a:bodyPr/>
          <a:lstStyle/>
          <a:p>
            <a:r>
              <a:rPr lang="en-US" dirty="0"/>
              <a:t>Pooja Kumari Design Pattern          Unit V</a:t>
            </a:r>
          </a:p>
        </p:txBody>
      </p:sp>
      <p:sp>
        <p:nvSpPr>
          <p:cNvPr id="10" name="TextBox 9">
            <a:extLst>
              <a:ext uri="{FF2B5EF4-FFF2-40B4-BE49-F238E27FC236}">
                <a16:creationId xmlns:a16="http://schemas.microsoft.com/office/drawing/2014/main" id="{44E22248-3DFB-ABFD-7165-7E97A86808AF}"/>
              </a:ext>
            </a:extLst>
          </p:cNvPr>
          <p:cNvSpPr txBox="1"/>
          <p:nvPr/>
        </p:nvSpPr>
        <p:spPr>
          <a:xfrm>
            <a:off x="3581400" y="74790"/>
            <a:ext cx="6096000" cy="523220"/>
          </a:xfrm>
          <a:prstGeom prst="rect">
            <a:avLst/>
          </a:prstGeom>
          <a:noFill/>
        </p:spPr>
        <p:txBody>
          <a:bodyPr wrap="square">
            <a:spAutoFit/>
          </a:bodyPr>
          <a:lstStyle/>
          <a:p>
            <a:pPr algn="ctr">
              <a:spcBef>
                <a:spcPct val="0"/>
              </a:spcBef>
              <a:defRPr/>
            </a:pPr>
            <a:r>
              <a:rPr lang="en-US" sz="2800" dirty="0"/>
              <a:t>Implementation of (Template Pattern) </a:t>
            </a:r>
          </a:p>
        </p:txBody>
      </p:sp>
    </p:spTree>
    <p:extLst>
      <p:ext uri="{BB962C8B-B14F-4D97-AF65-F5344CB8AC3E}">
        <p14:creationId xmlns:p14="http://schemas.microsoft.com/office/powerpoint/2010/main" val="151513055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3FBE5AB5-4011-49BA-9870-DD39826E1874}" type="datetime1">
              <a:rPr lang="en-US" smtClean="0"/>
              <a:t>6/27/2024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55</a:t>
            </a:fld>
            <a:endParaRPr lang="en-US" dirty="0"/>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pic>
        <p:nvPicPr>
          <p:cNvPr id="3" name="Picture 2"/>
          <p:cNvPicPr>
            <a:picLocks noChangeAspect="1"/>
          </p:cNvPicPr>
          <p:nvPr/>
        </p:nvPicPr>
        <p:blipFill>
          <a:blip r:embed="rId2"/>
          <a:stretch>
            <a:fillRect/>
          </a:stretch>
        </p:blipFill>
        <p:spPr>
          <a:xfrm>
            <a:off x="1485708" y="838200"/>
            <a:ext cx="9717007" cy="5531220"/>
          </a:xfrm>
          <a:prstGeom prst="rect">
            <a:avLst/>
          </a:prstGeom>
          <a:ln w="12700">
            <a:solidFill>
              <a:schemeClr val="tx1"/>
            </a:solidFill>
          </a:ln>
        </p:spPr>
      </p:pic>
      <p:sp>
        <p:nvSpPr>
          <p:cNvPr id="5" name="Footer Placeholder 4"/>
          <p:cNvSpPr>
            <a:spLocks noGrp="1"/>
          </p:cNvSpPr>
          <p:nvPr>
            <p:ph type="ftr" sz="quarter" idx="11"/>
          </p:nvPr>
        </p:nvSpPr>
        <p:spPr/>
        <p:txBody>
          <a:bodyPr/>
          <a:lstStyle/>
          <a:p>
            <a:r>
              <a:rPr lang="en-US" dirty="0"/>
              <a:t>Pooja Kumari Design Pattern          Unit V</a:t>
            </a:r>
          </a:p>
        </p:txBody>
      </p:sp>
      <p:sp>
        <p:nvSpPr>
          <p:cNvPr id="9" name="TextBox 8">
            <a:extLst>
              <a:ext uri="{FF2B5EF4-FFF2-40B4-BE49-F238E27FC236}">
                <a16:creationId xmlns:a16="http://schemas.microsoft.com/office/drawing/2014/main" id="{440D0415-7E37-CEF0-A693-3B810E21CDF1}"/>
              </a:ext>
            </a:extLst>
          </p:cNvPr>
          <p:cNvSpPr txBox="1"/>
          <p:nvPr/>
        </p:nvSpPr>
        <p:spPr>
          <a:xfrm>
            <a:off x="3657600" y="9900"/>
            <a:ext cx="6096000" cy="523220"/>
          </a:xfrm>
          <a:prstGeom prst="rect">
            <a:avLst/>
          </a:prstGeom>
          <a:noFill/>
        </p:spPr>
        <p:txBody>
          <a:bodyPr wrap="square">
            <a:spAutoFit/>
          </a:bodyPr>
          <a:lstStyle/>
          <a:p>
            <a:pPr algn="ctr">
              <a:spcBef>
                <a:spcPct val="0"/>
              </a:spcBef>
              <a:defRPr/>
            </a:pPr>
            <a:r>
              <a:rPr lang="en-US" sz="2800" dirty="0"/>
              <a:t>Implementation of (Template Pattern) </a:t>
            </a:r>
          </a:p>
        </p:txBody>
      </p:sp>
    </p:spTree>
    <p:extLst>
      <p:ext uri="{BB962C8B-B14F-4D97-AF65-F5344CB8AC3E}">
        <p14:creationId xmlns:p14="http://schemas.microsoft.com/office/powerpoint/2010/main" val="38132798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88C779D-31B0-41F4-9184-611B8CCC4259}" type="datetime1">
              <a:rPr lang="en-US" smtClean="0"/>
              <a:t>6/27/2024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56</a:t>
            </a:fld>
            <a:endParaRPr lang="en-US" dirty="0"/>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pic>
        <p:nvPicPr>
          <p:cNvPr id="3" name="Picture 2"/>
          <p:cNvPicPr>
            <a:picLocks noChangeAspect="1"/>
          </p:cNvPicPr>
          <p:nvPr/>
        </p:nvPicPr>
        <p:blipFill>
          <a:blip r:embed="rId2"/>
          <a:stretch>
            <a:fillRect/>
          </a:stretch>
        </p:blipFill>
        <p:spPr>
          <a:xfrm>
            <a:off x="1219200" y="1334184"/>
            <a:ext cx="9299908" cy="4373794"/>
          </a:xfrm>
          <a:prstGeom prst="rect">
            <a:avLst/>
          </a:prstGeom>
          <a:ln w="9525">
            <a:solidFill>
              <a:schemeClr val="tx1"/>
            </a:solidFill>
          </a:ln>
        </p:spPr>
      </p:pic>
      <p:sp>
        <p:nvSpPr>
          <p:cNvPr id="5" name="Footer Placeholder 4"/>
          <p:cNvSpPr>
            <a:spLocks noGrp="1"/>
          </p:cNvSpPr>
          <p:nvPr>
            <p:ph type="ftr" sz="quarter" idx="11"/>
          </p:nvPr>
        </p:nvSpPr>
        <p:spPr/>
        <p:txBody>
          <a:bodyPr/>
          <a:lstStyle/>
          <a:p>
            <a:r>
              <a:rPr lang="en-US" dirty="0"/>
              <a:t>Pooja Kumari Design Pattern          Unit V</a:t>
            </a:r>
          </a:p>
        </p:txBody>
      </p:sp>
      <p:sp>
        <p:nvSpPr>
          <p:cNvPr id="9" name="TextBox 8">
            <a:extLst>
              <a:ext uri="{FF2B5EF4-FFF2-40B4-BE49-F238E27FC236}">
                <a16:creationId xmlns:a16="http://schemas.microsoft.com/office/drawing/2014/main" id="{DFE2BBA9-D1DF-B56A-B5FF-8CCF64D1E81C}"/>
              </a:ext>
            </a:extLst>
          </p:cNvPr>
          <p:cNvSpPr txBox="1"/>
          <p:nvPr/>
        </p:nvSpPr>
        <p:spPr>
          <a:xfrm>
            <a:off x="3810000" y="0"/>
            <a:ext cx="6096000" cy="523220"/>
          </a:xfrm>
          <a:prstGeom prst="rect">
            <a:avLst/>
          </a:prstGeom>
          <a:noFill/>
        </p:spPr>
        <p:txBody>
          <a:bodyPr wrap="square">
            <a:spAutoFit/>
          </a:bodyPr>
          <a:lstStyle/>
          <a:p>
            <a:pPr algn="ctr">
              <a:spcBef>
                <a:spcPct val="0"/>
              </a:spcBef>
              <a:defRPr/>
            </a:pPr>
            <a:r>
              <a:rPr lang="en-US" sz="2800" dirty="0"/>
              <a:t>Implementation of (Template Pattern) </a:t>
            </a:r>
          </a:p>
        </p:txBody>
      </p:sp>
    </p:spTree>
    <p:extLst>
      <p:ext uri="{BB962C8B-B14F-4D97-AF65-F5344CB8AC3E}">
        <p14:creationId xmlns:p14="http://schemas.microsoft.com/office/powerpoint/2010/main" val="294426958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19200" y="1295400"/>
            <a:ext cx="10591800" cy="3657600"/>
          </a:xfrm>
          <a:solidFill>
            <a:schemeClr val="tx2">
              <a:lumMod val="60000"/>
              <a:lumOff val="40000"/>
            </a:schemeClr>
          </a:solidFill>
          <a:ln w="19050">
            <a:solidFill>
              <a:schemeClr val="tx1"/>
            </a:solidFill>
          </a:ln>
        </p:spPr>
        <p:txBody>
          <a:bodyPr>
            <a:normAutofit/>
          </a:bodyPr>
          <a:lstStyle/>
          <a:p>
            <a:pPr marL="0" indent="0" algn="just">
              <a:buNone/>
            </a:pPr>
            <a:r>
              <a:rPr lang="en-US" sz="2800" dirty="0"/>
              <a:t>Topic : Visitor Pattern.</a:t>
            </a:r>
          </a:p>
          <a:p>
            <a:pPr marL="0" indent="0" algn="just">
              <a:buNone/>
            </a:pPr>
            <a:endParaRPr lang="en-US" sz="2800" dirty="0"/>
          </a:p>
          <a:p>
            <a:pPr algn="just"/>
            <a:r>
              <a:rPr lang="en-US" sz="2800" dirty="0"/>
              <a:t>In this topic, the students will gain , The idea of a </a:t>
            </a:r>
            <a:r>
              <a:rPr lang="en-IN" sz="2800" dirty="0"/>
              <a:t>Behavioral</a:t>
            </a:r>
            <a:r>
              <a:rPr lang="en-US" sz="2800" dirty="0"/>
              <a:t> design pattern, In these design patterns This pattern comes under behavior pattern category. As per the pattern, element object has to accept the visitor object so that visitor object handles the operation on the element object.</a:t>
            </a:r>
          </a:p>
        </p:txBody>
      </p:sp>
      <p:sp>
        <p:nvSpPr>
          <p:cNvPr id="4" name="Date Placeholder 3"/>
          <p:cNvSpPr>
            <a:spLocks noGrp="1"/>
          </p:cNvSpPr>
          <p:nvPr>
            <p:ph type="dt" sz="half" idx="10"/>
          </p:nvPr>
        </p:nvSpPr>
        <p:spPr/>
        <p:txBody>
          <a:bodyPr/>
          <a:lstStyle/>
          <a:p>
            <a:fld id="{3BD491BF-6EAC-4C78-A090-88811071BB1A}" type="datetime1">
              <a:rPr lang="en-US" smtClean="0"/>
              <a:t>6/27/2024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57</a:t>
            </a:fld>
            <a:endParaRPr lang="en-US" dirty="0"/>
          </a:p>
        </p:txBody>
      </p:sp>
      <p:sp>
        <p:nvSpPr>
          <p:cNvPr id="8" name="Footer Placeholder 4"/>
          <p:cNvSpPr>
            <a:spLocks noGrp="1"/>
          </p:cNvSpPr>
          <p:nvPr>
            <p:ph type="ftr" sz="quarter" idx="11"/>
          </p:nvPr>
        </p:nvSpPr>
        <p:spPr>
          <a:xfrm>
            <a:off x="4038600" y="6356356"/>
            <a:ext cx="5029200" cy="365125"/>
          </a:xfrm>
        </p:spPr>
        <p:txBody>
          <a:bodyPr/>
          <a:lstStyle/>
          <a:p>
            <a:r>
              <a:rPr lang="en-US" dirty="0"/>
              <a:t>Pooja Kumari Design Pattern          Unit V</a:t>
            </a:r>
          </a:p>
        </p:txBody>
      </p:sp>
      <p:sp>
        <p:nvSpPr>
          <p:cNvPr id="5" name="TextBox 4">
            <a:extLst>
              <a:ext uri="{FF2B5EF4-FFF2-40B4-BE49-F238E27FC236}">
                <a16:creationId xmlns:a16="http://schemas.microsoft.com/office/drawing/2014/main" id="{EDB3FCD1-B0FE-6689-55BC-C63D9B790895}"/>
              </a:ext>
            </a:extLst>
          </p:cNvPr>
          <p:cNvSpPr txBox="1"/>
          <p:nvPr/>
        </p:nvSpPr>
        <p:spPr>
          <a:xfrm>
            <a:off x="3467847" y="-48148"/>
            <a:ext cx="6096000" cy="523220"/>
          </a:xfrm>
          <a:prstGeom prst="rect">
            <a:avLst/>
          </a:prstGeom>
          <a:noFill/>
        </p:spPr>
        <p:txBody>
          <a:bodyPr wrap="square">
            <a:spAutoFit/>
          </a:bodyPr>
          <a:lstStyle/>
          <a:p>
            <a:pPr algn="ctr">
              <a:spcBef>
                <a:spcPct val="0"/>
              </a:spcBef>
              <a:defRPr/>
            </a:pPr>
            <a:r>
              <a:rPr lang="en-US" sz="2800" dirty="0"/>
              <a:t>Topic Objective</a:t>
            </a:r>
          </a:p>
        </p:txBody>
      </p:sp>
    </p:spTree>
    <p:extLst>
      <p:ext uri="{BB962C8B-B14F-4D97-AF65-F5344CB8AC3E}">
        <p14:creationId xmlns:p14="http://schemas.microsoft.com/office/powerpoint/2010/main" val="235944806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B6B1BC1-FB12-4E6F-B6F7-60794BF8BE4F}" type="datetime1">
              <a:rPr lang="en-US" smtClean="0"/>
              <a:t>6/27/2024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58</a:t>
            </a:fld>
            <a:endParaRPr lang="en-US" dirty="0"/>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sp>
        <p:nvSpPr>
          <p:cNvPr id="3" name="Rectangle 2"/>
          <p:cNvSpPr/>
          <p:nvPr/>
        </p:nvSpPr>
        <p:spPr>
          <a:xfrm>
            <a:off x="342900" y="955776"/>
            <a:ext cx="11506200" cy="5693866"/>
          </a:xfrm>
          <a:prstGeom prst="rect">
            <a:avLst/>
          </a:prstGeom>
          <a:solidFill>
            <a:schemeClr val="accent6">
              <a:lumMod val="20000"/>
              <a:lumOff val="80000"/>
            </a:schemeClr>
          </a:solidFill>
          <a:ln w="28575">
            <a:solidFill>
              <a:schemeClr val="tx1"/>
            </a:solidFill>
          </a:ln>
        </p:spPr>
        <p:txBody>
          <a:bodyPr wrap="square">
            <a:spAutoFit/>
          </a:bodyPr>
          <a:lstStyle/>
          <a:p>
            <a:pPr algn="just"/>
            <a:r>
              <a:rPr lang="en-US" sz="2800" b="1" u="sng" dirty="0">
                <a:latin typeface="+mj-lt"/>
              </a:rPr>
              <a:t> Visitor Pattern:-</a:t>
            </a:r>
          </a:p>
          <a:p>
            <a:pPr marL="457200" indent="-457200" algn="just">
              <a:buFont typeface="Wingdings" panose="05000000000000000000" pitchFamily="2" charset="2"/>
              <a:buChar char="Ø"/>
            </a:pPr>
            <a:r>
              <a:rPr lang="en-US" sz="2800" dirty="0">
                <a:latin typeface="+mj-lt"/>
              </a:rPr>
              <a:t>In Visitor pattern, we use a visitor class which changes the executing algorithm of an element class. By this way, execution algorithm of element can vary as and when visitor varies. </a:t>
            </a:r>
          </a:p>
          <a:p>
            <a:pPr algn="just"/>
            <a:endParaRPr lang="en-US" sz="2800" dirty="0">
              <a:latin typeface="+mj-lt"/>
            </a:endParaRPr>
          </a:p>
          <a:p>
            <a:pPr marL="457200" indent="-457200" algn="just">
              <a:buFont typeface="Wingdings" panose="05000000000000000000" pitchFamily="2" charset="2"/>
              <a:buChar char="Ø"/>
            </a:pPr>
            <a:r>
              <a:rPr lang="en-US" sz="2800" dirty="0">
                <a:latin typeface="+mj-lt"/>
              </a:rPr>
              <a:t> pattern comes under behavior pattern category. As per the pattern, element object has to accept the visitor object so that visitor object handles the operation on the element object.</a:t>
            </a:r>
          </a:p>
          <a:p>
            <a:pPr algn="just"/>
            <a:endParaRPr lang="en-US" sz="2800" dirty="0">
              <a:latin typeface="+mj-lt"/>
            </a:endParaRPr>
          </a:p>
          <a:p>
            <a:pPr marL="457200" indent="-457200" algn="just">
              <a:buFont typeface="Wingdings" panose="05000000000000000000" pitchFamily="2" charset="2"/>
              <a:buChar char="Ø"/>
            </a:pPr>
            <a:r>
              <a:rPr lang="en-US" sz="2800" dirty="0">
                <a:latin typeface="+mj-lt"/>
              </a:rPr>
              <a:t>In object-oriented programming , the visitor design pattern is a way of separating an algorithm from an object structure on which it operates. A practical result of this separation is the ability to add new operations to existing object structures without modifying the structures.</a:t>
            </a:r>
          </a:p>
        </p:txBody>
      </p:sp>
      <p:sp>
        <p:nvSpPr>
          <p:cNvPr id="5" name="Footer Placeholder 4"/>
          <p:cNvSpPr>
            <a:spLocks noGrp="1"/>
          </p:cNvSpPr>
          <p:nvPr>
            <p:ph type="ftr" sz="quarter" idx="11"/>
          </p:nvPr>
        </p:nvSpPr>
        <p:spPr/>
        <p:txBody>
          <a:bodyPr/>
          <a:lstStyle/>
          <a:p>
            <a:r>
              <a:rPr lang="en-US" dirty="0"/>
              <a:t>Pooja Kumari Design Pattern          Unit V</a:t>
            </a:r>
          </a:p>
        </p:txBody>
      </p:sp>
      <p:sp>
        <p:nvSpPr>
          <p:cNvPr id="9" name="TextBox 8">
            <a:extLst>
              <a:ext uri="{FF2B5EF4-FFF2-40B4-BE49-F238E27FC236}">
                <a16:creationId xmlns:a16="http://schemas.microsoft.com/office/drawing/2014/main" id="{2231AD66-B423-F94D-570A-136FDA217D7C}"/>
              </a:ext>
            </a:extLst>
          </p:cNvPr>
          <p:cNvSpPr txBox="1"/>
          <p:nvPr/>
        </p:nvSpPr>
        <p:spPr>
          <a:xfrm>
            <a:off x="3581400" y="23692"/>
            <a:ext cx="6096000" cy="523220"/>
          </a:xfrm>
          <a:prstGeom prst="rect">
            <a:avLst/>
          </a:prstGeom>
          <a:noFill/>
        </p:spPr>
        <p:txBody>
          <a:bodyPr wrap="square">
            <a:spAutoFit/>
          </a:bodyPr>
          <a:lstStyle/>
          <a:p>
            <a:pPr algn="ctr">
              <a:spcBef>
                <a:spcPct val="0"/>
              </a:spcBef>
              <a:defRPr/>
            </a:pPr>
            <a:r>
              <a:rPr lang="en-US" sz="2800" dirty="0"/>
              <a:t>Visitor Pattern</a:t>
            </a:r>
          </a:p>
        </p:txBody>
      </p:sp>
    </p:spTree>
    <p:extLst>
      <p:ext uri="{BB962C8B-B14F-4D97-AF65-F5344CB8AC3E}">
        <p14:creationId xmlns:p14="http://schemas.microsoft.com/office/powerpoint/2010/main" val="379568414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8F292FA-5FBC-42B5-81E4-F5A96FACAE25}" type="datetime1">
              <a:rPr lang="en-US" smtClean="0"/>
              <a:t>6/27/2024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59</a:t>
            </a:fld>
            <a:endParaRPr lang="en-US" dirty="0"/>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sp>
        <p:nvSpPr>
          <p:cNvPr id="3" name="Rectangle 2"/>
          <p:cNvSpPr/>
          <p:nvPr/>
        </p:nvSpPr>
        <p:spPr>
          <a:xfrm>
            <a:off x="285750" y="1295400"/>
            <a:ext cx="11620500" cy="4832092"/>
          </a:xfrm>
          <a:prstGeom prst="rect">
            <a:avLst/>
          </a:prstGeom>
          <a:solidFill>
            <a:schemeClr val="accent6">
              <a:lumMod val="20000"/>
              <a:lumOff val="80000"/>
            </a:schemeClr>
          </a:solidFill>
          <a:ln w="28575">
            <a:solidFill>
              <a:schemeClr val="tx1"/>
            </a:solidFill>
          </a:ln>
        </p:spPr>
        <p:txBody>
          <a:bodyPr wrap="square">
            <a:spAutoFit/>
          </a:bodyPr>
          <a:lstStyle/>
          <a:p>
            <a:pPr marL="457200" indent="-457200" algn="just">
              <a:buFont typeface="Wingdings" panose="05000000000000000000" pitchFamily="2" charset="2"/>
              <a:buChar char="Ø"/>
            </a:pPr>
            <a:r>
              <a:rPr lang="en-US" sz="2800" dirty="0">
                <a:latin typeface="+mj-lt"/>
              </a:rPr>
              <a:t>We are going to create a </a:t>
            </a:r>
            <a:r>
              <a:rPr lang="en-US" sz="2800" dirty="0" err="1">
                <a:latin typeface="+mj-lt"/>
              </a:rPr>
              <a:t>ComputerPart</a:t>
            </a:r>
            <a:r>
              <a:rPr lang="en-US" sz="2800" dirty="0">
                <a:latin typeface="+mj-lt"/>
              </a:rPr>
              <a:t> interface defining accept </a:t>
            </a:r>
            <a:r>
              <a:rPr lang="en-US" sz="2800" dirty="0" err="1">
                <a:latin typeface="+mj-lt"/>
              </a:rPr>
              <a:t>opearation.Keyboard</a:t>
            </a:r>
            <a:r>
              <a:rPr lang="en-US" sz="2800" dirty="0">
                <a:latin typeface="+mj-lt"/>
              </a:rPr>
              <a:t>, Mouse, Monitor and Computer are concrete classes implementing </a:t>
            </a:r>
            <a:r>
              <a:rPr lang="en-US" sz="2800" dirty="0" err="1">
                <a:latin typeface="+mj-lt"/>
              </a:rPr>
              <a:t>ComputerPart</a:t>
            </a:r>
            <a:r>
              <a:rPr lang="en-US" sz="2800" dirty="0">
                <a:latin typeface="+mj-lt"/>
              </a:rPr>
              <a:t> interface. </a:t>
            </a:r>
          </a:p>
          <a:p>
            <a:pPr algn="just"/>
            <a:endParaRPr lang="en-US" sz="2800" dirty="0">
              <a:latin typeface="+mj-lt"/>
            </a:endParaRPr>
          </a:p>
          <a:p>
            <a:pPr marL="457200" indent="-457200" algn="just">
              <a:buFont typeface="Wingdings" panose="05000000000000000000" pitchFamily="2" charset="2"/>
              <a:buChar char="Ø"/>
            </a:pPr>
            <a:r>
              <a:rPr lang="en-US" sz="2800" dirty="0">
                <a:latin typeface="+mj-lt"/>
              </a:rPr>
              <a:t>We will define another interface </a:t>
            </a:r>
            <a:r>
              <a:rPr lang="en-US" sz="2800" dirty="0" err="1">
                <a:latin typeface="+mj-lt"/>
              </a:rPr>
              <a:t>ComputerPartVisitor</a:t>
            </a:r>
            <a:r>
              <a:rPr lang="en-US" sz="2800" dirty="0">
                <a:latin typeface="+mj-lt"/>
              </a:rPr>
              <a:t> which will define a visitor class operations. Computer uses concrete visitor to do corresponding action.</a:t>
            </a:r>
          </a:p>
          <a:p>
            <a:pPr marL="457200" indent="-457200" algn="just">
              <a:buFont typeface="Wingdings" panose="05000000000000000000" pitchFamily="2" charset="2"/>
              <a:buChar char="Ø"/>
            </a:pPr>
            <a:endParaRPr lang="en-US" sz="2800" dirty="0">
              <a:latin typeface="+mj-lt"/>
            </a:endParaRPr>
          </a:p>
          <a:p>
            <a:pPr marL="457200" indent="-457200" algn="just">
              <a:buFont typeface="Wingdings" panose="05000000000000000000" pitchFamily="2" charset="2"/>
              <a:buChar char="Ø"/>
            </a:pPr>
            <a:r>
              <a:rPr lang="en-US" sz="2800" dirty="0" err="1">
                <a:latin typeface="+mj-lt"/>
              </a:rPr>
              <a:t>VisitorPatternDemo</a:t>
            </a:r>
            <a:r>
              <a:rPr lang="en-US" sz="2800" dirty="0">
                <a:latin typeface="+mj-lt"/>
              </a:rPr>
              <a:t>, our demo class, will use Computer and </a:t>
            </a:r>
            <a:r>
              <a:rPr lang="en-US" sz="2800" dirty="0" err="1">
                <a:latin typeface="+mj-lt"/>
              </a:rPr>
              <a:t>ComputerPartVisitor</a:t>
            </a:r>
            <a:r>
              <a:rPr lang="en-US" sz="2800" dirty="0">
                <a:latin typeface="+mj-lt"/>
              </a:rPr>
              <a:t> classes to demonstrate use of visitor pattern.</a:t>
            </a:r>
          </a:p>
          <a:p>
            <a:pPr marL="457200" indent="-457200" algn="just">
              <a:buFont typeface="Wingdings" panose="05000000000000000000" pitchFamily="2" charset="2"/>
              <a:buChar char="Ø"/>
            </a:pPr>
            <a:endParaRPr lang="en-US" sz="2800" dirty="0">
              <a:latin typeface="+mj-lt"/>
            </a:endParaRPr>
          </a:p>
        </p:txBody>
      </p:sp>
      <p:sp>
        <p:nvSpPr>
          <p:cNvPr id="5" name="Footer Placeholder 4"/>
          <p:cNvSpPr>
            <a:spLocks noGrp="1"/>
          </p:cNvSpPr>
          <p:nvPr>
            <p:ph type="ftr" sz="quarter" idx="11"/>
          </p:nvPr>
        </p:nvSpPr>
        <p:spPr/>
        <p:txBody>
          <a:bodyPr/>
          <a:lstStyle/>
          <a:p>
            <a:r>
              <a:rPr lang="en-US" dirty="0"/>
              <a:t>Pooja Kumari  Design Pattern          Unit V</a:t>
            </a:r>
          </a:p>
        </p:txBody>
      </p:sp>
      <p:sp>
        <p:nvSpPr>
          <p:cNvPr id="9" name="TextBox 8">
            <a:extLst>
              <a:ext uri="{FF2B5EF4-FFF2-40B4-BE49-F238E27FC236}">
                <a16:creationId xmlns:a16="http://schemas.microsoft.com/office/drawing/2014/main" id="{C51250A4-F89F-F734-639D-2073D97CE4F0}"/>
              </a:ext>
            </a:extLst>
          </p:cNvPr>
          <p:cNvSpPr txBox="1"/>
          <p:nvPr/>
        </p:nvSpPr>
        <p:spPr>
          <a:xfrm>
            <a:off x="3276600" y="31376"/>
            <a:ext cx="6096000" cy="523220"/>
          </a:xfrm>
          <a:prstGeom prst="rect">
            <a:avLst/>
          </a:prstGeom>
          <a:noFill/>
        </p:spPr>
        <p:txBody>
          <a:bodyPr wrap="square">
            <a:spAutoFit/>
          </a:bodyPr>
          <a:lstStyle/>
          <a:p>
            <a:pPr algn="ctr">
              <a:spcBef>
                <a:spcPct val="0"/>
              </a:spcBef>
              <a:defRPr/>
            </a:pPr>
            <a:r>
              <a:rPr lang="en-US" sz="2800" dirty="0"/>
              <a:t>Implementation of (Visitor Pattern) </a:t>
            </a:r>
          </a:p>
        </p:txBody>
      </p:sp>
    </p:spTree>
    <p:extLst>
      <p:ext uri="{BB962C8B-B14F-4D97-AF65-F5344CB8AC3E}">
        <p14:creationId xmlns:p14="http://schemas.microsoft.com/office/powerpoint/2010/main" val="293990867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237CD9B4-22E3-4FD4-A112-9287FC657DDB}" type="datetime1">
              <a:rPr lang="en-US" smtClean="0"/>
              <a:t>6/27/2024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60</a:t>
            </a:fld>
            <a:endParaRPr lang="en-US" dirty="0"/>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pic>
        <p:nvPicPr>
          <p:cNvPr id="3" name="Picture 2"/>
          <p:cNvPicPr>
            <a:picLocks noChangeAspect="1"/>
          </p:cNvPicPr>
          <p:nvPr/>
        </p:nvPicPr>
        <p:blipFill>
          <a:blip r:embed="rId2"/>
          <a:stretch>
            <a:fillRect/>
          </a:stretch>
        </p:blipFill>
        <p:spPr>
          <a:xfrm>
            <a:off x="2003697" y="944563"/>
            <a:ext cx="8497933" cy="5776919"/>
          </a:xfrm>
          <a:prstGeom prst="rect">
            <a:avLst/>
          </a:prstGeom>
          <a:ln w="12700">
            <a:solidFill>
              <a:schemeClr val="tx1"/>
            </a:solidFill>
          </a:ln>
        </p:spPr>
      </p:pic>
      <p:sp>
        <p:nvSpPr>
          <p:cNvPr id="5" name="Footer Placeholder 4"/>
          <p:cNvSpPr>
            <a:spLocks noGrp="1"/>
          </p:cNvSpPr>
          <p:nvPr>
            <p:ph type="ftr" sz="quarter" idx="11"/>
          </p:nvPr>
        </p:nvSpPr>
        <p:spPr/>
        <p:txBody>
          <a:bodyPr/>
          <a:lstStyle/>
          <a:p>
            <a:r>
              <a:rPr lang="en-US" dirty="0"/>
              <a:t>Pooja Kumari Design Pattern          Unit V</a:t>
            </a:r>
          </a:p>
        </p:txBody>
      </p:sp>
      <p:sp>
        <p:nvSpPr>
          <p:cNvPr id="9" name="TextBox 8">
            <a:extLst>
              <a:ext uri="{FF2B5EF4-FFF2-40B4-BE49-F238E27FC236}">
                <a16:creationId xmlns:a16="http://schemas.microsoft.com/office/drawing/2014/main" id="{598507A6-45BC-1CD8-2E9C-0493B5DA3BC7}"/>
              </a:ext>
            </a:extLst>
          </p:cNvPr>
          <p:cNvSpPr txBox="1"/>
          <p:nvPr/>
        </p:nvSpPr>
        <p:spPr>
          <a:xfrm>
            <a:off x="3505200" y="31376"/>
            <a:ext cx="6096000" cy="523220"/>
          </a:xfrm>
          <a:prstGeom prst="rect">
            <a:avLst/>
          </a:prstGeom>
          <a:noFill/>
        </p:spPr>
        <p:txBody>
          <a:bodyPr wrap="square">
            <a:spAutoFit/>
          </a:bodyPr>
          <a:lstStyle/>
          <a:p>
            <a:pPr algn="ctr">
              <a:spcBef>
                <a:spcPct val="0"/>
              </a:spcBef>
              <a:defRPr/>
            </a:pPr>
            <a:r>
              <a:rPr lang="en-US" sz="2800" dirty="0"/>
              <a:t>UML\Structure for Visitor Pattern </a:t>
            </a:r>
          </a:p>
        </p:txBody>
      </p:sp>
    </p:spTree>
    <p:extLst>
      <p:ext uri="{BB962C8B-B14F-4D97-AF65-F5344CB8AC3E}">
        <p14:creationId xmlns:p14="http://schemas.microsoft.com/office/powerpoint/2010/main" val="77027123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7B5FC68-0FC1-4B44-A02E-26ECC3095A2A}" type="datetime1">
              <a:rPr lang="en-US" smtClean="0"/>
              <a:t>6/27/2024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61</a:t>
            </a:fld>
            <a:endParaRPr lang="en-US" dirty="0"/>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pic>
        <p:nvPicPr>
          <p:cNvPr id="5" name="Picture 4"/>
          <p:cNvPicPr>
            <a:picLocks noChangeAspect="1"/>
          </p:cNvPicPr>
          <p:nvPr/>
        </p:nvPicPr>
        <p:blipFill>
          <a:blip r:embed="rId2"/>
          <a:stretch>
            <a:fillRect/>
          </a:stretch>
        </p:blipFill>
        <p:spPr>
          <a:xfrm>
            <a:off x="1012577" y="1908475"/>
            <a:ext cx="10166845" cy="3695593"/>
          </a:xfrm>
          <a:prstGeom prst="rect">
            <a:avLst/>
          </a:prstGeom>
          <a:ln w="12700">
            <a:solidFill>
              <a:schemeClr val="tx1"/>
            </a:solidFill>
          </a:ln>
        </p:spPr>
      </p:pic>
      <p:sp>
        <p:nvSpPr>
          <p:cNvPr id="3" name="Footer Placeholder 2"/>
          <p:cNvSpPr>
            <a:spLocks noGrp="1"/>
          </p:cNvSpPr>
          <p:nvPr>
            <p:ph type="ftr" sz="quarter" idx="11"/>
          </p:nvPr>
        </p:nvSpPr>
        <p:spPr/>
        <p:txBody>
          <a:bodyPr/>
          <a:lstStyle/>
          <a:p>
            <a:r>
              <a:rPr lang="en-US" dirty="0"/>
              <a:t>Pooja Kumari Design Pattern          Unit V</a:t>
            </a:r>
          </a:p>
        </p:txBody>
      </p:sp>
      <p:sp>
        <p:nvSpPr>
          <p:cNvPr id="9" name="TextBox 8">
            <a:extLst>
              <a:ext uri="{FF2B5EF4-FFF2-40B4-BE49-F238E27FC236}">
                <a16:creationId xmlns:a16="http://schemas.microsoft.com/office/drawing/2014/main" id="{FB0B3664-C38C-83EB-F1F2-FC15FF9AB481}"/>
              </a:ext>
            </a:extLst>
          </p:cNvPr>
          <p:cNvSpPr txBox="1"/>
          <p:nvPr/>
        </p:nvSpPr>
        <p:spPr>
          <a:xfrm>
            <a:off x="3436471" y="0"/>
            <a:ext cx="6096000" cy="523220"/>
          </a:xfrm>
          <a:prstGeom prst="rect">
            <a:avLst/>
          </a:prstGeom>
          <a:noFill/>
        </p:spPr>
        <p:txBody>
          <a:bodyPr wrap="square">
            <a:spAutoFit/>
          </a:bodyPr>
          <a:lstStyle/>
          <a:p>
            <a:pPr algn="ctr">
              <a:spcBef>
                <a:spcPct val="0"/>
              </a:spcBef>
              <a:defRPr/>
            </a:pPr>
            <a:r>
              <a:rPr lang="en-US" sz="2800" dirty="0"/>
              <a:t>Implementation of (Visitor Pattern) </a:t>
            </a:r>
          </a:p>
        </p:txBody>
      </p:sp>
    </p:spTree>
    <p:extLst>
      <p:ext uri="{BB962C8B-B14F-4D97-AF65-F5344CB8AC3E}">
        <p14:creationId xmlns:p14="http://schemas.microsoft.com/office/powerpoint/2010/main" val="16432489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F1FE6257-EEBE-4BCD-AFE8-E36298CD941E}" type="datetime1">
              <a:rPr lang="en-US" smtClean="0"/>
              <a:t>6/27/2024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62</a:t>
            </a:fld>
            <a:endParaRPr lang="en-US" dirty="0"/>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pic>
        <p:nvPicPr>
          <p:cNvPr id="3" name="Picture 2"/>
          <p:cNvPicPr>
            <a:picLocks noChangeAspect="1"/>
          </p:cNvPicPr>
          <p:nvPr/>
        </p:nvPicPr>
        <p:blipFill>
          <a:blip r:embed="rId2"/>
          <a:stretch>
            <a:fillRect/>
          </a:stretch>
        </p:blipFill>
        <p:spPr>
          <a:xfrm>
            <a:off x="2895600" y="838200"/>
            <a:ext cx="6601590" cy="5883282"/>
          </a:xfrm>
          <a:prstGeom prst="rect">
            <a:avLst/>
          </a:prstGeom>
          <a:ln w="12700">
            <a:solidFill>
              <a:schemeClr val="tx1"/>
            </a:solidFill>
          </a:ln>
        </p:spPr>
      </p:pic>
      <p:sp>
        <p:nvSpPr>
          <p:cNvPr id="5" name="Footer Placeholder 4"/>
          <p:cNvSpPr>
            <a:spLocks noGrp="1"/>
          </p:cNvSpPr>
          <p:nvPr>
            <p:ph type="ftr" sz="quarter" idx="11"/>
          </p:nvPr>
        </p:nvSpPr>
        <p:spPr/>
        <p:txBody>
          <a:bodyPr/>
          <a:lstStyle/>
          <a:p>
            <a:r>
              <a:rPr lang="en-US"/>
              <a:t>Rajat Kumar       Design Pattern          Unit V</a:t>
            </a:r>
            <a:endParaRPr lang="en-US" dirty="0"/>
          </a:p>
        </p:txBody>
      </p:sp>
      <p:sp>
        <p:nvSpPr>
          <p:cNvPr id="9" name="TextBox 8">
            <a:extLst>
              <a:ext uri="{FF2B5EF4-FFF2-40B4-BE49-F238E27FC236}">
                <a16:creationId xmlns:a16="http://schemas.microsoft.com/office/drawing/2014/main" id="{F932C35A-00E0-ECD1-977F-9720D055C83A}"/>
              </a:ext>
            </a:extLst>
          </p:cNvPr>
          <p:cNvSpPr txBox="1"/>
          <p:nvPr/>
        </p:nvSpPr>
        <p:spPr>
          <a:xfrm>
            <a:off x="3200400" y="118589"/>
            <a:ext cx="6096000" cy="523220"/>
          </a:xfrm>
          <a:prstGeom prst="rect">
            <a:avLst/>
          </a:prstGeom>
          <a:noFill/>
        </p:spPr>
        <p:txBody>
          <a:bodyPr wrap="square">
            <a:spAutoFit/>
          </a:bodyPr>
          <a:lstStyle/>
          <a:p>
            <a:pPr algn="ctr">
              <a:spcBef>
                <a:spcPct val="0"/>
              </a:spcBef>
              <a:defRPr/>
            </a:pPr>
            <a:r>
              <a:rPr lang="en-US" sz="2800" dirty="0"/>
              <a:t>Implementation of (Visitor Pattern) </a:t>
            </a:r>
          </a:p>
        </p:txBody>
      </p:sp>
    </p:spTree>
    <p:extLst>
      <p:ext uri="{BB962C8B-B14F-4D97-AF65-F5344CB8AC3E}">
        <p14:creationId xmlns:p14="http://schemas.microsoft.com/office/powerpoint/2010/main" val="227230293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8BC3A35-5D98-4E01-A20D-3671F5A0968D}" type="datetime1">
              <a:rPr lang="en-US" smtClean="0"/>
              <a:t>6/27/2024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63</a:t>
            </a:fld>
            <a:endParaRPr lang="en-US" dirty="0"/>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sp>
        <p:nvSpPr>
          <p:cNvPr id="8" name="TextBox 7"/>
          <p:cNvSpPr txBox="1"/>
          <p:nvPr/>
        </p:nvSpPr>
        <p:spPr>
          <a:xfrm>
            <a:off x="152400" y="925139"/>
            <a:ext cx="2412492" cy="461665"/>
          </a:xfrm>
          <a:prstGeom prst="rect">
            <a:avLst/>
          </a:prstGeom>
          <a:noFill/>
          <a:ln w="12700">
            <a:solidFill>
              <a:schemeClr val="tx1"/>
            </a:solidFill>
          </a:ln>
        </p:spPr>
        <p:txBody>
          <a:bodyPr wrap="square" rtlCol="0">
            <a:spAutoFit/>
          </a:bodyPr>
          <a:lstStyle/>
          <a:p>
            <a:r>
              <a:rPr lang="en-US" sz="2400" dirty="0"/>
              <a:t>Step -2 Cont.……..</a:t>
            </a:r>
          </a:p>
        </p:txBody>
      </p:sp>
      <p:pic>
        <p:nvPicPr>
          <p:cNvPr id="5" name="Picture 4"/>
          <p:cNvPicPr>
            <a:picLocks noChangeAspect="1"/>
          </p:cNvPicPr>
          <p:nvPr/>
        </p:nvPicPr>
        <p:blipFill>
          <a:blip r:embed="rId2"/>
          <a:stretch>
            <a:fillRect/>
          </a:stretch>
        </p:blipFill>
        <p:spPr>
          <a:xfrm>
            <a:off x="856870" y="1969587"/>
            <a:ext cx="10478259" cy="4171596"/>
          </a:xfrm>
          <a:prstGeom prst="rect">
            <a:avLst/>
          </a:prstGeom>
          <a:ln w="9525">
            <a:solidFill>
              <a:schemeClr val="tx1"/>
            </a:solidFill>
          </a:ln>
        </p:spPr>
      </p:pic>
      <p:sp>
        <p:nvSpPr>
          <p:cNvPr id="3" name="Footer Placeholder 2"/>
          <p:cNvSpPr>
            <a:spLocks noGrp="1"/>
          </p:cNvSpPr>
          <p:nvPr>
            <p:ph type="ftr" sz="quarter" idx="11"/>
          </p:nvPr>
        </p:nvSpPr>
        <p:spPr/>
        <p:txBody>
          <a:bodyPr/>
          <a:lstStyle/>
          <a:p>
            <a:r>
              <a:rPr lang="en-US" dirty="0"/>
              <a:t>Pooja Kumari   Design Pattern          Unit V</a:t>
            </a:r>
          </a:p>
        </p:txBody>
      </p:sp>
      <p:sp>
        <p:nvSpPr>
          <p:cNvPr id="10" name="TextBox 9">
            <a:extLst>
              <a:ext uri="{FF2B5EF4-FFF2-40B4-BE49-F238E27FC236}">
                <a16:creationId xmlns:a16="http://schemas.microsoft.com/office/drawing/2014/main" id="{AE096528-D31B-6A70-5500-563F9DC91820}"/>
              </a:ext>
            </a:extLst>
          </p:cNvPr>
          <p:cNvSpPr txBox="1"/>
          <p:nvPr/>
        </p:nvSpPr>
        <p:spPr>
          <a:xfrm>
            <a:off x="3352800" y="0"/>
            <a:ext cx="6096000" cy="523220"/>
          </a:xfrm>
          <a:prstGeom prst="rect">
            <a:avLst/>
          </a:prstGeom>
          <a:noFill/>
        </p:spPr>
        <p:txBody>
          <a:bodyPr wrap="square">
            <a:spAutoFit/>
          </a:bodyPr>
          <a:lstStyle/>
          <a:p>
            <a:pPr algn="ctr">
              <a:spcBef>
                <a:spcPct val="0"/>
              </a:spcBef>
              <a:defRPr/>
            </a:pPr>
            <a:r>
              <a:rPr lang="en-US" sz="2800" dirty="0"/>
              <a:t>Implementation of (Visitor Pattern) </a:t>
            </a:r>
          </a:p>
        </p:txBody>
      </p:sp>
    </p:spTree>
    <p:extLst>
      <p:ext uri="{BB962C8B-B14F-4D97-AF65-F5344CB8AC3E}">
        <p14:creationId xmlns:p14="http://schemas.microsoft.com/office/powerpoint/2010/main" val="423021117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1D10ABD-F70A-438E-82BB-9477690F71CB}" type="datetime1">
              <a:rPr lang="en-US" smtClean="0"/>
              <a:t>6/27/2024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64</a:t>
            </a:fld>
            <a:endParaRPr lang="en-US" dirty="0"/>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sp>
        <p:nvSpPr>
          <p:cNvPr id="8" name="TextBox 7"/>
          <p:cNvSpPr txBox="1"/>
          <p:nvPr/>
        </p:nvSpPr>
        <p:spPr>
          <a:xfrm>
            <a:off x="152400" y="925139"/>
            <a:ext cx="2412492" cy="461665"/>
          </a:xfrm>
          <a:prstGeom prst="rect">
            <a:avLst/>
          </a:prstGeom>
          <a:noFill/>
          <a:ln w="12700">
            <a:solidFill>
              <a:schemeClr val="tx1"/>
            </a:solidFill>
          </a:ln>
        </p:spPr>
        <p:txBody>
          <a:bodyPr wrap="square" rtlCol="0">
            <a:spAutoFit/>
          </a:bodyPr>
          <a:lstStyle/>
          <a:p>
            <a:r>
              <a:rPr lang="en-US" sz="2400" dirty="0"/>
              <a:t>Step -2 Cont.……..</a:t>
            </a:r>
          </a:p>
        </p:txBody>
      </p:sp>
      <p:pic>
        <p:nvPicPr>
          <p:cNvPr id="3" name="Picture 2"/>
          <p:cNvPicPr>
            <a:picLocks noChangeAspect="1"/>
          </p:cNvPicPr>
          <p:nvPr/>
        </p:nvPicPr>
        <p:blipFill>
          <a:blip r:embed="rId2"/>
          <a:stretch>
            <a:fillRect/>
          </a:stretch>
        </p:blipFill>
        <p:spPr>
          <a:xfrm>
            <a:off x="3246633" y="925139"/>
            <a:ext cx="8388415" cy="5796343"/>
          </a:xfrm>
          <a:prstGeom prst="rect">
            <a:avLst/>
          </a:prstGeom>
          <a:ln w="12700">
            <a:solidFill>
              <a:schemeClr val="tx1"/>
            </a:solidFill>
          </a:ln>
        </p:spPr>
      </p:pic>
      <p:sp>
        <p:nvSpPr>
          <p:cNvPr id="5" name="Footer Placeholder 4"/>
          <p:cNvSpPr>
            <a:spLocks noGrp="1"/>
          </p:cNvSpPr>
          <p:nvPr>
            <p:ph type="ftr" sz="quarter" idx="11"/>
          </p:nvPr>
        </p:nvSpPr>
        <p:spPr/>
        <p:txBody>
          <a:bodyPr/>
          <a:lstStyle/>
          <a:p>
            <a:r>
              <a:rPr lang="en-US" dirty="0"/>
              <a:t>Pooja Kumari Design Pattern          Unit V</a:t>
            </a:r>
          </a:p>
        </p:txBody>
      </p:sp>
      <p:sp>
        <p:nvSpPr>
          <p:cNvPr id="10" name="TextBox 9">
            <a:extLst>
              <a:ext uri="{FF2B5EF4-FFF2-40B4-BE49-F238E27FC236}">
                <a16:creationId xmlns:a16="http://schemas.microsoft.com/office/drawing/2014/main" id="{651F5124-191E-D219-3419-76331070F866}"/>
              </a:ext>
            </a:extLst>
          </p:cNvPr>
          <p:cNvSpPr txBox="1"/>
          <p:nvPr/>
        </p:nvSpPr>
        <p:spPr>
          <a:xfrm>
            <a:off x="3246633" y="0"/>
            <a:ext cx="6096000" cy="523220"/>
          </a:xfrm>
          <a:prstGeom prst="rect">
            <a:avLst/>
          </a:prstGeom>
          <a:noFill/>
        </p:spPr>
        <p:txBody>
          <a:bodyPr wrap="square">
            <a:spAutoFit/>
          </a:bodyPr>
          <a:lstStyle/>
          <a:p>
            <a:pPr algn="ctr">
              <a:spcBef>
                <a:spcPct val="0"/>
              </a:spcBef>
              <a:defRPr/>
            </a:pPr>
            <a:r>
              <a:rPr lang="en-US" sz="2800" dirty="0"/>
              <a:t>Implementation of (Visitor Pattern) </a:t>
            </a:r>
          </a:p>
        </p:txBody>
      </p:sp>
    </p:spTree>
    <p:extLst>
      <p:ext uri="{BB962C8B-B14F-4D97-AF65-F5344CB8AC3E}">
        <p14:creationId xmlns:p14="http://schemas.microsoft.com/office/powerpoint/2010/main" val="413010860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2B3287E-0249-47EA-9DFD-31FCD930D957}" type="datetime1">
              <a:rPr lang="en-US" smtClean="0"/>
              <a:t>6/27/2024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65</a:t>
            </a:fld>
            <a:endParaRPr lang="en-US" dirty="0"/>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pic>
        <p:nvPicPr>
          <p:cNvPr id="5" name="Picture 4"/>
          <p:cNvPicPr>
            <a:picLocks noChangeAspect="1"/>
          </p:cNvPicPr>
          <p:nvPr/>
        </p:nvPicPr>
        <p:blipFill>
          <a:blip r:embed="rId2"/>
          <a:stretch>
            <a:fillRect/>
          </a:stretch>
        </p:blipFill>
        <p:spPr>
          <a:xfrm>
            <a:off x="1219200" y="1524000"/>
            <a:ext cx="9943331" cy="4646719"/>
          </a:xfrm>
          <a:prstGeom prst="rect">
            <a:avLst/>
          </a:prstGeom>
          <a:ln w="12700">
            <a:solidFill>
              <a:schemeClr val="tx1"/>
            </a:solidFill>
          </a:ln>
        </p:spPr>
      </p:pic>
      <p:sp>
        <p:nvSpPr>
          <p:cNvPr id="3" name="Footer Placeholder 2"/>
          <p:cNvSpPr>
            <a:spLocks noGrp="1"/>
          </p:cNvSpPr>
          <p:nvPr>
            <p:ph type="ftr" sz="quarter" idx="11"/>
          </p:nvPr>
        </p:nvSpPr>
        <p:spPr/>
        <p:txBody>
          <a:bodyPr/>
          <a:lstStyle/>
          <a:p>
            <a:r>
              <a:rPr lang="en-US" dirty="0"/>
              <a:t>Pooja Kumari Design Pattern          Unit V</a:t>
            </a:r>
          </a:p>
        </p:txBody>
      </p:sp>
      <p:sp>
        <p:nvSpPr>
          <p:cNvPr id="9" name="TextBox 8">
            <a:extLst>
              <a:ext uri="{FF2B5EF4-FFF2-40B4-BE49-F238E27FC236}">
                <a16:creationId xmlns:a16="http://schemas.microsoft.com/office/drawing/2014/main" id="{1BED9C6A-14EB-552A-02AF-2BCF3DA16601}"/>
              </a:ext>
            </a:extLst>
          </p:cNvPr>
          <p:cNvSpPr txBox="1"/>
          <p:nvPr/>
        </p:nvSpPr>
        <p:spPr>
          <a:xfrm>
            <a:off x="3048000" y="-8965"/>
            <a:ext cx="6096000" cy="523220"/>
          </a:xfrm>
          <a:prstGeom prst="rect">
            <a:avLst/>
          </a:prstGeom>
          <a:noFill/>
        </p:spPr>
        <p:txBody>
          <a:bodyPr wrap="square">
            <a:spAutoFit/>
          </a:bodyPr>
          <a:lstStyle/>
          <a:p>
            <a:pPr algn="ctr">
              <a:spcBef>
                <a:spcPct val="0"/>
              </a:spcBef>
              <a:defRPr/>
            </a:pPr>
            <a:r>
              <a:rPr lang="en-US" sz="2800" dirty="0"/>
              <a:t>Implementation of (Visitor Pattern) </a:t>
            </a:r>
          </a:p>
        </p:txBody>
      </p:sp>
    </p:spTree>
    <p:extLst>
      <p:ext uri="{BB962C8B-B14F-4D97-AF65-F5344CB8AC3E}">
        <p14:creationId xmlns:p14="http://schemas.microsoft.com/office/powerpoint/2010/main" val="50140069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6B11315-E7BE-414A-AAEB-6ED6BD17090D}" type="datetime1">
              <a:rPr lang="en-US" smtClean="0"/>
              <a:t>6/27/2024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66</a:t>
            </a:fld>
            <a:endParaRPr lang="en-US" dirty="0"/>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pic>
        <p:nvPicPr>
          <p:cNvPr id="5" name="Picture 4"/>
          <p:cNvPicPr>
            <a:picLocks noChangeAspect="1"/>
          </p:cNvPicPr>
          <p:nvPr/>
        </p:nvPicPr>
        <p:blipFill>
          <a:blip r:embed="rId2"/>
          <a:stretch>
            <a:fillRect/>
          </a:stretch>
        </p:blipFill>
        <p:spPr>
          <a:xfrm>
            <a:off x="4876800" y="825137"/>
            <a:ext cx="7221232" cy="5896345"/>
          </a:xfrm>
          <a:prstGeom prst="rect">
            <a:avLst/>
          </a:prstGeom>
          <a:ln w="9525">
            <a:solidFill>
              <a:schemeClr val="tx1"/>
            </a:solidFill>
          </a:ln>
        </p:spPr>
      </p:pic>
      <p:pic>
        <p:nvPicPr>
          <p:cNvPr id="8" name="Picture 7"/>
          <p:cNvPicPr>
            <a:picLocks noChangeAspect="1"/>
          </p:cNvPicPr>
          <p:nvPr/>
        </p:nvPicPr>
        <p:blipFill>
          <a:blip r:embed="rId3"/>
          <a:stretch>
            <a:fillRect/>
          </a:stretch>
        </p:blipFill>
        <p:spPr>
          <a:xfrm>
            <a:off x="32657" y="840377"/>
            <a:ext cx="4715660" cy="1196868"/>
          </a:xfrm>
          <a:prstGeom prst="rect">
            <a:avLst/>
          </a:prstGeom>
          <a:ln w="12700">
            <a:solidFill>
              <a:schemeClr val="tx1"/>
            </a:solidFill>
          </a:ln>
        </p:spPr>
      </p:pic>
      <p:sp>
        <p:nvSpPr>
          <p:cNvPr id="3" name="Footer Placeholder 2"/>
          <p:cNvSpPr>
            <a:spLocks noGrp="1"/>
          </p:cNvSpPr>
          <p:nvPr>
            <p:ph type="ftr" sz="quarter" idx="11"/>
          </p:nvPr>
        </p:nvSpPr>
        <p:spPr/>
        <p:txBody>
          <a:bodyPr/>
          <a:lstStyle/>
          <a:p>
            <a:r>
              <a:rPr lang="en-US" dirty="0"/>
              <a:t>Pooja Kumari Design Pattern          Unit V</a:t>
            </a:r>
          </a:p>
        </p:txBody>
      </p:sp>
      <p:sp>
        <p:nvSpPr>
          <p:cNvPr id="10" name="TextBox 9">
            <a:extLst>
              <a:ext uri="{FF2B5EF4-FFF2-40B4-BE49-F238E27FC236}">
                <a16:creationId xmlns:a16="http://schemas.microsoft.com/office/drawing/2014/main" id="{7D4DEC72-247F-8BAE-3C45-90BC575329E7}"/>
              </a:ext>
            </a:extLst>
          </p:cNvPr>
          <p:cNvSpPr txBox="1"/>
          <p:nvPr/>
        </p:nvSpPr>
        <p:spPr>
          <a:xfrm>
            <a:off x="3581400" y="13166"/>
            <a:ext cx="6096000" cy="523220"/>
          </a:xfrm>
          <a:prstGeom prst="rect">
            <a:avLst/>
          </a:prstGeom>
          <a:noFill/>
        </p:spPr>
        <p:txBody>
          <a:bodyPr wrap="square">
            <a:spAutoFit/>
          </a:bodyPr>
          <a:lstStyle/>
          <a:p>
            <a:pPr algn="ctr">
              <a:spcBef>
                <a:spcPct val="0"/>
              </a:spcBef>
              <a:defRPr/>
            </a:pPr>
            <a:r>
              <a:rPr lang="en-US" sz="2800" dirty="0"/>
              <a:t>Implementation of (Visitor Pattern) </a:t>
            </a:r>
          </a:p>
        </p:txBody>
      </p:sp>
    </p:spTree>
    <p:extLst>
      <p:ext uri="{BB962C8B-B14F-4D97-AF65-F5344CB8AC3E}">
        <p14:creationId xmlns:p14="http://schemas.microsoft.com/office/powerpoint/2010/main" val="383007137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AE1EEA4-97B8-42BB-9C09-27653D4200EB}" type="datetime1">
              <a:rPr lang="en-US" smtClean="0"/>
              <a:t>6/27/2024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67</a:t>
            </a:fld>
            <a:endParaRPr lang="en-US" dirty="0"/>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pic>
        <p:nvPicPr>
          <p:cNvPr id="3" name="Picture 2"/>
          <p:cNvPicPr>
            <a:picLocks noChangeAspect="1"/>
          </p:cNvPicPr>
          <p:nvPr/>
        </p:nvPicPr>
        <p:blipFill>
          <a:blip r:embed="rId2"/>
          <a:stretch>
            <a:fillRect/>
          </a:stretch>
        </p:blipFill>
        <p:spPr>
          <a:xfrm>
            <a:off x="2743200" y="782849"/>
            <a:ext cx="6484987" cy="5938633"/>
          </a:xfrm>
          <a:prstGeom prst="rect">
            <a:avLst/>
          </a:prstGeom>
          <a:ln w="12700">
            <a:solidFill>
              <a:schemeClr val="tx1"/>
            </a:solidFill>
          </a:ln>
        </p:spPr>
      </p:pic>
      <p:sp>
        <p:nvSpPr>
          <p:cNvPr id="5" name="Footer Placeholder 4"/>
          <p:cNvSpPr>
            <a:spLocks noGrp="1"/>
          </p:cNvSpPr>
          <p:nvPr>
            <p:ph type="ftr" sz="quarter" idx="11"/>
          </p:nvPr>
        </p:nvSpPr>
        <p:spPr/>
        <p:txBody>
          <a:bodyPr/>
          <a:lstStyle/>
          <a:p>
            <a:r>
              <a:rPr lang="en-US" dirty="0"/>
              <a:t>Pooja Kumari  Design Pattern          Unit V</a:t>
            </a:r>
          </a:p>
        </p:txBody>
      </p:sp>
      <p:sp>
        <p:nvSpPr>
          <p:cNvPr id="9" name="TextBox 8">
            <a:extLst>
              <a:ext uri="{FF2B5EF4-FFF2-40B4-BE49-F238E27FC236}">
                <a16:creationId xmlns:a16="http://schemas.microsoft.com/office/drawing/2014/main" id="{0606B801-0F84-2A29-DB6B-3FDE75D5B344}"/>
              </a:ext>
            </a:extLst>
          </p:cNvPr>
          <p:cNvSpPr txBox="1"/>
          <p:nvPr/>
        </p:nvSpPr>
        <p:spPr>
          <a:xfrm>
            <a:off x="2937693" y="0"/>
            <a:ext cx="6096000" cy="523220"/>
          </a:xfrm>
          <a:prstGeom prst="rect">
            <a:avLst/>
          </a:prstGeom>
          <a:noFill/>
        </p:spPr>
        <p:txBody>
          <a:bodyPr wrap="square">
            <a:spAutoFit/>
          </a:bodyPr>
          <a:lstStyle/>
          <a:p>
            <a:pPr algn="ctr">
              <a:spcBef>
                <a:spcPct val="0"/>
              </a:spcBef>
              <a:defRPr/>
            </a:pPr>
            <a:r>
              <a:rPr lang="en-US" sz="2800" dirty="0"/>
              <a:t>Implementation of (Visitor Pattern) </a:t>
            </a:r>
          </a:p>
        </p:txBody>
      </p:sp>
    </p:spTree>
    <p:extLst>
      <p:ext uri="{BB962C8B-B14F-4D97-AF65-F5344CB8AC3E}">
        <p14:creationId xmlns:p14="http://schemas.microsoft.com/office/powerpoint/2010/main" val="209539391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A71BA08-7C0F-4FE5-9381-68557E3132C3}" type="datetime1">
              <a:rPr lang="en-US" smtClean="0"/>
              <a:t>6/27/2024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68</a:t>
            </a:fld>
            <a:endParaRPr lang="en-US" dirty="0"/>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sp>
        <p:nvSpPr>
          <p:cNvPr id="3" name="Rectangle 2"/>
          <p:cNvSpPr/>
          <p:nvPr/>
        </p:nvSpPr>
        <p:spPr>
          <a:xfrm>
            <a:off x="285750" y="1047664"/>
            <a:ext cx="11620500" cy="5262979"/>
          </a:xfrm>
          <a:prstGeom prst="rect">
            <a:avLst/>
          </a:prstGeom>
          <a:solidFill>
            <a:schemeClr val="accent6">
              <a:lumMod val="20000"/>
              <a:lumOff val="80000"/>
            </a:schemeClr>
          </a:solidFill>
          <a:ln w="28575">
            <a:solidFill>
              <a:schemeClr val="tx1"/>
            </a:solidFill>
          </a:ln>
        </p:spPr>
        <p:txBody>
          <a:bodyPr wrap="square">
            <a:spAutoFit/>
          </a:bodyPr>
          <a:lstStyle/>
          <a:p>
            <a:pPr algn="just"/>
            <a:r>
              <a:rPr lang="en-US" sz="2400" b="1" dirty="0">
                <a:latin typeface="+mj-lt"/>
              </a:rPr>
              <a:t>Which one pattern creating duplicate object? </a:t>
            </a:r>
          </a:p>
          <a:p>
            <a:pPr marL="457200" indent="-457200" algn="just">
              <a:buFont typeface="+mj-lt"/>
              <a:buAutoNum type="alphaUcPeriod"/>
            </a:pPr>
            <a:r>
              <a:rPr lang="en-US" sz="2400" b="1" dirty="0">
                <a:latin typeface="+mj-lt"/>
              </a:rPr>
              <a:t> </a:t>
            </a:r>
            <a:r>
              <a:rPr lang="en-US" sz="2400" dirty="0">
                <a:latin typeface="+mj-lt"/>
              </a:rPr>
              <a:t>Filter Pattern</a:t>
            </a:r>
          </a:p>
          <a:p>
            <a:pPr marL="457200" indent="-457200" algn="just">
              <a:buFont typeface="+mj-lt"/>
              <a:buAutoNum type="alphaUcPeriod"/>
            </a:pPr>
            <a:r>
              <a:rPr lang="en-US" sz="2400" dirty="0">
                <a:latin typeface="+mj-lt"/>
              </a:rPr>
              <a:t> Prototype Pattern</a:t>
            </a:r>
          </a:p>
          <a:p>
            <a:pPr marL="457200" indent="-457200" algn="just">
              <a:buFont typeface="+mj-lt"/>
              <a:buAutoNum type="alphaUcPeriod"/>
            </a:pPr>
            <a:r>
              <a:rPr lang="en-US" sz="2400" dirty="0">
                <a:latin typeface="+mj-lt"/>
              </a:rPr>
              <a:t> Bridge Pattern</a:t>
            </a:r>
          </a:p>
          <a:p>
            <a:pPr marL="457200" indent="-457200" algn="just">
              <a:buFont typeface="+mj-lt"/>
              <a:buAutoNum type="alphaUcPeriod"/>
            </a:pPr>
            <a:r>
              <a:rPr lang="en-US" sz="2400" dirty="0">
                <a:latin typeface="+mj-lt"/>
              </a:rPr>
              <a:t> Builder Pattern</a:t>
            </a:r>
          </a:p>
          <a:p>
            <a:pPr algn="just"/>
            <a:endParaRPr lang="en-US" sz="2400" dirty="0">
              <a:latin typeface="+mj-lt"/>
            </a:endParaRPr>
          </a:p>
          <a:p>
            <a:pPr algn="just"/>
            <a:r>
              <a:rPr lang="en-US" sz="2400" b="1" dirty="0">
                <a:latin typeface="+mj-lt"/>
              </a:rPr>
              <a:t>Which of the following describes the Builder pattern correctly? </a:t>
            </a:r>
          </a:p>
          <a:p>
            <a:pPr algn="just"/>
            <a:endParaRPr lang="en-US" sz="2400" b="1" dirty="0">
              <a:latin typeface="+mj-lt"/>
            </a:endParaRPr>
          </a:p>
          <a:p>
            <a:pPr marL="457200" indent="-457200" algn="just">
              <a:buFont typeface="+mj-lt"/>
              <a:buAutoNum type="alphaUcPeriod"/>
            </a:pPr>
            <a:r>
              <a:rPr lang="en-US" sz="2400" b="1" dirty="0">
                <a:latin typeface="+mj-lt"/>
              </a:rPr>
              <a:t> </a:t>
            </a:r>
            <a:r>
              <a:rPr lang="en-US" sz="2400" dirty="0">
                <a:latin typeface="+mj-lt"/>
              </a:rPr>
              <a:t>This pattern builds a complex object using simple objects and using a step by step approach.</a:t>
            </a:r>
          </a:p>
          <a:p>
            <a:pPr marL="457200" indent="-457200" algn="just">
              <a:buFont typeface="+mj-lt"/>
              <a:buAutoNum type="alphaUcPeriod"/>
            </a:pPr>
            <a:r>
              <a:rPr lang="en-US" sz="2400" dirty="0">
                <a:latin typeface="+mj-lt"/>
              </a:rPr>
              <a:t> This pattern refers to creating duplicate object while keeping performance in mind.</a:t>
            </a:r>
          </a:p>
          <a:p>
            <a:pPr marL="457200" indent="-457200" algn="just">
              <a:buFont typeface="+mj-lt"/>
              <a:buAutoNum type="alphaUcPeriod"/>
            </a:pPr>
            <a:r>
              <a:rPr lang="en-US" sz="2400" dirty="0">
                <a:latin typeface="+mj-lt"/>
              </a:rPr>
              <a:t> This pattern is used when creation of object directly is costly.</a:t>
            </a:r>
          </a:p>
          <a:p>
            <a:pPr marL="457200" indent="-457200" algn="just">
              <a:buFont typeface="+mj-lt"/>
              <a:buAutoNum type="alphaUcPeriod"/>
            </a:pPr>
            <a:r>
              <a:rPr lang="en-US" sz="2400" dirty="0">
                <a:latin typeface="+mj-lt"/>
              </a:rPr>
              <a:t> This pattern is used when we need to decouple an abstraction from its implementation so that the two can vary independently.</a:t>
            </a:r>
          </a:p>
        </p:txBody>
      </p:sp>
      <p:sp>
        <p:nvSpPr>
          <p:cNvPr id="5" name="Footer Placeholder 4"/>
          <p:cNvSpPr>
            <a:spLocks noGrp="1"/>
          </p:cNvSpPr>
          <p:nvPr>
            <p:ph type="ftr" sz="quarter" idx="11"/>
          </p:nvPr>
        </p:nvSpPr>
        <p:spPr/>
        <p:txBody>
          <a:bodyPr/>
          <a:lstStyle/>
          <a:p>
            <a:r>
              <a:rPr lang="en-US" dirty="0"/>
              <a:t>Pooja Kumari Design Pattern          Unit V</a:t>
            </a:r>
          </a:p>
        </p:txBody>
      </p:sp>
      <p:sp>
        <p:nvSpPr>
          <p:cNvPr id="9" name="TextBox 8">
            <a:extLst>
              <a:ext uri="{FF2B5EF4-FFF2-40B4-BE49-F238E27FC236}">
                <a16:creationId xmlns:a16="http://schemas.microsoft.com/office/drawing/2014/main" id="{EF7C7B13-C2F2-8872-92C1-BF2F270A16D6}"/>
              </a:ext>
            </a:extLst>
          </p:cNvPr>
          <p:cNvSpPr txBox="1"/>
          <p:nvPr/>
        </p:nvSpPr>
        <p:spPr>
          <a:xfrm>
            <a:off x="3048000" y="0"/>
            <a:ext cx="6096000" cy="523220"/>
          </a:xfrm>
          <a:prstGeom prst="rect">
            <a:avLst/>
          </a:prstGeom>
          <a:noFill/>
        </p:spPr>
        <p:txBody>
          <a:bodyPr wrap="square">
            <a:spAutoFit/>
          </a:bodyPr>
          <a:lstStyle/>
          <a:p>
            <a:pPr algn="ctr">
              <a:spcBef>
                <a:spcPct val="0"/>
              </a:spcBef>
              <a:defRPr/>
            </a:pPr>
            <a:r>
              <a:rPr lang="en-US" sz="2800" dirty="0"/>
              <a:t>Daily Quiz</a:t>
            </a:r>
          </a:p>
        </p:txBody>
      </p:sp>
    </p:spTree>
    <p:extLst>
      <p:ext uri="{BB962C8B-B14F-4D97-AF65-F5344CB8AC3E}">
        <p14:creationId xmlns:p14="http://schemas.microsoft.com/office/powerpoint/2010/main" val="15114700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197CDDD-E0B1-4ABD-99ED-922590E6DD83}" type="datetime1">
              <a:rPr lang="en-US" smtClean="0"/>
              <a:t>6/27/2024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69</a:t>
            </a:fld>
            <a:endParaRPr lang="en-US" dirty="0"/>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sp>
        <p:nvSpPr>
          <p:cNvPr id="3" name="Rectangle 2"/>
          <p:cNvSpPr/>
          <p:nvPr/>
        </p:nvSpPr>
        <p:spPr>
          <a:xfrm>
            <a:off x="457200" y="1086853"/>
            <a:ext cx="11620500" cy="5262979"/>
          </a:xfrm>
          <a:prstGeom prst="rect">
            <a:avLst/>
          </a:prstGeom>
          <a:solidFill>
            <a:schemeClr val="accent6">
              <a:lumMod val="20000"/>
              <a:lumOff val="80000"/>
            </a:schemeClr>
          </a:solidFill>
          <a:ln w="28575">
            <a:solidFill>
              <a:schemeClr val="tx1"/>
            </a:solidFill>
          </a:ln>
        </p:spPr>
        <p:txBody>
          <a:bodyPr wrap="square">
            <a:spAutoFit/>
          </a:bodyPr>
          <a:lstStyle/>
          <a:p>
            <a:pPr algn="just"/>
            <a:r>
              <a:rPr lang="en-US" sz="2400" b="1" dirty="0">
                <a:latin typeface="+mj-lt"/>
              </a:rPr>
              <a:t>In which of the following pattern a class represents functionality of another class? </a:t>
            </a:r>
          </a:p>
          <a:p>
            <a:pPr algn="just"/>
            <a:endParaRPr lang="en-US" sz="2400" b="1" dirty="0">
              <a:latin typeface="+mj-lt"/>
            </a:endParaRPr>
          </a:p>
          <a:p>
            <a:pPr marL="457200" indent="-457200" algn="just">
              <a:buFont typeface="+mj-lt"/>
              <a:buAutoNum type="alphaUcPeriod"/>
            </a:pPr>
            <a:r>
              <a:rPr lang="en-US" sz="2400" dirty="0">
                <a:latin typeface="+mj-lt"/>
              </a:rPr>
              <a:t>Proxy Pattern</a:t>
            </a:r>
          </a:p>
          <a:p>
            <a:pPr marL="457200" indent="-457200" algn="just">
              <a:buFont typeface="+mj-lt"/>
              <a:buAutoNum type="alphaUcPeriod"/>
            </a:pPr>
            <a:r>
              <a:rPr lang="en-US" sz="2400" dirty="0">
                <a:latin typeface="+mj-lt"/>
              </a:rPr>
              <a:t> Chain of Responsibility Pattern</a:t>
            </a:r>
          </a:p>
          <a:p>
            <a:pPr marL="457200" indent="-457200" algn="just">
              <a:buFont typeface="+mj-lt"/>
              <a:buAutoNum type="alphaUcPeriod"/>
            </a:pPr>
            <a:r>
              <a:rPr lang="en-US" sz="2400" dirty="0">
                <a:latin typeface="+mj-lt"/>
              </a:rPr>
              <a:t> Command Pattern</a:t>
            </a:r>
          </a:p>
          <a:p>
            <a:pPr marL="457200" indent="-457200" algn="just">
              <a:buAutoNum type="alphaUcPeriod" startAt="4"/>
            </a:pPr>
            <a:r>
              <a:rPr lang="en-US" sz="2400" dirty="0">
                <a:latin typeface="+mj-lt"/>
              </a:rPr>
              <a:t>Interpreter Pattern</a:t>
            </a:r>
          </a:p>
          <a:p>
            <a:pPr algn="just"/>
            <a:endParaRPr lang="en-US" sz="2400" dirty="0">
              <a:latin typeface="+mj-lt"/>
            </a:endParaRPr>
          </a:p>
          <a:p>
            <a:pPr algn="just"/>
            <a:r>
              <a:rPr lang="en-US" sz="2400" b="1" dirty="0">
                <a:latin typeface="+mj-lt"/>
              </a:rPr>
              <a:t>Which of the following describes the MVC pattern correctly? </a:t>
            </a:r>
          </a:p>
          <a:p>
            <a:pPr algn="just"/>
            <a:endParaRPr lang="en-US" sz="2400" b="1" dirty="0">
              <a:latin typeface="+mj-lt"/>
            </a:endParaRPr>
          </a:p>
          <a:p>
            <a:pPr marL="457200" indent="-457200" algn="just">
              <a:buFont typeface="+mj-lt"/>
              <a:buAutoNum type="alphaUcPeriod"/>
            </a:pPr>
            <a:r>
              <a:rPr lang="en-US" sz="2400" dirty="0">
                <a:latin typeface="+mj-lt"/>
              </a:rPr>
              <a:t> In this pattern, a visitor class is used which changes the executing algorithm of an element class.</a:t>
            </a:r>
          </a:p>
          <a:p>
            <a:pPr marL="457200" indent="-457200" algn="just">
              <a:buFont typeface="+mj-lt"/>
              <a:buAutoNum type="alphaUcPeriod"/>
            </a:pPr>
            <a:r>
              <a:rPr lang="en-US" sz="2400" dirty="0">
                <a:latin typeface="+mj-lt"/>
              </a:rPr>
              <a:t> This pattern is used to separate application's concerns.</a:t>
            </a:r>
          </a:p>
          <a:p>
            <a:pPr marL="457200" indent="-457200" algn="just">
              <a:buFont typeface="+mj-lt"/>
              <a:buAutoNum type="alphaUcPeriod"/>
            </a:pPr>
            <a:r>
              <a:rPr lang="en-US" sz="2400" dirty="0">
                <a:latin typeface="+mj-lt"/>
              </a:rPr>
              <a:t> This pattern is used to decouple presentation tier and business tier.</a:t>
            </a:r>
          </a:p>
          <a:p>
            <a:pPr marL="457200" indent="-457200" algn="just">
              <a:buFont typeface="+mj-lt"/>
              <a:buAutoNum type="alphaUcPeriod"/>
            </a:pPr>
            <a:r>
              <a:rPr lang="en-US" sz="2400" dirty="0">
                <a:latin typeface="+mj-lt"/>
              </a:rPr>
              <a:t> This pattern is used in EJB persistence mechanism</a:t>
            </a:r>
          </a:p>
        </p:txBody>
      </p:sp>
      <p:sp>
        <p:nvSpPr>
          <p:cNvPr id="5" name="Footer Placeholder 4"/>
          <p:cNvSpPr>
            <a:spLocks noGrp="1"/>
          </p:cNvSpPr>
          <p:nvPr>
            <p:ph type="ftr" sz="quarter" idx="11"/>
          </p:nvPr>
        </p:nvSpPr>
        <p:spPr/>
        <p:txBody>
          <a:bodyPr/>
          <a:lstStyle/>
          <a:p>
            <a:r>
              <a:rPr lang="en-US" dirty="0"/>
              <a:t>Pooja Kumari Design Pattern          Unit V</a:t>
            </a:r>
          </a:p>
        </p:txBody>
      </p:sp>
      <p:sp>
        <p:nvSpPr>
          <p:cNvPr id="9" name="TextBox 8">
            <a:extLst>
              <a:ext uri="{FF2B5EF4-FFF2-40B4-BE49-F238E27FC236}">
                <a16:creationId xmlns:a16="http://schemas.microsoft.com/office/drawing/2014/main" id="{92A54763-4FD6-E34F-21E9-49FF112B63F8}"/>
              </a:ext>
            </a:extLst>
          </p:cNvPr>
          <p:cNvSpPr txBox="1"/>
          <p:nvPr/>
        </p:nvSpPr>
        <p:spPr>
          <a:xfrm>
            <a:off x="3454400" y="31376"/>
            <a:ext cx="6096000" cy="523220"/>
          </a:xfrm>
          <a:prstGeom prst="rect">
            <a:avLst/>
          </a:prstGeom>
          <a:noFill/>
        </p:spPr>
        <p:txBody>
          <a:bodyPr wrap="square">
            <a:spAutoFit/>
          </a:bodyPr>
          <a:lstStyle/>
          <a:p>
            <a:pPr algn="ctr">
              <a:spcBef>
                <a:spcPct val="0"/>
              </a:spcBef>
              <a:defRPr/>
            </a:pPr>
            <a:r>
              <a:rPr lang="en-US" sz="2800" dirty="0"/>
              <a:t>Daily Quiz</a:t>
            </a:r>
          </a:p>
        </p:txBody>
      </p:sp>
    </p:spTree>
    <p:extLst>
      <p:ext uri="{BB962C8B-B14F-4D97-AF65-F5344CB8AC3E}">
        <p14:creationId xmlns:p14="http://schemas.microsoft.com/office/powerpoint/2010/main" val="116401700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2EAD877B-9B75-4CFB-858C-A8422CC9CAD0}" type="datetime1">
              <a:rPr lang="en-US" smtClean="0"/>
              <a:t>6/27/2024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70</a:t>
            </a:fld>
            <a:endParaRPr lang="en-US" dirty="0"/>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sp>
        <p:nvSpPr>
          <p:cNvPr id="3" name="Rectangle 2"/>
          <p:cNvSpPr/>
          <p:nvPr/>
        </p:nvSpPr>
        <p:spPr>
          <a:xfrm>
            <a:off x="419100" y="1093378"/>
            <a:ext cx="11353800" cy="5262979"/>
          </a:xfrm>
          <a:prstGeom prst="rect">
            <a:avLst/>
          </a:prstGeom>
          <a:solidFill>
            <a:schemeClr val="accent6">
              <a:lumMod val="20000"/>
              <a:lumOff val="80000"/>
            </a:schemeClr>
          </a:solidFill>
          <a:ln w="28575">
            <a:solidFill>
              <a:schemeClr val="tx1"/>
            </a:solidFill>
          </a:ln>
        </p:spPr>
        <p:txBody>
          <a:bodyPr wrap="square">
            <a:spAutoFit/>
          </a:bodyPr>
          <a:lstStyle/>
          <a:p>
            <a:pPr algn="just"/>
            <a:r>
              <a:rPr lang="en-US" sz="2400" b="1" dirty="0">
                <a:latin typeface="+mj-lt"/>
              </a:rPr>
              <a:t>The use of design patterns for the development of object-oriented software has important implications for </a:t>
            </a:r>
          </a:p>
          <a:p>
            <a:pPr marL="457200" indent="-457200" algn="just">
              <a:buFont typeface="+mj-lt"/>
              <a:buAutoNum type="alphaUcPeriod"/>
            </a:pPr>
            <a:r>
              <a:rPr lang="en-US" sz="2400" b="1" dirty="0">
                <a:latin typeface="+mj-lt"/>
              </a:rPr>
              <a:t> </a:t>
            </a:r>
            <a:r>
              <a:rPr lang="en-US" sz="2400" dirty="0">
                <a:latin typeface="+mj-lt"/>
              </a:rPr>
              <a:t>Component-based software engineering</a:t>
            </a:r>
          </a:p>
          <a:p>
            <a:pPr marL="457200" indent="-457200" algn="just">
              <a:buFont typeface="+mj-lt"/>
              <a:buAutoNum type="alphaUcPeriod"/>
            </a:pPr>
            <a:r>
              <a:rPr lang="en-US" sz="2400" dirty="0">
                <a:latin typeface="+mj-lt"/>
              </a:rPr>
              <a:t> Reusability in general</a:t>
            </a:r>
          </a:p>
          <a:p>
            <a:pPr marL="457200" indent="-457200" algn="just">
              <a:buFont typeface="+mj-lt"/>
              <a:buAutoNum type="alphaUcPeriod"/>
            </a:pPr>
            <a:r>
              <a:rPr lang="en-US" sz="2400" dirty="0">
                <a:latin typeface="+mj-lt"/>
              </a:rPr>
              <a:t> All of the above</a:t>
            </a:r>
          </a:p>
          <a:p>
            <a:pPr marL="457200" indent="-457200" algn="just">
              <a:buFont typeface="+mj-lt"/>
              <a:buAutoNum type="alphaUcPeriod"/>
            </a:pPr>
            <a:r>
              <a:rPr lang="en-US" sz="2400" dirty="0">
                <a:latin typeface="+mj-lt"/>
              </a:rPr>
              <a:t> None of the above</a:t>
            </a:r>
          </a:p>
          <a:p>
            <a:pPr algn="just"/>
            <a:endParaRPr lang="en-US" sz="2400" dirty="0">
              <a:latin typeface="+mj-lt"/>
            </a:endParaRPr>
          </a:p>
          <a:p>
            <a:pPr algn="just"/>
            <a:r>
              <a:rPr lang="en-US" sz="2400" b="1" dirty="0">
                <a:latin typeface="+mj-lt"/>
              </a:rPr>
              <a:t>Attach additional responsibilities to an object dynamically. It provides a flexible alternative to sub classing for extending functionality. </a:t>
            </a:r>
          </a:p>
          <a:p>
            <a:pPr algn="just"/>
            <a:endParaRPr lang="en-US" sz="2400" b="1" dirty="0">
              <a:latin typeface="+mj-lt"/>
            </a:endParaRPr>
          </a:p>
          <a:p>
            <a:pPr marL="457200" indent="-457200" algn="just">
              <a:buFont typeface="+mj-lt"/>
              <a:buAutoNum type="alphaUcPeriod"/>
            </a:pPr>
            <a:r>
              <a:rPr lang="en-US" sz="2400" b="1" dirty="0">
                <a:latin typeface="+mj-lt"/>
              </a:rPr>
              <a:t> </a:t>
            </a:r>
            <a:r>
              <a:rPr lang="en-US" sz="2400" dirty="0">
                <a:latin typeface="+mj-lt"/>
              </a:rPr>
              <a:t>Chain of responsibility</a:t>
            </a:r>
          </a:p>
          <a:p>
            <a:pPr marL="457200" indent="-457200" algn="just">
              <a:buFont typeface="+mj-lt"/>
              <a:buAutoNum type="alphaUcPeriod"/>
            </a:pPr>
            <a:r>
              <a:rPr lang="en-US" sz="2400" dirty="0">
                <a:latin typeface="+mj-lt"/>
              </a:rPr>
              <a:t> Adapter</a:t>
            </a:r>
          </a:p>
          <a:p>
            <a:pPr marL="457200" indent="-457200" algn="just">
              <a:buFont typeface="+mj-lt"/>
              <a:buAutoNum type="alphaUcPeriod"/>
            </a:pPr>
            <a:r>
              <a:rPr lang="en-US" sz="2400" dirty="0">
                <a:latin typeface="+mj-lt"/>
              </a:rPr>
              <a:t> Decorator</a:t>
            </a:r>
          </a:p>
          <a:p>
            <a:pPr marL="457200" indent="-457200" algn="just">
              <a:buFont typeface="+mj-lt"/>
              <a:buAutoNum type="alphaUcPeriod"/>
            </a:pPr>
            <a:r>
              <a:rPr lang="en-US" sz="2400" dirty="0">
                <a:latin typeface="+mj-lt"/>
              </a:rPr>
              <a:t> Composite</a:t>
            </a:r>
          </a:p>
        </p:txBody>
      </p:sp>
      <p:sp>
        <p:nvSpPr>
          <p:cNvPr id="5" name="Footer Placeholder 4"/>
          <p:cNvSpPr>
            <a:spLocks noGrp="1"/>
          </p:cNvSpPr>
          <p:nvPr>
            <p:ph type="ftr" sz="quarter" idx="11"/>
          </p:nvPr>
        </p:nvSpPr>
        <p:spPr/>
        <p:txBody>
          <a:bodyPr/>
          <a:lstStyle/>
          <a:p>
            <a:r>
              <a:rPr lang="en-US" dirty="0"/>
              <a:t>Pooja Kumari Design Pattern          Unit V</a:t>
            </a:r>
          </a:p>
        </p:txBody>
      </p:sp>
      <p:sp>
        <p:nvSpPr>
          <p:cNvPr id="9" name="TextBox 8">
            <a:extLst>
              <a:ext uri="{FF2B5EF4-FFF2-40B4-BE49-F238E27FC236}">
                <a16:creationId xmlns:a16="http://schemas.microsoft.com/office/drawing/2014/main" id="{B9F92BBE-3542-3172-F507-D17586CC57AB}"/>
              </a:ext>
            </a:extLst>
          </p:cNvPr>
          <p:cNvSpPr txBox="1"/>
          <p:nvPr/>
        </p:nvSpPr>
        <p:spPr>
          <a:xfrm>
            <a:off x="3276600" y="-48148"/>
            <a:ext cx="6096000" cy="523220"/>
          </a:xfrm>
          <a:prstGeom prst="rect">
            <a:avLst/>
          </a:prstGeom>
          <a:noFill/>
        </p:spPr>
        <p:txBody>
          <a:bodyPr wrap="square">
            <a:spAutoFit/>
          </a:bodyPr>
          <a:lstStyle/>
          <a:p>
            <a:pPr algn="ctr">
              <a:spcBef>
                <a:spcPct val="0"/>
              </a:spcBef>
              <a:defRPr/>
            </a:pPr>
            <a:r>
              <a:rPr lang="en-US" sz="2800" dirty="0"/>
              <a:t>Daily Quiz</a:t>
            </a:r>
          </a:p>
        </p:txBody>
      </p:sp>
    </p:spTree>
    <p:extLst>
      <p:ext uri="{BB962C8B-B14F-4D97-AF65-F5344CB8AC3E}">
        <p14:creationId xmlns:p14="http://schemas.microsoft.com/office/powerpoint/2010/main" val="406052461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914BB51-C589-4245-B98D-7A582E1044C0}" type="datetime1">
              <a:rPr lang="en-US" smtClean="0"/>
              <a:t>6/27/2024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71</a:t>
            </a:fld>
            <a:endParaRPr lang="en-US" dirty="0"/>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sp>
        <p:nvSpPr>
          <p:cNvPr id="3" name="Rectangle 2"/>
          <p:cNvSpPr/>
          <p:nvPr/>
        </p:nvSpPr>
        <p:spPr>
          <a:xfrm>
            <a:off x="685800" y="1143000"/>
            <a:ext cx="11353800" cy="3539430"/>
          </a:xfrm>
          <a:prstGeom prst="rect">
            <a:avLst/>
          </a:prstGeom>
          <a:solidFill>
            <a:schemeClr val="accent6">
              <a:lumMod val="20000"/>
              <a:lumOff val="80000"/>
            </a:schemeClr>
          </a:solidFill>
          <a:ln w="28575">
            <a:solidFill>
              <a:schemeClr val="tx1"/>
            </a:solidFill>
          </a:ln>
        </p:spPr>
        <p:txBody>
          <a:bodyPr wrap="square">
            <a:spAutoFit/>
          </a:bodyPr>
          <a:lstStyle/>
          <a:p>
            <a:pPr marL="457200" indent="-457200">
              <a:buFont typeface="+mj-lt"/>
              <a:buAutoNum type="arabicPeriod"/>
            </a:pPr>
            <a:r>
              <a:rPr lang="en-US" sz="3200" dirty="0">
                <a:latin typeface="+mj-lt"/>
              </a:rPr>
              <a:t>Which design pattern is used to get a way to access the elements of a collection object in sequential manner?</a:t>
            </a:r>
          </a:p>
          <a:p>
            <a:pPr marL="457200" indent="-457200">
              <a:buFont typeface="+mj-lt"/>
              <a:buAutoNum type="arabicPeriod"/>
            </a:pPr>
            <a:r>
              <a:rPr lang="en-US" sz="3200" dirty="0"/>
              <a:t>When service locator pattern is used?</a:t>
            </a:r>
          </a:p>
          <a:p>
            <a:pPr marL="457200" indent="-457200">
              <a:buFont typeface="+mj-lt"/>
              <a:buAutoNum type="arabicPeriod"/>
            </a:pPr>
            <a:r>
              <a:rPr lang="en-US" sz="3200" dirty="0"/>
              <a:t>Mention in how many ways can you create singleton pattern?</a:t>
            </a:r>
          </a:p>
          <a:p>
            <a:pPr marL="457200" indent="-457200">
              <a:buFont typeface="+mj-lt"/>
              <a:buAutoNum type="arabicPeriod"/>
            </a:pPr>
            <a:r>
              <a:rPr lang="en-US" sz="3200" dirty="0"/>
              <a:t>Mention how one should describe a design pattern?</a:t>
            </a:r>
          </a:p>
          <a:p>
            <a:pPr marL="457200" indent="-457200">
              <a:buFont typeface="+mj-lt"/>
              <a:buAutoNum type="arabicPeriod"/>
            </a:pPr>
            <a:r>
              <a:rPr lang="en-US" sz="3200" dirty="0"/>
              <a:t>Explain why access to the non-static variable is not allowed from static method in Java?</a:t>
            </a:r>
          </a:p>
        </p:txBody>
      </p:sp>
      <p:sp>
        <p:nvSpPr>
          <p:cNvPr id="5" name="Footer Placeholder 4"/>
          <p:cNvSpPr>
            <a:spLocks noGrp="1"/>
          </p:cNvSpPr>
          <p:nvPr>
            <p:ph type="ftr" sz="quarter" idx="11"/>
          </p:nvPr>
        </p:nvSpPr>
        <p:spPr/>
        <p:txBody>
          <a:bodyPr/>
          <a:lstStyle/>
          <a:p>
            <a:r>
              <a:rPr lang="en-US" dirty="0"/>
              <a:t>Pooja Kumari Design Pattern          Unit V</a:t>
            </a:r>
          </a:p>
        </p:txBody>
      </p:sp>
      <p:sp>
        <p:nvSpPr>
          <p:cNvPr id="9" name="TextBox 8">
            <a:extLst>
              <a:ext uri="{FF2B5EF4-FFF2-40B4-BE49-F238E27FC236}">
                <a16:creationId xmlns:a16="http://schemas.microsoft.com/office/drawing/2014/main" id="{28198226-A97A-547E-0187-DAB8F50D69BF}"/>
              </a:ext>
            </a:extLst>
          </p:cNvPr>
          <p:cNvSpPr txBox="1"/>
          <p:nvPr/>
        </p:nvSpPr>
        <p:spPr>
          <a:xfrm>
            <a:off x="3314700" y="109624"/>
            <a:ext cx="6096000" cy="523220"/>
          </a:xfrm>
          <a:prstGeom prst="rect">
            <a:avLst/>
          </a:prstGeom>
          <a:noFill/>
        </p:spPr>
        <p:txBody>
          <a:bodyPr wrap="square">
            <a:spAutoFit/>
          </a:bodyPr>
          <a:lstStyle/>
          <a:p>
            <a:pPr algn="ctr">
              <a:spcBef>
                <a:spcPct val="0"/>
              </a:spcBef>
              <a:defRPr/>
            </a:pPr>
            <a:r>
              <a:rPr lang="en-US" sz="2800" dirty="0"/>
              <a:t>Weekly Assignment </a:t>
            </a:r>
          </a:p>
        </p:txBody>
      </p:sp>
    </p:spTree>
    <p:extLst>
      <p:ext uri="{BB962C8B-B14F-4D97-AF65-F5344CB8AC3E}">
        <p14:creationId xmlns:p14="http://schemas.microsoft.com/office/powerpoint/2010/main" val="182171351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90BAB08-C4CB-485D-8E00-8686B085C4A6}" type="datetime1">
              <a:rPr lang="en-US" smtClean="0"/>
              <a:t>6/27/2024</a:t>
            </a:fld>
            <a:endParaRPr lang="en-US" dirty="0"/>
          </a:p>
        </p:txBody>
      </p:sp>
      <p:sp>
        <p:nvSpPr>
          <p:cNvPr id="5" name="Footer Placeholder 4"/>
          <p:cNvSpPr>
            <a:spLocks noGrp="1"/>
          </p:cNvSpPr>
          <p:nvPr>
            <p:ph type="ftr" sz="quarter" idx="11"/>
          </p:nvPr>
        </p:nvSpPr>
        <p:spPr>
          <a:xfrm>
            <a:off x="4038600" y="6356356"/>
            <a:ext cx="5029200" cy="365125"/>
          </a:xfrm>
        </p:spPr>
        <p:txBody>
          <a:bodyPr/>
          <a:lstStyle/>
          <a:p>
            <a:r>
              <a:rPr lang="en-US" dirty="0"/>
              <a:t>Pooja Kumari       Design Pattern          Unit V</a:t>
            </a:r>
          </a:p>
        </p:txBody>
      </p:sp>
      <p:sp>
        <p:nvSpPr>
          <p:cNvPr id="6" name="Slide Number Placeholder 5"/>
          <p:cNvSpPr>
            <a:spLocks noGrp="1"/>
          </p:cNvSpPr>
          <p:nvPr>
            <p:ph type="sldNum" sz="quarter" idx="12"/>
          </p:nvPr>
        </p:nvSpPr>
        <p:spPr/>
        <p:txBody>
          <a:bodyPr/>
          <a:lstStyle/>
          <a:p>
            <a:fld id="{B6F15528-21DE-4FAA-801E-634DDDAF4B2B}" type="slidenum">
              <a:rPr lang="en-US" smtClean="0"/>
              <a:pPr/>
              <a:t>72</a:t>
            </a:fld>
            <a:endParaRPr lang="en-US" dirty="0"/>
          </a:p>
        </p:txBody>
      </p:sp>
      <p:sp>
        <p:nvSpPr>
          <p:cNvPr id="9" name="Content Placeholder 2"/>
          <p:cNvSpPr>
            <a:spLocks noGrp="1"/>
          </p:cNvSpPr>
          <p:nvPr>
            <p:ph idx="1"/>
          </p:nvPr>
        </p:nvSpPr>
        <p:spPr>
          <a:xfrm>
            <a:off x="914400" y="1066800"/>
            <a:ext cx="11049000" cy="4525963"/>
          </a:xfrm>
        </p:spPr>
        <p:txBody>
          <a:bodyPr>
            <a:normAutofit/>
          </a:bodyPr>
          <a:lstStyle/>
          <a:p>
            <a:pPr marL="0" indent="0" algn="just">
              <a:buNone/>
            </a:pPr>
            <a:endParaRPr lang="en-US" sz="2800" dirty="0"/>
          </a:p>
          <a:p>
            <a:pPr>
              <a:buNone/>
            </a:pPr>
            <a:endParaRPr lang="en-US" dirty="0"/>
          </a:p>
        </p:txBody>
      </p:sp>
      <p:sp>
        <p:nvSpPr>
          <p:cNvPr id="8" name="Content Placeholder 2"/>
          <p:cNvSpPr txBox="1">
            <a:spLocks/>
          </p:cNvSpPr>
          <p:nvPr/>
        </p:nvSpPr>
        <p:spPr>
          <a:xfrm>
            <a:off x="239486" y="1062445"/>
            <a:ext cx="11734800" cy="4525963"/>
          </a:xfrm>
          <a:prstGeom prst="rect">
            <a:avLst/>
          </a:prstGeom>
          <a:solidFill>
            <a:schemeClr val="accent3"/>
          </a:solidFill>
          <a:ln w="19050">
            <a:solidFill>
              <a:schemeClr val="tx1"/>
            </a:solidFill>
          </a:ln>
        </p:spPr>
        <p:txBody>
          <a:bodyPr vert="horz" lIns="91440" tIns="45720" rIns="91440" bIns="45720" rtlCol="0">
            <a:normAutofit/>
          </a:bodyPr>
          <a:lstStyle>
            <a:lvl1pPr marL="342891" indent="-342891" algn="l" defTabSz="914377"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32" indent="-285744" algn="l" defTabSz="914377"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2971" indent="-228594" algn="l" defTabSz="914377"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160"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349"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200000"/>
              </a:lnSpc>
              <a:buNone/>
            </a:pPr>
            <a:r>
              <a:rPr lang="en-US" sz="2800" u="sng" dirty="0"/>
              <a:t>YouTube  /other  Video Links</a:t>
            </a:r>
          </a:p>
          <a:p>
            <a:pPr>
              <a:lnSpc>
                <a:spcPct val="200000"/>
              </a:lnSpc>
            </a:pPr>
            <a:r>
              <a:rPr lang="en-IN" sz="2800" dirty="0">
                <a:solidFill>
                  <a:schemeClr val="tx2"/>
                </a:solidFill>
              </a:rPr>
              <a:t>https://youtu.be/rI4kdGLaUiQ?list=PL6n9fhu94yhUbctIoxoVTrklN3LMwTCmd</a:t>
            </a:r>
          </a:p>
          <a:p>
            <a:pPr>
              <a:lnSpc>
                <a:spcPct val="200000"/>
              </a:lnSpc>
            </a:pPr>
            <a:r>
              <a:rPr lang="en-IN" sz="2800" dirty="0">
                <a:solidFill>
                  <a:schemeClr val="tx2"/>
                </a:solidFill>
              </a:rPr>
              <a:t>https://youtu.be/v9ejT8FO-7I?list=PLrhzvIcii6GNjpARdnO4ueTUAVR9eMBpc</a:t>
            </a:r>
          </a:p>
          <a:p>
            <a:pPr>
              <a:lnSpc>
                <a:spcPct val="200000"/>
              </a:lnSpc>
            </a:pPr>
            <a:r>
              <a:rPr lang="en-IN" sz="2800" dirty="0">
                <a:solidFill>
                  <a:schemeClr val="tx2"/>
                </a:solidFill>
              </a:rPr>
              <a:t>https://youtu.be/VGLjQuEQgkI?list=PLt4nG7RVVk1h9lxOYSOGI9pcP3I5oblbx</a:t>
            </a:r>
          </a:p>
        </p:txBody>
      </p:sp>
      <p:sp>
        <p:nvSpPr>
          <p:cNvPr id="3" name="TextBox 2">
            <a:extLst>
              <a:ext uri="{FF2B5EF4-FFF2-40B4-BE49-F238E27FC236}">
                <a16:creationId xmlns:a16="http://schemas.microsoft.com/office/drawing/2014/main" id="{7E58A9E5-858F-C2F7-A814-F0D0D8061639}"/>
              </a:ext>
            </a:extLst>
          </p:cNvPr>
          <p:cNvSpPr txBox="1"/>
          <p:nvPr/>
        </p:nvSpPr>
        <p:spPr>
          <a:xfrm>
            <a:off x="3195918" y="41596"/>
            <a:ext cx="8382000" cy="523220"/>
          </a:xfrm>
          <a:prstGeom prst="rect">
            <a:avLst/>
          </a:prstGeom>
          <a:noFill/>
        </p:spPr>
        <p:txBody>
          <a:bodyPr wrap="square">
            <a:spAutoFit/>
          </a:bodyPr>
          <a:lstStyle/>
          <a:p>
            <a:pPr algn="ctr">
              <a:spcBef>
                <a:spcPct val="0"/>
              </a:spcBef>
              <a:defRPr/>
            </a:pPr>
            <a:r>
              <a:rPr lang="en-US" sz="2800" dirty="0"/>
              <a:t>Topic Link ( YouTube &amp; NPTEL Video Links)</a:t>
            </a:r>
          </a:p>
        </p:txBody>
      </p:sp>
    </p:spTree>
    <p:extLst>
      <p:ext uri="{BB962C8B-B14F-4D97-AF65-F5344CB8AC3E}">
        <p14:creationId xmlns:p14="http://schemas.microsoft.com/office/powerpoint/2010/main" val="48121206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A879860-24F4-4B07-A3D4-69CC712AFB1D}" type="datetime1">
              <a:rPr lang="en-US" smtClean="0"/>
              <a:t>6/27/2024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73</a:t>
            </a:fld>
            <a:endParaRPr lang="en-US" dirty="0"/>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sp>
        <p:nvSpPr>
          <p:cNvPr id="3" name="Rectangle 2"/>
          <p:cNvSpPr/>
          <p:nvPr/>
        </p:nvSpPr>
        <p:spPr>
          <a:xfrm>
            <a:off x="594360" y="909186"/>
            <a:ext cx="11353800" cy="5262979"/>
          </a:xfrm>
          <a:prstGeom prst="rect">
            <a:avLst/>
          </a:prstGeom>
          <a:solidFill>
            <a:schemeClr val="accent6">
              <a:lumMod val="20000"/>
              <a:lumOff val="80000"/>
            </a:schemeClr>
          </a:solidFill>
          <a:ln w="28575">
            <a:solidFill>
              <a:schemeClr val="tx1"/>
            </a:solidFill>
          </a:ln>
        </p:spPr>
        <p:txBody>
          <a:bodyPr wrap="square">
            <a:spAutoFit/>
          </a:bodyPr>
          <a:lstStyle/>
          <a:p>
            <a:r>
              <a:rPr lang="en-US" sz="2000" b="1" dirty="0"/>
              <a:t> </a:t>
            </a:r>
            <a:r>
              <a:rPr lang="en-US" sz="2400" b="1" dirty="0"/>
              <a:t>Which of the following pattern is primarily used to reduce the number of objects created and to decrease memory footprint and increase performance?</a:t>
            </a:r>
          </a:p>
          <a:p>
            <a:endParaRPr lang="en-US" sz="2400" b="1" dirty="0"/>
          </a:p>
          <a:p>
            <a:pPr marL="342900" indent="-342900">
              <a:buFont typeface="Wingdings" panose="05000000000000000000" pitchFamily="2" charset="2"/>
              <a:buChar char="q"/>
            </a:pPr>
            <a:r>
              <a:rPr lang="en-US" sz="2400" dirty="0"/>
              <a:t> Composite Pattern</a:t>
            </a:r>
          </a:p>
          <a:p>
            <a:pPr marL="342900" indent="-342900">
              <a:buFont typeface="Wingdings" panose="05000000000000000000" pitchFamily="2" charset="2"/>
              <a:buChar char="q"/>
            </a:pPr>
            <a:r>
              <a:rPr lang="en-US" sz="2400" dirty="0"/>
              <a:t> Facade Pattern</a:t>
            </a:r>
          </a:p>
          <a:p>
            <a:pPr marL="342900" indent="-342900">
              <a:buFont typeface="Wingdings" panose="05000000000000000000" pitchFamily="2" charset="2"/>
              <a:buChar char="q"/>
            </a:pPr>
            <a:r>
              <a:rPr lang="en-US" sz="2400" dirty="0"/>
              <a:t> Flyweight Pattern</a:t>
            </a:r>
          </a:p>
          <a:p>
            <a:pPr marL="342900" indent="-342900">
              <a:buFont typeface="Wingdings" panose="05000000000000000000" pitchFamily="2" charset="2"/>
              <a:buChar char="q"/>
            </a:pPr>
            <a:r>
              <a:rPr lang="en-US" sz="2400" dirty="0"/>
              <a:t> Decorator Pattern</a:t>
            </a:r>
          </a:p>
          <a:p>
            <a:endParaRPr lang="en-US" sz="2400" dirty="0">
              <a:latin typeface="+mj-lt"/>
            </a:endParaRPr>
          </a:p>
          <a:p>
            <a:pPr algn="just"/>
            <a:r>
              <a:rPr lang="en-US" sz="2400" b="1" dirty="0">
                <a:latin typeface="+mj-lt"/>
              </a:rPr>
              <a:t>In which of the following pattern, a class behavior changes based on its state?</a:t>
            </a:r>
          </a:p>
          <a:p>
            <a:pPr algn="just"/>
            <a:endParaRPr lang="en-US" sz="2400" b="1" dirty="0">
              <a:latin typeface="+mj-lt"/>
            </a:endParaRPr>
          </a:p>
          <a:p>
            <a:pPr marL="342900" indent="-342900" algn="just">
              <a:buFont typeface="Wingdings" panose="05000000000000000000" pitchFamily="2" charset="2"/>
              <a:buChar char="q"/>
            </a:pPr>
            <a:r>
              <a:rPr lang="en-US" sz="2400" dirty="0">
                <a:latin typeface="+mj-lt"/>
              </a:rPr>
              <a:t> State Pattern</a:t>
            </a:r>
          </a:p>
          <a:p>
            <a:pPr marL="342900" indent="-342900" algn="just">
              <a:buFont typeface="Wingdings" panose="05000000000000000000" pitchFamily="2" charset="2"/>
              <a:buChar char="q"/>
            </a:pPr>
            <a:r>
              <a:rPr lang="en-US" sz="2400" dirty="0">
                <a:latin typeface="+mj-lt"/>
              </a:rPr>
              <a:t>Null Object Pattern</a:t>
            </a:r>
          </a:p>
          <a:p>
            <a:pPr marL="342900" indent="-342900" algn="just">
              <a:buFont typeface="Wingdings" panose="05000000000000000000" pitchFamily="2" charset="2"/>
              <a:buChar char="q"/>
            </a:pPr>
            <a:r>
              <a:rPr lang="en-US" sz="2400" dirty="0">
                <a:latin typeface="+mj-lt"/>
              </a:rPr>
              <a:t>Strategy Pattern</a:t>
            </a:r>
          </a:p>
          <a:p>
            <a:pPr marL="342900" indent="-342900" algn="just">
              <a:buFont typeface="Wingdings" panose="05000000000000000000" pitchFamily="2" charset="2"/>
              <a:buChar char="q"/>
            </a:pPr>
            <a:r>
              <a:rPr lang="en-US" sz="2400" dirty="0">
                <a:latin typeface="+mj-lt"/>
              </a:rPr>
              <a:t>Template Pattern</a:t>
            </a:r>
          </a:p>
        </p:txBody>
      </p:sp>
      <p:sp>
        <p:nvSpPr>
          <p:cNvPr id="5" name="Footer Placeholder 4"/>
          <p:cNvSpPr>
            <a:spLocks noGrp="1"/>
          </p:cNvSpPr>
          <p:nvPr>
            <p:ph type="ftr" sz="quarter" idx="11"/>
          </p:nvPr>
        </p:nvSpPr>
        <p:spPr/>
        <p:txBody>
          <a:bodyPr/>
          <a:lstStyle/>
          <a:p>
            <a:r>
              <a:rPr lang="en-US" dirty="0"/>
              <a:t>Pooja Kumari   Design Pattern          Unit V</a:t>
            </a:r>
          </a:p>
        </p:txBody>
      </p:sp>
      <p:sp>
        <p:nvSpPr>
          <p:cNvPr id="9" name="TextBox 8">
            <a:extLst>
              <a:ext uri="{FF2B5EF4-FFF2-40B4-BE49-F238E27FC236}">
                <a16:creationId xmlns:a16="http://schemas.microsoft.com/office/drawing/2014/main" id="{8041B522-66D4-75D8-9065-AD9BBED9E096}"/>
              </a:ext>
            </a:extLst>
          </p:cNvPr>
          <p:cNvSpPr txBox="1"/>
          <p:nvPr/>
        </p:nvSpPr>
        <p:spPr>
          <a:xfrm>
            <a:off x="3454400" y="0"/>
            <a:ext cx="6096000" cy="523220"/>
          </a:xfrm>
          <a:prstGeom prst="rect">
            <a:avLst/>
          </a:prstGeom>
          <a:noFill/>
        </p:spPr>
        <p:txBody>
          <a:bodyPr wrap="square">
            <a:spAutoFit/>
          </a:bodyPr>
          <a:lstStyle/>
          <a:p>
            <a:pPr algn="ctr">
              <a:spcBef>
                <a:spcPct val="0"/>
              </a:spcBef>
              <a:defRPr/>
            </a:pPr>
            <a:r>
              <a:rPr lang="en-US" sz="2800" dirty="0"/>
              <a:t>MCQ (End of Unit)</a:t>
            </a:r>
          </a:p>
        </p:txBody>
      </p:sp>
    </p:spTree>
    <p:extLst>
      <p:ext uri="{BB962C8B-B14F-4D97-AF65-F5344CB8AC3E}">
        <p14:creationId xmlns:p14="http://schemas.microsoft.com/office/powerpoint/2010/main" val="108593787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47160AE-9F36-404A-AFFE-597973905947}" type="datetime1">
              <a:rPr lang="en-US" smtClean="0"/>
              <a:t>6/27/2024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74</a:t>
            </a:fld>
            <a:endParaRPr lang="en-US" dirty="0"/>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sp>
        <p:nvSpPr>
          <p:cNvPr id="3" name="Rectangle 2"/>
          <p:cNvSpPr/>
          <p:nvPr/>
        </p:nvSpPr>
        <p:spPr>
          <a:xfrm>
            <a:off x="609600" y="781394"/>
            <a:ext cx="11353800" cy="5940088"/>
          </a:xfrm>
          <a:prstGeom prst="rect">
            <a:avLst/>
          </a:prstGeom>
          <a:solidFill>
            <a:schemeClr val="accent6">
              <a:lumMod val="20000"/>
              <a:lumOff val="80000"/>
            </a:schemeClr>
          </a:solidFill>
          <a:ln w="28575">
            <a:solidFill>
              <a:schemeClr val="tx1"/>
            </a:solidFill>
          </a:ln>
        </p:spPr>
        <p:txBody>
          <a:bodyPr wrap="square">
            <a:spAutoFit/>
          </a:bodyPr>
          <a:lstStyle/>
          <a:p>
            <a:pPr algn="just"/>
            <a:r>
              <a:rPr lang="en-US" sz="2000" b="1" dirty="0">
                <a:latin typeface="+mj-lt"/>
              </a:rPr>
              <a:t> 3</a:t>
            </a:r>
            <a:r>
              <a:rPr lang="en-US" sz="2400" b="1" dirty="0">
                <a:latin typeface="+mj-lt"/>
              </a:rPr>
              <a:t>. </a:t>
            </a:r>
            <a:r>
              <a:rPr lang="en-US" sz="2400" b="1" dirty="0"/>
              <a:t>Which design pattern provides a single class which provides simplified methods required by client and  delegates call to those methods? </a:t>
            </a:r>
          </a:p>
          <a:p>
            <a:pPr algn="just"/>
            <a:endParaRPr lang="en-US" sz="2400" b="1" dirty="0"/>
          </a:p>
          <a:p>
            <a:pPr marL="342900" indent="-342900" algn="just">
              <a:buFont typeface="Wingdings" panose="05000000000000000000" pitchFamily="2" charset="2"/>
              <a:buChar char="q"/>
            </a:pPr>
            <a:r>
              <a:rPr lang="en-US" sz="2400" b="1" dirty="0">
                <a:latin typeface="+mj-lt"/>
              </a:rPr>
              <a:t> </a:t>
            </a:r>
            <a:r>
              <a:rPr lang="en-US" sz="2400" dirty="0">
                <a:latin typeface="+mj-lt"/>
              </a:rPr>
              <a:t>Adapter pattern</a:t>
            </a:r>
          </a:p>
          <a:p>
            <a:pPr marL="342900" indent="-342900" algn="just">
              <a:buFont typeface="Wingdings" panose="05000000000000000000" pitchFamily="2" charset="2"/>
              <a:buChar char="q"/>
            </a:pPr>
            <a:r>
              <a:rPr lang="en-US" sz="2400" dirty="0">
                <a:latin typeface="+mj-lt"/>
              </a:rPr>
              <a:t> Builder pattern</a:t>
            </a:r>
          </a:p>
          <a:p>
            <a:pPr marL="342900" indent="-342900" algn="just">
              <a:buFont typeface="Wingdings" panose="05000000000000000000" pitchFamily="2" charset="2"/>
              <a:buChar char="q"/>
            </a:pPr>
            <a:r>
              <a:rPr lang="en-US" sz="2400" dirty="0">
                <a:latin typeface="+mj-lt"/>
              </a:rPr>
              <a:t> Facade pattern</a:t>
            </a:r>
          </a:p>
          <a:p>
            <a:pPr marL="342900" indent="-342900" algn="just">
              <a:buFont typeface="Wingdings" panose="05000000000000000000" pitchFamily="2" charset="2"/>
              <a:buChar char="q"/>
            </a:pPr>
            <a:r>
              <a:rPr lang="en-US" sz="2400" dirty="0">
                <a:latin typeface="+mj-lt"/>
              </a:rPr>
              <a:t> Prototype pattern</a:t>
            </a:r>
          </a:p>
          <a:p>
            <a:pPr marL="342900" indent="-342900" algn="just">
              <a:buFont typeface="Wingdings" panose="05000000000000000000" pitchFamily="2" charset="2"/>
              <a:buChar char="q"/>
            </a:pPr>
            <a:endParaRPr lang="en-US" sz="2400" dirty="0">
              <a:latin typeface="+mj-lt"/>
            </a:endParaRPr>
          </a:p>
          <a:p>
            <a:pPr algn="just"/>
            <a:r>
              <a:rPr lang="en-US" sz="2400" b="1" dirty="0">
                <a:latin typeface="+mj-lt"/>
              </a:rPr>
              <a:t>4. Which design pattern suggests multiple classes through which request is passed and multiple but only relevant classes carry out operations on the request? </a:t>
            </a:r>
          </a:p>
          <a:p>
            <a:pPr algn="just"/>
            <a:endParaRPr lang="en-US" sz="2400" b="1" dirty="0">
              <a:latin typeface="+mj-lt"/>
            </a:endParaRPr>
          </a:p>
          <a:p>
            <a:pPr marL="342900" indent="-342900" algn="just">
              <a:buFont typeface="Wingdings" panose="05000000000000000000" pitchFamily="2" charset="2"/>
              <a:buChar char="q"/>
            </a:pPr>
            <a:r>
              <a:rPr lang="en-US" sz="2400" dirty="0">
                <a:latin typeface="+mj-lt"/>
              </a:rPr>
              <a:t> Singleton pattern</a:t>
            </a:r>
          </a:p>
          <a:p>
            <a:pPr marL="342900" indent="-342900" algn="just">
              <a:buFont typeface="Wingdings" panose="05000000000000000000" pitchFamily="2" charset="2"/>
              <a:buChar char="q"/>
            </a:pPr>
            <a:r>
              <a:rPr lang="en-US" sz="2400" dirty="0">
                <a:latin typeface="+mj-lt"/>
              </a:rPr>
              <a:t> Chain of responsibility pattern</a:t>
            </a:r>
          </a:p>
          <a:p>
            <a:pPr marL="342900" indent="-342900" algn="just">
              <a:buFont typeface="Wingdings" panose="05000000000000000000" pitchFamily="2" charset="2"/>
              <a:buChar char="q"/>
            </a:pPr>
            <a:r>
              <a:rPr lang="en-US" sz="2400" dirty="0">
                <a:latin typeface="+mj-lt"/>
              </a:rPr>
              <a:t> State pattern</a:t>
            </a:r>
          </a:p>
          <a:p>
            <a:pPr marL="342900" indent="-342900" algn="just">
              <a:buFont typeface="Wingdings" panose="05000000000000000000" pitchFamily="2" charset="2"/>
              <a:buChar char="q"/>
            </a:pPr>
            <a:r>
              <a:rPr lang="en-US" sz="2400" dirty="0">
                <a:latin typeface="+mj-lt"/>
              </a:rPr>
              <a:t> Bridge pattern</a:t>
            </a:r>
          </a:p>
          <a:p>
            <a:pPr algn="just"/>
            <a:endParaRPr lang="en-US" sz="2000" dirty="0">
              <a:latin typeface="+mj-lt"/>
            </a:endParaRPr>
          </a:p>
        </p:txBody>
      </p:sp>
      <p:sp>
        <p:nvSpPr>
          <p:cNvPr id="5" name="Footer Placeholder 4"/>
          <p:cNvSpPr>
            <a:spLocks noGrp="1"/>
          </p:cNvSpPr>
          <p:nvPr>
            <p:ph type="ftr" sz="quarter" idx="11"/>
          </p:nvPr>
        </p:nvSpPr>
        <p:spPr/>
        <p:txBody>
          <a:bodyPr/>
          <a:lstStyle/>
          <a:p>
            <a:r>
              <a:rPr lang="en-US" dirty="0"/>
              <a:t>Pooja Kumari   Design Pattern          Unit V</a:t>
            </a:r>
          </a:p>
        </p:txBody>
      </p:sp>
      <p:sp>
        <p:nvSpPr>
          <p:cNvPr id="9" name="TextBox 8">
            <a:extLst>
              <a:ext uri="{FF2B5EF4-FFF2-40B4-BE49-F238E27FC236}">
                <a16:creationId xmlns:a16="http://schemas.microsoft.com/office/drawing/2014/main" id="{91870E73-C234-F7F6-F62C-E7ED95528C48}"/>
              </a:ext>
            </a:extLst>
          </p:cNvPr>
          <p:cNvSpPr txBox="1"/>
          <p:nvPr/>
        </p:nvSpPr>
        <p:spPr>
          <a:xfrm>
            <a:off x="3352800" y="0"/>
            <a:ext cx="6096000" cy="523220"/>
          </a:xfrm>
          <a:prstGeom prst="rect">
            <a:avLst/>
          </a:prstGeom>
          <a:noFill/>
        </p:spPr>
        <p:txBody>
          <a:bodyPr wrap="square">
            <a:spAutoFit/>
          </a:bodyPr>
          <a:lstStyle/>
          <a:p>
            <a:pPr algn="ctr">
              <a:spcBef>
                <a:spcPct val="0"/>
              </a:spcBef>
              <a:defRPr/>
            </a:pPr>
            <a:r>
              <a:rPr lang="en-US" sz="2800" dirty="0"/>
              <a:t>MCQ (End of Unit)</a:t>
            </a:r>
          </a:p>
        </p:txBody>
      </p:sp>
    </p:spTree>
    <p:extLst>
      <p:ext uri="{BB962C8B-B14F-4D97-AF65-F5344CB8AC3E}">
        <p14:creationId xmlns:p14="http://schemas.microsoft.com/office/powerpoint/2010/main" val="166438207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23DC4CC2-A94C-4DB4-B253-122F06333094}" type="datetime1">
              <a:rPr lang="en-US" smtClean="0"/>
              <a:t>6/27/2024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75</a:t>
            </a:fld>
            <a:endParaRPr lang="en-US" dirty="0"/>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sp>
        <p:nvSpPr>
          <p:cNvPr id="3" name="Rectangle 2"/>
          <p:cNvSpPr/>
          <p:nvPr/>
        </p:nvSpPr>
        <p:spPr>
          <a:xfrm>
            <a:off x="381000" y="1066800"/>
            <a:ext cx="11620500" cy="5570756"/>
          </a:xfrm>
          <a:prstGeom prst="rect">
            <a:avLst/>
          </a:prstGeom>
          <a:solidFill>
            <a:schemeClr val="accent6">
              <a:lumMod val="20000"/>
              <a:lumOff val="80000"/>
            </a:schemeClr>
          </a:solidFill>
          <a:ln w="28575">
            <a:solidFill>
              <a:schemeClr val="tx1"/>
            </a:solidFill>
          </a:ln>
        </p:spPr>
        <p:txBody>
          <a:bodyPr wrap="square">
            <a:spAutoFit/>
          </a:bodyPr>
          <a:lstStyle/>
          <a:p>
            <a:pPr algn="ctr"/>
            <a:r>
              <a:rPr lang="en-US" sz="2400" b="1" u="sng" dirty="0">
                <a:latin typeface="+mj-lt"/>
              </a:rPr>
              <a:t>Top 10 design pattern interview questions </a:t>
            </a:r>
          </a:p>
          <a:p>
            <a:pPr algn="ctr"/>
            <a:endParaRPr lang="en-US" sz="2400" b="1" u="sng" dirty="0">
              <a:latin typeface="+mj-lt"/>
            </a:endParaRPr>
          </a:p>
          <a:p>
            <a:pPr marL="342900" indent="-342900">
              <a:buFont typeface="+mj-lt"/>
              <a:buAutoNum type="arabicPeriod"/>
            </a:pPr>
            <a:r>
              <a:rPr lang="en-US" sz="2800" dirty="0"/>
              <a:t>Explain Data Access Object (DAO) pattern?</a:t>
            </a:r>
          </a:p>
          <a:p>
            <a:pPr marL="342900" indent="-342900">
              <a:buFont typeface="+mj-lt"/>
              <a:buAutoNum type="arabicPeriod"/>
            </a:pPr>
            <a:r>
              <a:rPr lang="en-US" sz="2800" dirty="0"/>
              <a:t>Mention what is the difference between VO and JDO?</a:t>
            </a:r>
          </a:p>
          <a:p>
            <a:pPr marL="342900" indent="-342900">
              <a:buFont typeface="+mj-lt"/>
              <a:buAutoNum type="arabicPeriod"/>
            </a:pPr>
            <a:r>
              <a:rPr lang="en-US" sz="2800" dirty="0"/>
              <a:t>Explain the benefits of design patterns in Java.</a:t>
            </a:r>
          </a:p>
          <a:p>
            <a:pPr marL="342900" indent="-342900">
              <a:buFont typeface="+mj-lt"/>
              <a:buAutoNum type="arabicPeriod"/>
            </a:pPr>
            <a:r>
              <a:rPr lang="en-US" sz="2800" dirty="0"/>
              <a:t>Describe the proxy  pattern.</a:t>
            </a:r>
          </a:p>
          <a:p>
            <a:pPr marL="342900" indent="-342900">
              <a:buFont typeface="+mj-lt"/>
              <a:buAutoNum type="arabicPeriod"/>
            </a:pPr>
            <a:r>
              <a:rPr lang="en-US" sz="2800" dirty="0"/>
              <a:t>Differentiate ordinary and abstract factory design patterns.</a:t>
            </a:r>
          </a:p>
          <a:p>
            <a:pPr marL="342900" indent="-342900">
              <a:buFont typeface="+mj-lt"/>
              <a:buAutoNum type="arabicPeriod"/>
            </a:pPr>
            <a:r>
              <a:rPr lang="en-US" sz="2800" dirty="0"/>
              <a:t> What do you think are the advantages of builder design patterns?</a:t>
            </a:r>
          </a:p>
          <a:p>
            <a:pPr marL="342900" indent="-342900">
              <a:buFont typeface="+mj-lt"/>
              <a:buAutoNum type="arabicPeriod"/>
            </a:pPr>
            <a:r>
              <a:rPr lang="en-US" sz="2800" dirty="0"/>
              <a:t>How is the bridge pattern different from the adapter pattern?</a:t>
            </a:r>
          </a:p>
          <a:p>
            <a:pPr marL="342900" indent="-342900">
              <a:buFont typeface="+mj-lt"/>
              <a:buAutoNum type="arabicPeriod"/>
            </a:pPr>
            <a:r>
              <a:rPr lang="en-US" sz="2800" dirty="0"/>
              <a:t>What is a command pattern?</a:t>
            </a:r>
          </a:p>
          <a:p>
            <a:pPr marL="342900" indent="-342900">
              <a:buFont typeface="+mj-lt"/>
              <a:buAutoNum type="arabicPeriod"/>
            </a:pPr>
            <a:r>
              <a:rPr lang="en-US" sz="2800" dirty="0"/>
              <a:t>Describe the singleton pattern along with its advantages and disadvantages.</a:t>
            </a:r>
          </a:p>
          <a:p>
            <a:pPr marL="342900" indent="-342900">
              <a:buFont typeface="+mj-lt"/>
              <a:buAutoNum type="arabicPeriod"/>
            </a:pPr>
            <a:r>
              <a:rPr lang="en-US" sz="2800" dirty="0"/>
              <a:t>What are anti patterns?</a:t>
            </a:r>
          </a:p>
          <a:p>
            <a:endParaRPr lang="en-US" sz="2800" dirty="0"/>
          </a:p>
        </p:txBody>
      </p:sp>
      <p:sp>
        <p:nvSpPr>
          <p:cNvPr id="5" name="Footer Placeholder 4"/>
          <p:cNvSpPr>
            <a:spLocks noGrp="1"/>
          </p:cNvSpPr>
          <p:nvPr>
            <p:ph type="ftr" sz="quarter" idx="11"/>
          </p:nvPr>
        </p:nvSpPr>
        <p:spPr/>
        <p:txBody>
          <a:bodyPr/>
          <a:lstStyle/>
          <a:p>
            <a:r>
              <a:rPr lang="en-US" dirty="0"/>
              <a:t>Pooja Kumari   Design Pattern          Unit V</a:t>
            </a:r>
          </a:p>
        </p:txBody>
      </p:sp>
      <p:sp>
        <p:nvSpPr>
          <p:cNvPr id="9" name="TextBox 8">
            <a:extLst>
              <a:ext uri="{FF2B5EF4-FFF2-40B4-BE49-F238E27FC236}">
                <a16:creationId xmlns:a16="http://schemas.microsoft.com/office/drawing/2014/main" id="{41EA5340-AB26-3643-48AD-2E5425921C63}"/>
              </a:ext>
            </a:extLst>
          </p:cNvPr>
          <p:cNvSpPr txBox="1"/>
          <p:nvPr/>
        </p:nvSpPr>
        <p:spPr>
          <a:xfrm>
            <a:off x="3454400" y="35778"/>
            <a:ext cx="6096000" cy="523220"/>
          </a:xfrm>
          <a:prstGeom prst="rect">
            <a:avLst/>
          </a:prstGeom>
          <a:noFill/>
        </p:spPr>
        <p:txBody>
          <a:bodyPr wrap="square">
            <a:spAutoFit/>
          </a:bodyPr>
          <a:lstStyle/>
          <a:p>
            <a:pPr algn="ctr">
              <a:spcBef>
                <a:spcPct val="0"/>
              </a:spcBef>
              <a:defRPr/>
            </a:pPr>
            <a:r>
              <a:rPr lang="en-US" sz="2800" dirty="0"/>
              <a:t>Glossary Questions</a:t>
            </a:r>
          </a:p>
        </p:txBody>
      </p:sp>
    </p:spTree>
    <p:extLst>
      <p:ext uri="{BB962C8B-B14F-4D97-AF65-F5344CB8AC3E}">
        <p14:creationId xmlns:p14="http://schemas.microsoft.com/office/powerpoint/2010/main" val="147005028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3ACD79FD-0CA3-4129-8DAF-6882F332E1B0}" type="datetime1">
              <a:rPr lang="en-US" smtClean="0"/>
              <a:t>6/27/2024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76</a:t>
            </a:fld>
            <a:endParaRPr lang="en-US" dirty="0"/>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sp>
        <p:nvSpPr>
          <p:cNvPr id="3" name="Rectangle 2"/>
          <p:cNvSpPr/>
          <p:nvPr/>
        </p:nvSpPr>
        <p:spPr>
          <a:xfrm>
            <a:off x="381000" y="1066800"/>
            <a:ext cx="11620500" cy="5201424"/>
          </a:xfrm>
          <a:prstGeom prst="rect">
            <a:avLst/>
          </a:prstGeom>
          <a:solidFill>
            <a:schemeClr val="accent6">
              <a:lumMod val="20000"/>
              <a:lumOff val="80000"/>
            </a:schemeClr>
          </a:solidFill>
          <a:ln w="28575">
            <a:solidFill>
              <a:schemeClr val="tx1"/>
            </a:solidFill>
          </a:ln>
        </p:spPr>
        <p:txBody>
          <a:bodyPr wrap="square">
            <a:spAutoFit/>
          </a:bodyPr>
          <a:lstStyle/>
          <a:p>
            <a:pPr marL="342900" indent="-342900" algn="ctr">
              <a:buFont typeface="Arial" panose="020B0604020202020204" pitchFamily="34" charset="0"/>
              <a:buChar char="•"/>
            </a:pPr>
            <a:endParaRPr lang="en-US" sz="2400" b="1" u="sng" dirty="0">
              <a:latin typeface="+mj-lt"/>
            </a:endParaRPr>
          </a:p>
          <a:p>
            <a:pPr marL="457200" indent="-457200">
              <a:buFont typeface="Arial" panose="020B0604020202020204" pitchFamily="34" charset="0"/>
              <a:buChar char="•"/>
            </a:pPr>
            <a:r>
              <a:rPr lang="en-US" sz="2800" dirty="0"/>
              <a:t>What Is Abstract Factory Pattern?</a:t>
            </a:r>
          </a:p>
          <a:p>
            <a:pPr marL="457200" indent="-457200">
              <a:buFont typeface="Arial" panose="020B0604020202020204" pitchFamily="34" charset="0"/>
              <a:buChar char="•"/>
            </a:pPr>
            <a:r>
              <a:rPr lang="en-US" sz="2800" dirty="0"/>
              <a:t>How are design patterns categorized?</a:t>
            </a:r>
          </a:p>
          <a:p>
            <a:pPr marL="457200" indent="-457200">
              <a:buFont typeface="Arial" panose="020B0604020202020204" pitchFamily="34" charset="0"/>
              <a:buChar char="•"/>
            </a:pPr>
            <a:r>
              <a:rPr lang="en-US" sz="2800" dirty="0"/>
              <a:t>Explain the benefits of design patterns in Java.</a:t>
            </a:r>
          </a:p>
          <a:p>
            <a:pPr marL="457200" indent="-457200">
              <a:buFont typeface="Arial" panose="020B0604020202020204" pitchFamily="34" charset="0"/>
              <a:buChar char="•"/>
            </a:pPr>
            <a:r>
              <a:rPr lang="en-US" sz="2800" dirty="0"/>
              <a:t>Describe the factory pattern.</a:t>
            </a:r>
          </a:p>
          <a:p>
            <a:pPr marL="457200" indent="-457200">
              <a:buFont typeface="Arial" panose="020B0604020202020204" pitchFamily="34" charset="0"/>
              <a:buChar char="•"/>
            </a:pPr>
            <a:r>
              <a:rPr lang="en-US" sz="2800" dirty="0"/>
              <a:t>Differentiate ordinary and abstract factory design patterns.</a:t>
            </a:r>
          </a:p>
          <a:p>
            <a:pPr marL="457200" indent="-457200">
              <a:buFont typeface="Arial" panose="020B0604020202020204" pitchFamily="34" charset="0"/>
              <a:buChar char="•"/>
            </a:pPr>
            <a:r>
              <a:rPr lang="en-US" sz="2800" dirty="0"/>
              <a:t> What do you think are the advantages of builder design patterns?</a:t>
            </a:r>
          </a:p>
          <a:p>
            <a:pPr marL="457200" indent="-457200">
              <a:buFont typeface="Arial" panose="020B0604020202020204" pitchFamily="34" charset="0"/>
              <a:buChar char="•"/>
            </a:pPr>
            <a:r>
              <a:rPr lang="en-US" sz="2800" dirty="0"/>
              <a:t>How is the bridge pattern different from the adapter pattern?</a:t>
            </a:r>
          </a:p>
          <a:p>
            <a:pPr marL="457200" indent="-457200">
              <a:buFont typeface="Arial" panose="020B0604020202020204" pitchFamily="34" charset="0"/>
              <a:buChar char="•"/>
            </a:pPr>
            <a:r>
              <a:rPr lang="en-US" sz="2800" dirty="0"/>
              <a:t>What is a command pattern?</a:t>
            </a:r>
          </a:p>
          <a:p>
            <a:pPr marL="457200" indent="-457200">
              <a:buFont typeface="Arial" panose="020B0604020202020204" pitchFamily="34" charset="0"/>
              <a:buChar char="•"/>
            </a:pPr>
            <a:r>
              <a:rPr lang="en-US" sz="2800" dirty="0"/>
              <a:t>Describe the singleton pattern along with its advantages and disadvantages.</a:t>
            </a:r>
          </a:p>
          <a:p>
            <a:pPr marL="457200" indent="-457200">
              <a:buFont typeface="Arial" panose="020B0604020202020204" pitchFamily="34" charset="0"/>
              <a:buChar char="•"/>
            </a:pPr>
            <a:r>
              <a:rPr lang="en-US" sz="2800" dirty="0"/>
              <a:t>What are anti patterns?</a:t>
            </a:r>
          </a:p>
          <a:p>
            <a:endParaRPr lang="en-US" sz="2800" dirty="0"/>
          </a:p>
        </p:txBody>
      </p:sp>
      <p:sp>
        <p:nvSpPr>
          <p:cNvPr id="5" name="Footer Placeholder 4"/>
          <p:cNvSpPr>
            <a:spLocks noGrp="1"/>
          </p:cNvSpPr>
          <p:nvPr>
            <p:ph type="ftr" sz="quarter" idx="11"/>
          </p:nvPr>
        </p:nvSpPr>
        <p:spPr/>
        <p:txBody>
          <a:bodyPr/>
          <a:lstStyle/>
          <a:p>
            <a:r>
              <a:rPr lang="en-US" dirty="0"/>
              <a:t>Pooja Kumari    Design Pattern          Unit V</a:t>
            </a:r>
          </a:p>
        </p:txBody>
      </p:sp>
      <p:sp>
        <p:nvSpPr>
          <p:cNvPr id="9" name="TextBox 8">
            <a:extLst>
              <a:ext uri="{FF2B5EF4-FFF2-40B4-BE49-F238E27FC236}">
                <a16:creationId xmlns:a16="http://schemas.microsoft.com/office/drawing/2014/main" id="{B0DD3735-9247-FEAD-42BF-850AB937DC72}"/>
              </a:ext>
            </a:extLst>
          </p:cNvPr>
          <p:cNvSpPr txBox="1"/>
          <p:nvPr/>
        </p:nvSpPr>
        <p:spPr>
          <a:xfrm>
            <a:off x="3454400" y="84777"/>
            <a:ext cx="6096000" cy="523220"/>
          </a:xfrm>
          <a:prstGeom prst="rect">
            <a:avLst/>
          </a:prstGeom>
          <a:noFill/>
        </p:spPr>
        <p:txBody>
          <a:bodyPr wrap="square">
            <a:spAutoFit/>
          </a:bodyPr>
          <a:lstStyle/>
          <a:p>
            <a:pPr algn="ctr">
              <a:spcBef>
                <a:spcPct val="0"/>
              </a:spcBef>
              <a:defRPr/>
            </a:pPr>
            <a:r>
              <a:rPr lang="en-US" sz="2800" dirty="0"/>
              <a:t>Expected Questions for University Exam </a:t>
            </a:r>
          </a:p>
        </p:txBody>
      </p:sp>
    </p:spTree>
    <p:extLst>
      <p:ext uri="{BB962C8B-B14F-4D97-AF65-F5344CB8AC3E}">
        <p14:creationId xmlns:p14="http://schemas.microsoft.com/office/powerpoint/2010/main" val="231057628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C2410BBC-A9A1-4407-BBB8-50D37729A192}" type="datetime1">
              <a:rPr lang="en-US" smtClean="0"/>
              <a:t>6/27/2024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77</a:t>
            </a:fld>
            <a:endParaRPr lang="en-US" dirty="0"/>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sp>
        <p:nvSpPr>
          <p:cNvPr id="3" name="Rectangle 2"/>
          <p:cNvSpPr/>
          <p:nvPr/>
        </p:nvSpPr>
        <p:spPr>
          <a:xfrm>
            <a:off x="132261" y="1273837"/>
            <a:ext cx="11927477" cy="5447645"/>
          </a:xfrm>
          <a:prstGeom prst="rect">
            <a:avLst/>
          </a:prstGeom>
          <a:solidFill>
            <a:schemeClr val="accent6">
              <a:lumMod val="20000"/>
              <a:lumOff val="80000"/>
            </a:schemeClr>
          </a:solidFill>
          <a:ln w="28575">
            <a:solidFill>
              <a:schemeClr val="tx1"/>
            </a:solidFill>
          </a:ln>
        </p:spPr>
        <p:txBody>
          <a:bodyPr wrap="square">
            <a:spAutoFit/>
          </a:bodyPr>
          <a:lstStyle/>
          <a:p>
            <a:pPr marL="457200" indent="-457200" algn="just">
              <a:buFont typeface="Wingdings" panose="05000000000000000000" pitchFamily="2" charset="2"/>
              <a:buChar char="Ø"/>
            </a:pPr>
            <a:r>
              <a:rPr lang="en-US" sz="2900" b="1" dirty="0"/>
              <a:t>Till Now we understand</a:t>
            </a:r>
            <a:r>
              <a:rPr lang="en-US" sz="2900" b="1" dirty="0">
                <a:solidFill>
                  <a:schemeClr val="accent6">
                    <a:lumMod val="75000"/>
                  </a:schemeClr>
                </a:solidFill>
              </a:rPr>
              <a:t>,</a:t>
            </a:r>
            <a:r>
              <a:rPr lang="en-US" sz="2900" dirty="0">
                <a:solidFill>
                  <a:schemeClr val="accent6">
                    <a:lumMod val="75000"/>
                  </a:schemeClr>
                </a:solidFill>
              </a:rPr>
              <a:t> Behavioral design </a:t>
            </a:r>
            <a:r>
              <a:rPr lang="en-US" sz="2900" dirty="0"/>
              <a:t>patterns are concerned with the interaction and responsibility of </a:t>
            </a:r>
            <a:r>
              <a:rPr lang="en-US" sz="2900" dirty="0">
                <a:solidFill>
                  <a:schemeClr val="accent6">
                    <a:lumMod val="75000"/>
                  </a:schemeClr>
                </a:solidFill>
              </a:rPr>
              <a:t>objects.</a:t>
            </a:r>
          </a:p>
          <a:p>
            <a:pPr marL="457200" indent="-457200" algn="just">
              <a:buFont typeface="Wingdings" panose="05000000000000000000" pitchFamily="2" charset="2"/>
              <a:buChar char="Ø"/>
            </a:pPr>
            <a:r>
              <a:rPr lang="en-US" sz="2900" dirty="0">
                <a:solidFill>
                  <a:schemeClr val="accent6">
                    <a:lumMod val="75000"/>
                  </a:schemeClr>
                </a:solidFill>
              </a:rPr>
              <a:t> A State Pattern </a:t>
            </a:r>
            <a:r>
              <a:rPr lang="en-US" sz="2900" dirty="0"/>
              <a:t>says that "the class behavior changes based on its state. </a:t>
            </a:r>
            <a:r>
              <a:rPr lang="en-US" sz="2900" dirty="0" err="1"/>
              <a:t>i.e</a:t>
            </a:r>
            <a:r>
              <a:rPr lang="en-US" sz="2900" dirty="0"/>
              <a:t> </a:t>
            </a:r>
            <a:r>
              <a:rPr lang="en-US" sz="2900" dirty="0">
                <a:solidFill>
                  <a:schemeClr val="accent6">
                    <a:lumMod val="75000"/>
                  </a:schemeClr>
                </a:solidFill>
              </a:rPr>
              <a:t>Strategy pattern, a class behavior or its algorithm can be changed at run time. This type of design pattern </a:t>
            </a:r>
            <a:r>
              <a:rPr lang="en-US" sz="2900" dirty="0"/>
              <a:t>comes under behavior pattern.</a:t>
            </a:r>
          </a:p>
          <a:p>
            <a:pPr marL="457200" indent="-457200" algn="just">
              <a:buFont typeface="Wingdings" panose="05000000000000000000" pitchFamily="2" charset="2"/>
              <a:buChar char="Ø"/>
            </a:pPr>
            <a:r>
              <a:rPr lang="en-US" sz="2900" dirty="0"/>
              <a:t> The idea of a Behavioral design pattern, In these design patterns </a:t>
            </a:r>
            <a:r>
              <a:rPr lang="en-US" sz="2900" dirty="0" err="1"/>
              <a:t>i.e</a:t>
            </a:r>
            <a:r>
              <a:rPr lang="en-US" sz="2900" dirty="0"/>
              <a:t> In Template pattern, an abstract class exposes defined way(s)/template(s) to execute its methods.</a:t>
            </a:r>
          </a:p>
          <a:p>
            <a:pPr marL="457200" indent="-457200" algn="just">
              <a:buFont typeface="Wingdings" panose="05000000000000000000" pitchFamily="2" charset="2"/>
              <a:buChar char="Ø"/>
            </a:pPr>
            <a:r>
              <a:rPr lang="en-US" sz="2900" dirty="0"/>
              <a:t>In Visitor pattern, we use a visitor class which changes the executing algorithm of an element class. By this way, execution algorithm of element can vary as and when visitor varies. </a:t>
            </a:r>
          </a:p>
          <a:p>
            <a:pPr marL="457200" indent="-457200" algn="just">
              <a:buFont typeface="Wingdings" panose="05000000000000000000" pitchFamily="2" charset="2"/>
              <a:buChar char="Ø"/>
            </a:pPr>
            <a:endParaRPr lang="en-US" sz="2900" dirty="0"/>
          </a:p>
        </p:txBody>
      </p:sp>
      <p:sp>
        <p:nvSpPr>
          <p:cNvPr id="5" name="Footer Placeholder 4"/>
          <p:cNvSpPr>
            <a:spLocks noGrp="1"/>
          </p:cNvSpPr>
          <p:nvPr>
            <p:ph type="ftr" sz="quarter" idx="11"/>
          </p:nvPr>
        </p:nvSpPr>
        <p:spPr/>
        <p:txBody>
          <a:bodyPr/>
          <a:lstStyle/>
          <a:p>
            <a:r>
              <a:rPr lang="en-US" dirty="0"/>
              <a:t>Pooja Kumari     Design Pattern          Unit V</a:t>
            </a:r>
          </a:p>
        </p:txBody>
      </p:sp>
      <p:sp>
        <p:nvSpPr>
          <p:cNvPr id="9" name="TextBox 8">
            <a:extLst>
              <a:ext uri="{FF2B5EF4-FFF2-40B4-BE49-F238E27FC236}">
                <a16:creationId xmlns:a16="http://schemas.microsoft.com/office/drawing/2014/main" id="{4D62154E-C01C-4352-0A66-E416A9A276D9}"/>
              </a:ext>
            </a:extLst>
          </p:cNvPr>
          <p:cNvSpPr txBox="1"/>
          <p:nvPr/>
        </p:nvSpPr>
        <p:spPr>
          <a:xfrm>
            <a:off x="3810000" y="75812"/>
            <a:ext cx="6096000" cy="523220"/>
          </a:xfrm>
          <a:prstGeom prst="rect">
            <a:avLst/>
          </a:prstGeom>
          <a:noFill/>
        </p:spPr>
        <p:txBody>
          <a:bodyPr wrap="square">
            <a:spAutoFit/>
          </a:bodyPr>
          <a:lstStyle/>
          <a:p>
            <a:pPr algn="ctr">
              <a:spcBef>
                <a:spcPct val="0"/>
              </a:spcBef>
              <a:defRPr/>
            </a:pPr>
            <a:r>
              <a:rPr lang="en-US" sz="2800" dirty="0"/>
              <a:t>Recap  of Unit </a:t>
            </a:r>
          </a:p>
        </p:txBody>
      </p:sp>
    </p:spTree>
    <p:extLst>
      <p:ext uri="{BB962C8B-B14F-4D97-AF65-F5344CB8AC3E}">
        <p14:creationId xmlns:p14="http://schemas.microsoft.com/office/powerpoint/2010/main" val="32086986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36322</TotalTime>
  <Words>3970</Words>
  <Application>Microsoft Office PowerPoint</Application>
  <PresentationFormat>Widescreen</PresentationFormat>
  <Paragraphs>771</Paragraphs>
  <Slides>77</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77</vt:i4>
      </vt:variant>
    </vt:vector>
  </HeadingPairs>
  <TitlesOfParts>
    <vt:vector size="82" baseType="lpstr">
      <vt:lpstr>Arial</vt:lpstr>
      <vt:lpstr>Calibri</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Manks</dc:creator>
  <cp:lastModifiedBy>pooja kumari</cp:lastModifiedBy>
  <cp:revision>1106</cp:revision>
  <dcterms:created xsi:type="dcterms:W3CDTF">2006-08-16T00:00:00Z</dcterms:created>
  <dcterms:modified xsi:type="dcterms:W3CDTF">2024-06-27T05:55:49Z</dcterms:modified>
</cp:coreProperties>
</file>